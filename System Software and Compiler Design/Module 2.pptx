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15" name="Shape 15"/>
        <p:cNvGrpSpPr/>
        <p:nvPr/>
      </p:nvGrpSpPr>
      <p:grpSpPr>
        <a:xfrm>
          <a:off x="0" y="0"/>
          <a:ext cx="0" cy="0"/>
          <a:chOff x="0" y="0"/>
          <a:chExt cx="0" cy="0"/>
        </a:xfrm>
      </p:grpSpPr>
      <p:sp>
        <p:nvSpPr>
          <p:cNvPr id="16" name="Google Shape;16;p2"/>
          <p:cNvSpPr/>
          <p:nvPr/>
        </p:nvSpPr>
        <p:spPr>
          <a:xfrm>
            <a:off x="0" y="0"/>
            <a:ext cx="121920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txBox="1"/>
          <p:nvPr>
            <p:ph type="ctrTitle"/>
          </p:nvPr>
        </p:nvSpPr>
        <p:spPr>
          <a:xfrm>
            <a:off x="603504" y="770467"/>
            <a:ext cx="10782300" cy="3352800"/>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rgbClr val="FFFFFF"/>
              </a:buClr>
              <a:buSzPts val="8800"/>
              <a:buFont typeface="Calibri"/>
              <a:buNone/>
              <a:defRPr sz="88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667512" y="4206876"/>
            <a:ext cx="9228201" cy="1645920"/>
          </a:xfrm>
          <a:prstGeom prst="rect">
            <a:avLst/>
          </a:prstGeom>
          <a:noFill/>
          <a:ln>
            <a:noFill/>
          </a:ln>
        </p:spPr>
        <p:txBody>
          <a:bodyPr anchorCtr="0" anchor="t" bIns="45700" lIns="91425" spcFirstLastPara="1" rIns="91425" wrap="square" tIns="45700">
            <a:normAutofit/>
          </a:bodyPr>
          <a:lstStyle>
            <a:lvl1pPr lvl="0" algn="l">
              <a:lnSpc>
                <a:spcPct val="85000"/>
              </a:lnSpc>
              <a:spcBef>
                <a:spcPts val="1300"/>
              </a:spcBef>
              <a:spcAft>
                <a:spcPts val="0"/>
              </a:spcAft>
              <a:buClr>
                <a:schemeClr val="lt1"/>
              </a:buClr>
              <a:buSzPts val="3200"/>
              <a:buNone/>
              <a:defRPr sz="3200">
                <a:solidFill>
                  <a:schemeClr val="lt1"/>
                </a:solidFill>
                <a:latin typeface="Calibri"/>
                <a:ea typeface="Calibri"/>
                <a:cs typeface="Calibri"/>
                <a:sym typeface="Calibri"/>
              </a:defRPr>
            </a:lvl1pPr>
            <a:lvl2pPr lvl="1" algn="ctr">
              <a:lnSpc>
                <a:spcPct val="85000"/>
              </a:lnSpc>
              <a:spcBef>
                <a:spcPts val="600"/>
              </a:spcBef>
              <a:spcAft>
                <a:spcPts val="0"/>
              </a:spcAft>
              <a:buClr>
                <a:srgbClr val="262626"/>
              </a:buClr>
              <a:buSzPts val="2800"/>
              <a:buNone/>
              <a:defRPr sz="2800"/>
            </a:lvl2pPr>
            <a:lvl3pPr lvl="2" algn="ctr">
              <a:lnSpc>
                <a:spcPct val="85000"/>
              </a:lnSpc>
              <a:spcBef>
                <a:spcPts val="600"/>
              </a:spcBef>
              <a:spcAft>
                <a:spcPts val="0"/>
              </a:spcAft>
              <a:buClr>
                <a:srgbClr val="262626"/>
              </a:buClr>
              <a:buSzPts val="2400"/>
              <a:buNone/>
              <a:defRPr sz="2400"/>
            </a:lvl3pPr>
            <a:lvl4pPr lvl="3" algn="ctr">
              <a:lnSpc>
                <a:spcPct val="85000"/>
              </a:lnSpc>
              <a:spcBef>
                <a:spcPts val="600"/>
              </a:spcBef>
              <a:spcAft>
                <a:spcPts val="0"/>
              </a:spcAft>
              <a:buClr>
                <a:srgbClr val="262626"/>
              </a:buClr>
              <a:buSzPts val="2000"/>
              <a:buNone/>
              <a:defRPr sz="2000"/>
            </a:lvl4pPr>
            <a:lvl5pPr lvl="4" algn="ctr">
              <a:lnSpc>
                <a:spcPct val="85000"/>
              </a:lnSpc>
              <a:spcBef>
                <a:spcPts val="600"/>
              </a:spcBef>
              <a:spcAft>
                <a:spcPts val="0"/>
              </a:spcAft>
              <a:buClr>
                <a:srgbClr val="262626"/>
              </a:buClr>
              <a:buSzPts val="2000"/>
              <a:buNone/>
              <a:defRPr sz="2000"/>
            </a:lvl5pPr>
            <a:lvl6pPr lvl="5" algn="ctr">
              <a:lnSpc>
                <a:spcPct val="85000"/>
              </a:lnSpc>
              <a:spcBef>
                <a:spcPts val="600"/>
              </a:spcBef>
              <a:spcAft>
                <a:spcPts val="0"/>
              </a:spcAft>
              <a:buClr>
                <a:srgbClr val="262626"/>
              </a:buClr>
              <a:buSzPts val="2000"/>
              <a:buNone/>
              <a:defRPr sz="2000"/>
            </a:lvl6pPr>
            <a:lvl7pPr lvl="6" algn="ctr">
              <a:lnSpc>
                <a:spcPct val="85000"/>
              </a:lnSpc>
              <a:spcBef>
                <a:spcPts val="600"/>
              </a:spcBef>
              <a:spcAft>
                <a:spcPts val="0"/>
              </a:spcAft>
              <a:buClr>
                <a:srgbClr val="262626"/>
              </a:buClr>
              <a:buSzPts val="2000"/>
              <a:buNone/>
              <a:defRPr sz="2000"/>
            </a:lvl7pPr>
            <a:lvl8pPr lvl="7" algn="ctr">
              <a:lnSpc>
                <a:spcPct val="85000"/>
              </a:lnSpc>
              <a:spcBef>
                <a:spcPts val="600"/>
              </a:spcBef>
              <a:spcAft>
                <a:spcPts val="0"/>
              </a:spcAft>
              <a:buClr>
                <a:srgbClr val="262626"/>
              </a:buClr>
              <a:buSzPts val="2000"/>
              <a:buNone/>
              <a:defRPr sz="2000"/>
            </a:lvl8pPr>
            <a:lvl9pPr lvl="8" algn="ctr">
              <a:lnSpc>
                <a:spcPct val="85000"/>
              </a:lnSpc>
              <a:spcBef>
                <a:spcPts val="600"/>
              </a:spcBef>
              <a:spcAft>
                <a:spcPts val="0"/>
              </a:spcAft>
              <a:buClr>
                <a:srgbClr val="262626"/>
              </a:buClr>
              <a:buSzPts val="2000"/>
              <a:buNone/>
              <a:defRPr sz="2000"/>
            </a:lvl9pPr>
          </a:lstStyle>
          <a:p/>
        </p:txBody>
      </p:sp>
      <p:sp>
        <p:nvSpPr>
          <p:cNvPr id="19" name="Google Shape;19;p2"/>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0300" u="none" cap="none" strike="noStrike">
                <a:solidFill>
                  <a:srgbClr val="FFFFFF"/>
                </a:solidFill>
                <a:latin typeface="Calibri"/>
                <a:ea typeface="Calibri"/>
                <a:cs typeface="Calibri"/>
                <a:sym typeface="Calibri"/>
              </a:defRPr>
            </a:lvl1pPr>
            <a:lvl2pPr indent="0" lvl="1" marL="0" algn="r">
              <a:spcBef>
                <a:spcPts val="0"/>
              </a:spcBef>
              <a:buNone/>
              <a:defRPr b="0" i="0" sz="10300" u="none" cap="none" strike="noStrike">
                <a:solidFill>
                  <a:srgbClr val="FFFFFF"/>
                </a:solidFill>
                <a:latin typeface="Calibri"/>
                <a:ea typeface="Calibri"/>
                <a:cs typeface="Calibri"/>
                <a:sym typeface="Calibri"/>
              </a:defRPr>
            </a:lvl2pPr>
            <a:lvl3pPr indent="0" lvl="2" marL="0" algn="r">
              <a:spcBef>
                <a:spcPts val="0"/>
              </a:spcBef>
              <a:buNone/>
              <a:defRPr b="0" i="0" sz="10300" u="none" cap="none" strike="noStrike">
                <a:solidFill>
                  <a:srgbClr val="FFFFFF"/>
                </a:solidFill>
                <a:latin typeface="Calibri"/>
                <a:ea typeface="Calibri"/>
                <a:cs typeface="Calibri"/>
                <a:sym typeface="Calibri"/>
              </a:defRPr>
            </a:lvl3pPr>
            <a:lvl4pPr indent="0" lvl="3" marL="0" algn="r">
              <a:spcBef>
                <a:spcPts val="0"/>
              </a:spcBef>
              <a:buNone/>
              <a:defRPr b="0" i="0" sz="10300" u="none" cap="none" strike="noStrike">
                <a:solidFill>
                  <a:srgbClr val="FFFFFF"/>
                </a:solidFill>
                <a:latin typeface="Calibri"/>
                <a:ea typeface="Calibri"/>
                <a:cs typeface="Calibri"/>
                <a:sym typeface="Calibri"/>
              </a:defRPr>
            </a:lvl4pPr>
            <a:lvl5pPr indent="0" lvl="4" marL="0" algn="r">
              <a:spcBef>
                <a:spcPts val="0"/>
              </a:spcBef>
              <a:buNone/>
              <a:defRPr b="0" i="0" sz="10300" u="none" cap="none" strike="noStrike">
                <a:solidFill>
                  <a:srgbClr val="FFFFFF"/>
                </a:solidFill>
                <a:latin typeface="Calibri"/>
                <a:ea typeface="Calibri"/>
                <a:cs typeface="Calibri"/>
                <a:sym typeface="Calibri"/>
              </a:defRPr>
            </a:lvl5pPr>
            <a:lvl6pPr indent="0" lvl="5" marL="0" algn="r">
              <a:spcBef>
                <a:spcPts val="0"/>
              </a:spcBef>
              <a:buNone/>
              <a:defRPr b="0" i="0" sz="10300" u="none" cap="none" strike="noStrike">
                <a:solidFill>
                  <a:srgbClr val="FFFFFF"/>
                </a:solidFill>
                <a:latin typeface="Calibri"/>
                <a:ea typeface="Calibri"/>
                <a:cs typeface="Calibri"/>
                <a:sym typeface="Calibri"/>
              </a:defRPr>
            </a:lvl6pPr>
            <a:lvl7pPr indent="0" lvl="6" marL="0" algn="r">
              <a:spcBef>
                <a:spcPts val="0"/>
              </a:spcBef>
              <a:buNone/>
              <a:defRPr b="0" i="0" sz="10300" u="none" cap="none" strike="noStrike">
                <a:solidFill>
                  <a:srgbClr val="FFFFFF"/>
                </a:solidFill>
                <a:latin typeface="Calibri"/>
                <a:ea typeface="Calibri"/>
                <a:cs typeface="Calibri"/>
                <a:sym typeface="Calibri"/>
              </a:defRPr>
            </a:lvl7pPr>
            <a:lvl8pPr indent="0" lvl="7" marL="0" algn="r">
              <a:spcBef>
                <a:spcPts val="0"/>
              </a:spcBef>
              <a:buNone/>
              <a:defRPr b="0" i="0" sz="10300" u="none" cap="none" strike="noStrike">
                <a:solidFill>
                  <a:srgbClr val="FFFFFF"/>
                </a:solidFill>
                <a:latin typeface="Calibri"/>
                <a:ea typeface="Calibri"/>
                <a:cs typeface="Calibri"/>
                <a:sym typeface="Calibri"/>
              </a:defRPr>
            </a:lvl8pPr>
            <a:lvl9pPr indent="0" lvl="8" marL="0" algn="r">
              <a:spcBef>
                <a:spcPts val="0"/>
              </a:spcBef>
              <a:buNone/>
              <a:defRPr b="0" i="0" sz="103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657224" y="499533"/>
            <a:ext cx="10772775" cy="165819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676656" y="2011680"/>
            <a:ext cx="10753725" cy="3766185"/>
          </a:xfrm>
          <a:prstGeom prst="rect">
            <a:avLst/>
          </a:prstGeom>
          <a:noFill/>
          <a:ln>
            <a:noFill/>
          </a:ln>
        </p:spPr>
        <p:txBody>
          <a:bodyPr anchorCtr="0" anchor="t" bIns="45700" lIns="91425" spcFirstLastPara="1" rIns="91425" wrap="square" tIns="45700">
            <a:normAutofit/>
          </a:bodyPr>
          <a:lstStyle>
            <a:lvl1pPr indent="-342900" lvl="0" marL="457200" algn="l">
              <a:lnSpc>
                <a:spcPct val="85000"/>
              </a:lnSpc>
              <a:spcBef>
                <a:spcPts val="1300"/>
              </a:spcBef>
              <a:spcAft>
                <a:spcPts val="0"/>
              </a:spcAft>
              <a:buClr>
                <a:srgbClr val="262626"/>
              </a:buClr>
              <a:buSzPts val="1800"/>
              <a:buChar char=" "/>
              <a:defRPr/>
            </a:lvl1pPr>
            <a:lvl2pPr indent="-342900" lvl="1" marL="914400" algn="l">
              <a:lnSpc>
                <a:spcPct val="85000"/>
              </a:lnSpc>
              <a:spcBef>
                <a:spcPts val="600"/>
              </a:spcBef>
              <a:spcAft>
                <a:spcPts val="0"/>
              </a:spcAft>
              <a:buClr>
                <a:srgbClr val="262626"/>
              </a:buClr>
              <a:buSzPts val="1800"/>
              <a:buChar char=" "/>
              <a:defRPr/>
            </a:lvl2pPr>
            <a:lvl3pPr indent="-342900" lvl="2" marL="1371600" algn="l">
              <a:lnSpc>
                <a:spcPct val="85000"/>
              </a:lnSpc>
              <a:spcBef>
                <a:spcPts val="600"/>
              </a:spcBef>
              <a:spcAft>
                <a:spcPts val="0"/>
              </a:spcAft>
              <a:buClr>
                <a:srgbClr val="262626"/>
              </a:buClr>
              <a:buSzPts val="1800"/>
              <a:buChar char=" "/>
              <a:defRPr/>
            </a:lvl3pPr>
            <a:lvl4pPr indent="-342900" lvl="3" marL="1828800" algn="l">
              <a:lnSpc>
                <a:spcPct val="85000"/>
              </a:lnSpc>
              <a:spcBef>
                <a:spcPts val="600"/>
              </a:spcBef>
              <a:spcAft>
                <a:spcPts val="0"/>
              </a:spcAft>
              <a:buClr>
                <a:srgbClr val="262626"/>
              </a:buClr>
              <a:buSzPts val="1800"/>
              <a:buChar char=" "/>
              <a:defRPr/>
            </a:lvl4pPr>
            <a:lvl5pPr indent="-342900" lvl="4" marL="2286000" algn="l">
              <a:lnSpc>
                <a:spcPct val="85000"/>
              </a:lnSpc>
              <a:spcBef>
                <a:spcPts val="600"/>
              </a:spcBef>
              <a:spcAft>
                <a:spcPts val="0"/>
              </a:spcAft>
              <a:buClr>
                <a:srgbClr val="262626"/>
              </a:buClr>
              <a:buSzPts val="1800"/>
              <a:buChar char=" "/>
              <a:defRPr/>
            </a:lvl5pPr>
            <a:lvl6pPr indent="-342900" lvl="5" marL="2743200" algn="l">
              <a:lnSpc>
                <a:spcPct val="85000"/>
              </a:lnSpc>
              <a:spcBef>
                <a:spcPts val="600"/>
              </a:spcBef>
              <a:spcAft>
                <a:spcPts val="0"/>
              </a:spcAft>
              <a:buClr>
                <a:srgbClr val="262626"/>
              </a:buClr>
              <a:buSzPts val="1800"/>
              <a:buChar char=" "/>
              <a:defRPr/>
            </a:lvl6pPr>
            <a:lvl7pPr indent="-342900" lvl="6" marL="3200400" algn="l">
              <a:lnSpc>
                <a:spcPct val="85000"/>
              </a:lnSpc>
              <a:spcBef>
                <a:spcPts val="600"/>
              </a:spcBef>
              <a:spcAft>
                <a:spcPts val="0"/>
              </a:spcAft>
              <a:buClr>
                <a:srgbClr val="262626"/>
              </a:buClr>
              <a:buSzPts val="1800"/>
              <a:buChar char=" "/>
              <a:defRPr/>
            </a:lvl7pPr>
            <a:lvl8pPr indent="-342900" lvl="7" marL="3657600" algn="l">
              <a:lnSpc>
                <a:spcPct val="85000"/>
              </a:lnSpc>
              <a:spcBef>
                <a:spcPts val="600"/>
              </a:spcBef>
              <a:spcAft>
                <a:spcPts val="0"/>
              </a:spcAft>
              <a:buClr>
                <a:srgbClr val="262626"/>
              </a:buClr>
              <a:buSzPts val="1800"/>
              <a:buChar char=" "/>
              <a:defRPr/>
            </a:lvl8pPr>
            <a:lvl9pPr indent="-342900" lvl="8" marL="4114800" algn="l">
              <a:lnSpc>
                <a:spcPct val="85000"/>
              </a:lnSpc>
              <a:spcBef>
                <a:spcPts val="600"/>
              </a:spcBef>
              <a:spcAft>
                <a:spcPts val="0"/>
              </a:spcAft>
              <a:buClr>
                <a:srgbClr val="262626"/>
              </a:buClr>
              <a:buSzPts val="1800"/>
              <a:buChar char=" "/>
              <a:defRPr/>
            </a:lvl9pPr>
          </a:lstStyle>
          <a:p/>
        </p:txBody>
      </p:sp>
      <p:sp>
        <p:nvSpPr>
          <p:cNvPr id="25" name="Google Shape;25;p3"/>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4"/>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5"/>
          <p:cNvSpPr txBox="1"/>
          <p:nvPr>
            <p:ph type="title"/>
          </p:nvPr>
        </p:nvSpPr>
        <p:spPr>
          <a:xfrm>
            <a:off x="603504" y="767419"/>
            <a:ext cx="10780776" cy="3355848"/>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accent1"/>
              </a:buClr>
              <a:buSzPts val="8800"/>
              <a:buFont typeface="Calibri"/>
              <a:buNone/>
              <a:defRPr b="0" sz="8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 type="body"/>
          </p:nvPr>
        </p:nvSpPr>
        <p:spPr>
          <a:xfrm>
            <a:off x="667512" y="4204209"/>
            <a:ext cx="9226296" cy="1645920"/>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1300"/>
              </a:spcBef>
              <a:spcAft>
                <a:spcPts val="0"/>
              </a:spcAft>
              <a:buClr>
                <a:schemeClr val="dk1"/>
              </a:buClr>
              <a:buSzPts val="3200"/>
              <a:buNone/>
              <a:defRPr sz="3200">
                <a:solidFill>
                  <a:schemeClr val="dk1"/>
                </a:solidFill>
                <a:latin typeface="Calibri"/>
                <a:ea typeface="Calibri"/>
                <a:cs typeface="Calibri"/>
                <a:sym typeface="Calibri"/>
              </a:defRPr>
            </a:lvl1pPr>
            <a:lvl2pPr indent="-228600" lvl="1" marL="914400" algn="l">
              <a:lnSpc>
                <a:spcPct val="85000"/>
              </a:lnSpc>
              <a:spcBef>
                <a:spcPts val="600"/>
              </a:spcBef>
              <a:spcAft>
                <a:spcPts val="0"/>
              </a:spcAft>
              <a:buClr>
                <a:srgbClr val="888888"/>
              </a:buClr>
              <a:buSzPts val="1800"/>
              <a:buNone/>
              <a:defRPr sz="1800">
                <a:solidFill>
                  <a:srgbClr val="888888"/>
                </a:solidFill>
              </a:defRPr>
            </a:lvl2pPr>
            <a:lvl3pPr indent="-228600" lvl="2" marL="1371600" algn="l">
              <a:lnSpc>
                <a:spcPct val="85000"/>
              </a:lnSpc>
              <a:spcBef>
                <a:spcPts val="600"/>
              </a:spcBef>
              <a:spcAft>
                <a:spcPts val="0"/>
              </a:spcAft>
              <a:buClr>
                <a:srgbClr val="888888"/>
              </a:buClr>
              <a:buSzPts val="1600"/>
              <a:buNone/>
              <a:defRPr sz="1600">
                <a:solidFill>
                  <a:srgbClr val="888888"/>
                </a:solidFill>
              </a:defRPr>
            </a:lvl3pPr>
            <a:lvl4pPr indent="-228600" lvl="3" marL="1828800" algn="l">
              <a:lnSpc>
                <a:spcPct val="85000"/>
              </a:lnSpc>
              <a:spcBef>
                <a:spcPts val="600"/>
              </a:spcBef>
              <a:spcAft>
                <a:spcPts val="0"/>
              </a:spcAft>
              <a:buClr>
                <a:srgbClr val="888888"/>
              </a:buClr>
              <a:buSzPts val="1400"/>
              <a:buNone/>
              <a:defRPr sz="1400">
                <a:solidFill>
                  <a:srgbClr val="888888"/>
                </a:solidFill>
              </a:defRPr>
            </a:lvl4pPr>
            <a:lvl5pPr indent="-228600" lvl="4" marL="2286000" algn="l">
              <a:lnSpc>
                <a:spcPct val="85000"/>
              </a:lnSpc>
              <a:spcBef>
                <a:spcPts val="600"/>
              </a:spcBef>
              <a:spcAft>
                <a:spcPts val="0"/>
              </a:spcAft>
              <a:buClr>
                <a:srgbClr val="888888"/>
              </a:buClr>
              <a:buSzPts val="1400"/>
              <a:buNone/>
              <a:defRPr sz="1400">
                <a:solidFill>
                  <a:srgbClr val="888888"/>
                </a:solidFill>
              </a:defRPr>
            </a:lvl5pPr>
            <a:lvl6pPr indent="-228600" lvl="5" marL="2743200" algn="l">
              <a:lnSpc>
                <a:spcPct val="85000"/>
              </a:lnSpc>
              <a:spcBef>
                <a:spcPts val="600"/>
              </a:spcBef>
              <a:spcAft>
                <a:spcPts val="0"/>
              </a:spcAft>
              <a:buClr>
                <a:srgbClr val="888888"/>
              </a:buClr>
              <a:buSzPts val="1400"/>
              <a:buNone/>
              <a:defRPr sz="1400">
                <a:solidFill>
                  <a:srgbClr val="888888"/>
                </a:solidFill>
              </a:defRPr>
            </a:lvl6pPr>
            <a:lvl7pPr indent="-228600" lvl="6" marL="3200400" algn="l">
              <a:lnSpc>
                <a:spcPct val="85000"/>
              </a:lnSpc>
              <a:spcBef>
                <a:spcPts val="600"/>
              </a:spcBef>
              <a:spcAft>
                <a:spcPts val="0"/>
              </a:spcAft>
              <a:buClr>
                <a:srgbClr val="888888"/>
              </a:buClr>
              <a:buSzPts val="1400"/>
              <a:buNone/>
              <a:defRPr sz="1400">
                <a:solidFill>
                  <a:srgbClr val="888888"/>
                </a:solidFill>
              </a:defRPr>
            </a:lvl7pPr>
            <a:lvl8pPr indent="-228600" lvl="7" marL="3657600" algn="l">
              <a:lnSpc>
                <a:spcPct val="85000"/>
              </a:lnSpc>
              <a:spcBef>
                <a:spcPts val="600"/>
              </a:spcBef>
              <a:spcAft>
                <a:spcPts val="0"/>
              </a:spcAft>
              <a:buClr>
                <a:srgbClr val="888888"/>
              </a:buClr>
              <a:buSzPts val="1400"/>
              <a:buNone/>
              <a:defRPr sz="1400">
                <a:solidFill>
                  <a:srgbClr val="888888"/>
                </a:solidFill>
              </a:defRPr>
            </a:lvl8pPr>
            <a:lvl9pPr indent="-228600" lvl="8" marL="4114800" algn="l">
              <a:lnSpc>
                <a:spcPct val="85000"/>
              </a:lnSpc>
              <a:spcBef>
                <a:spcPts val="600"/>
              </a:spcBef>
              <a:spcAft>
                <a:spcPts val="0"/>
              </a:spcAft>
              <a:buClr>
                <a:srgbClr val="888888"/>
              </a:buClr>
              <a:buSzPts val="1400"/>
              <a:buNone/>
              <a:defRPr sz="1400">
                <a:solidFill>
                  <a:srgbClr val="888888"/>
                </a:solidFill>
              </a:defRPr>
            </a:lvl9pPr>
          </a:lstStyle>
          <a:p/>
        </p:txBody>
      </p:sp>
      <p:sp>
        <p:nvSpPr>
          <p:cNvPr id="35" name="Google Shape;35;p5"/>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6"/>
          <p:cNvSpPr txBox="1"/>
          <p:nvPr>
            <p:ph type="title"/>
          </p:nvPr>
        </p:nvSpPr>
        <p:spPr>
          <a:xfrm>
            <a:off x="657224" y="499533"/>
            <a:ext cx="10772775" cy="165819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676656" y="1998134"/>
            <a:ext cx="4663440" cy="3767328"/>
          </a:xfrm>
          <a:prstGeom prst="rect">
            <a:avLst/>
          </a:prstGeom>
          <a:noFill/>
          <a:ln>
            <a:noFill/>
          </a:ln>
        </p:spPr>
        <p:txBody>
          <a:bodyPr anchorCtr="0" anchor="t" bIns="45700" lIns="91425" spcFirstLastPara="1" rIns="91425" wrap="square" tIns="45700">
            <a:normAutofit/>
          </a:bodyPr>
          <a:lstStyle>
            <a:lvl1pPr indent="-381000" lvl="0" marL="457200" algn="l">
              <a:lnSpc>
                <a:spcPct val="85000"/>
              </a:lnSpc>
              <a:spcBef>
                <a:spcPts val="1300"/>
              </a:spcBef>
              <a:spcAft>
                <a:spcPts val="0"/>
              </a:spcAft>
              <a:buClr>
                <a:srgbClr val="262626"/>
              </a:buClr>
              <a:buSzPts val="2400"/>
              <a:buChar char=" "/>
              <a:defRPr sz="2400"/>
            </a:lvl1pPr>
            <a:lvl2pPr indent="-355600" lvl="1" marL="914400" algn="l">
              <a:lnSpc>
                <a:spcPct val="85000"/>
              </a:lnSpc>
              <a:spcBef>
                <a:spcPts val="600"/>
              </a:spcBef>
              <a:spcAft>
                <a:spcPts val="0"/>
              </a:spcAft>
              <a:buClr>
                <a:srgbClr val="262626"/>
              </a:buClr>
              <a:buSzPts val="2000"/>
              <a:buChar char=" "/>
              <a:defRPr sz="2000"/>
            </a:lvl2pPr>
            <a:lvl3pPr indent="-342900" lvl="2" marL="1371600" algn="l">
              <a:lnSpc>
                <a:spcPct val="85000"/>
              </a:lnSpc>
              <a:spcBef>
                <a:spcPts val="600"/>
              </a:spcBef>
              <a:spcAft>
                <a:spcPts val="0"/>
              </a:spcAft>
              <a:buClr>
                <a:srgbClr val="262626"/>
              </a:buClr>
              <a:buSzPts val="1800"/>
              <a:buChar char=" "/>
              <a:defRPr sz="1800"/>
            </a:lvl3pPr>
            <a:lvl4pPr indent="-330200" lvl="3" marL="1828800" algn="l">
              <a:lnSpc>
                <a:spcPct val="85000"/>
              </a:lnSpc>
              <a:spcBef>
                <a:spcPts val="600"/>
              </a:spcBef>
              <a:spcAft>
                <a:spcPts val="0"/>
              </a:spcAft>
              <a:buClr>
                <a:srgbClr val="262626"/>
              </a:buClr>
              <a:buSzPts val="1600"/>
              <a:buChar char=" "/>
              <a:defRPr sz="1600"/>
            </a:lvl4pPr>
            <a:lvl5pPr indent="-330200" lvl="4" marL="2286000" algn="l">
              <a:lnSpc>
                <a:spcPct val="85000"/>
              </a:lnSpc>
              <a:spcBef>
                <a:spcPts val="600"/>
              </a:spcBef>
              <a:spcAft>
                <a:spcPts val="0"/>
              </a:spcAft>
              <a:buClr>
                <a:srgbClr val="262626"/>
              </a:buClr>
              <a:buSzPts val="1600"/>
              <a:buChar char=" "/>
              <a:defRPr sz="1600"/>
            </a:lvl5pPr>
            <a:lvl6pPr indent="-330200" lvl="5" marL="2743200" algn="l">
              <a:lnSpc>
                <a:spcPct val="85000"/>
              </a:lnSpc>
              <a:spcBef>
                <a:spcPts val="600"/>
              </a:spcBef>
              <a:spcAft>
                <a:spcPts val="0"/>
              </a:spcAft>
              <a:buClr>
                <a:srgbClr val="262626"/>
              </a:buClr>
              <a:buSzPts val="1600"/>
              <a:buChar char=" "/>
              <a:defRPr sz="1600"/>
            </a:lvl6pPr>
            <a:lvl7pPr indent="-330200" lvl="6" marL="3200400" algn="l">
              <a:lnSpc>
                <a:spcPct val="85000"/>
              </a:lnSpc>
              <a:spcBef>
                <a:spcPts val="600"/>
              </a:spcBef>
              <a:spcAft>
                <a:spcPts val="0"/>
              </a:spcAft>
              <a:buClr>
                <a:srgbClr val="262626"/>
              </a:buClr>
              <a:buSzPts val="1600"/>
              <a:buChar char=" "/>
              <a:defRPr sz="1600"/>
            </a:lvl7pPr>
            <a:lvl8pPr indent="-330200" lvl="7" marL="3657600" algn="l">
              <a:lnSpc>
                <a:spcPct val="85000"/>
              </a:lnSpc>
              <a:spcBef>
                <a:spcPts val="600"/>
              </a:spcBef>
              <a:spcAft>
                <a:spcPts val="0"/>
              </a:spcAft>
              <a:buClr>
                <a:srgbClr val="262626"/>
              </a:buClr>
              <a:buSzPts val="1600"/>
              <a:buChar char=" "/>
              <a:defRPr sz="1600"/>
            </a:lvl8pPr>
            <a:lvl9pPr indent="-330200" lvl="8" marL="4114800" algn="l">
              <a:lnSpc>
                <a:spcPct val="85000"/>
              </a:lnSpc>
              <a:spcBef>
                <a:spcPts val="600"/>
              </a:spcBef>
              <a:spcAft>
                <a:spcPts val="0"/>
              </a:spcAft>
              <a:buClr>
                <a:srgbClr val="262626"/>
              </a:buClr>
              <a:buSzPts val="1600"/>
              <a:buChar char=" "/>
              <a:defRPr sz="1600"/>
            </a:lvl9pPr>
          </a:lstStyle>
          <a:p/>
        </p:txBody>
      </p:sp>
      <p:sp>
        <p:nvSpPr>
          <p:cNvPr id="41" name="Google Shape;41;p6"/>
          <p:cNvSpPr txBox="1"/>
          <p:nvPr>
            <p:ph idx="2" type="body"/>
          </p:nvPr>
        </p:nvSpPr>
        <p:spPr>
          <a:xfrm>
            <a:off x="6011330" y="1998134"/>
            <a:ext cx="4663440" cy="3767328"/>
          </a:xfrm>
          <a:prstGeom prst="rect">
            <a:avLst/>
          </a:prstGeom>
          <a:noFill/>
          <a:ln>
            <a:noFill/>
          </a:ln>
        </p:spPr>
        <p:txBody>
          <a:bodyPr anchorCtr="0" anchor="t" bIns="45700" lIns="91425" spcFirstLastPara="1" rIns="91425" wrap="square" tIns="45700">
            <a:normAutofit/>
          </a:bodyPr>
          <a:lstStyle>
            <a:lvl1pPr indent="-381000" lvl="0" marL="457200" algn="l">
              <a:lnSpc>
                <a:spcPct val="85000"/>
              </a:lnSpc>
              <a:spcBef>
                <a:spcPts val="1300"/>
              </a:spcBef>
              <a:spcAft>
                <a:spcPts val="0"/>
              </a:spcAft>
              <a:buClr>
                <a:srgbClr val="262626"/>
              </a:buClr>
              <a:buSzPts val="2400"/>
              <a:buChar char=" "/>
              <a:defRPr sz="2400"/>
            </a:lvl1pPr>
            <a:lvl2pPr indent="-355600" lvl="1" marL="914400" algn="l">
              <a:lnSpc>
                <a:spcPct val="85000"/>
              </a:lnSpc>
              <a:spcBef>
                <a:spcPts val="600"/>
              </a:spcBef>
              <a:spcAft>
                <a:spcPts val="0"/>
              </a:spcAft>
              <a:buClr>
                <a:srgbClr val="262626"/>
              </a:buClr>
              <a:buSzPts val="2000"/>
              <a:buChar char=" "/>
              <a:defRPr sz="2000"/>
            </a:lvl2pPr>
            <a:lvl3pPr indent="-342900" lvl="2" marL="1371600" algn="l">
              <a:lnSpc>
                <a:spcPct val="85000"/>
              </a:lnSpc>
              <a:spcBef>
                <a:spcPts val="600"/>
              </a:spcBef>
              <a:spcAft>
                <a:spcPts val="0"/>
              </a:spcAft>
              <a:buClr>
                <a:srgbClr val="262626"/>
              </a:buClr>
              <a:buSzPts val="1800"/>
              <a:buChar char=" "/>
              <a:defRPr sz="1800"/>
            </a:lvl3pPr>
            <a:lvl4pPr indent="-330200" lvl="3" marL="1828800" algn="l">
              <a:lnSpc>
                <a:spcPct val="85000"/>
              </a:lnSpc>
              <a:spcBef>
                <a:spcPts val="600"/>
              </a:spcBef>
              <a:spcAft>
                <a:spcPts val="0"/>
              </a:spcAft>
              <a:buClr>
                <a:srgbClr val="262626"/>
              </a:buClr>
              <a:buSzPts val="1600"/>
              <a:buChar char=" "/>
              <a:defRPr sz="1600"/>
            </a:lvl4pPr>
            <a:lvl5pPr indent="-330200" lvl="4" marL="2286000" algn="l">
              <a:lnSpc>
                <a:spcPct val="85000"/>
              </a:lnSpc>
              <a:spcBef>
                <a:spcPts val="600"/>
              </a:spcBef>
              <a:spcAft>
                <a:spcPts val="0"/>
              </a:spcAft>
              <a:buClr>
                <a:srgbClr val="262626"/>
              </a:buClr>
              <a:buSzPts val="1600"/>
              <a:buChar char=" "/>
              <a:defRPr sz="1600"/>
            </a:lvl5pPr>
            <a:lvl6pPr indent="-330200" lvl="5" marL="2743200" algn="l">
              <a:lnSpc>
                <a:spcPct val="85000"/>
              </a:lnSpc>
              <a:spcBef>
                <a:spcPts val="600"/>
              </a:spcBef>
              <a:spcAft>
                <a:spcPts val="0"/>
              </a:spcAft>
              <a:buClr>
                <a:srgbClr val="262626"/>
              </a:buClr>
              <a:buSzPts val="1600"/>
              <a:buChar char=" "/>
              <a:defRPr sz="1600"/>
            </a:lvl6pPr>
            <a:lvl7pPr indent="-330200" lvl="6" marL="3200400" algn="l">
              <a:lnSpc>
                <a:spcPct val="85000"/>
              </a:lnSpc>
              <a:spcBef>
                <a:spcPts val="600"/>
              </a:spcBef>
              <a:spcAft>
                <a:spcPts val="0"/>
              </a:spcAft>
              <a:buClr>
                <a:srgbClr val="262626"/>
              </a:buClr>
              <a:buSzPts val="1600"/>
              <a:buChar char=" "/>
              <a:defRPr sz="1600"/>
            </a:lvl7pPr>
            <a:lvl8pPr indent="-330200" lvl="7" marL="3657600" algn="l">
              <a:lnSpc>
                <a:spcPct val="85000"/>
              </a:lnSpc>
              <a:spcBef>
                <a:spcPts val="600"/>
              </a:spcBef>
              <a:spcAft>
                <a:spcPts val="0"/>
              </a:spcAft>
              <a:buClr>
                <a:srgbClr val="262626"/>
              </a:buClr>
              <a:buSzPts val="1600"/>
              <a:buChar char=" "/>
              <a:defRPr sz="1600"/>
            </a:lvl8pPr>
            <a:lvl9pPr indent="-330200" lvl="8" marL="4114800" algn="l">
              <a:lnSpc>
                <a:spcPct val="85000"/>
              </a:lnSpc>
              <a:spcBef>
                <a:spcPts val="600"/>
              </a:spcBef>
              <a:spcAft>
                <a:spcPts val="0"/>
              </a:spcAft>
              <a:buClr>
                <a:srgbClr val="262626"/>
              </a:buClr>
              <a:buSzPts val="1600"/>
              <a:buChar char=" "/>
              <a:defRPr sz="1600"/>
            </a:lvl9pPr>
          </a:lstStyle>
          <a:p/>
        </p:txBody>
      </p:sp>
      <p:sp>
        <p:nvSpPr>
          <p:cNvPr id="42" name="Google Shape;42;p6"/>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657224" y="499533"/>
            <a:ext cx="10772775" cy="165819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 type="body"/>
          </p:nvPr>
        </p:nvSpPr>
        <p:spPr>
          <a:xfrm>
            <a:off x="676656" y="2040467"/>
            <a:ext cx="4663440" cy="723400"/>
          </a:xfrm>
          <a:prstGeom prst="rect">
            <a:avLst/>
          </a:prstGeom>
          <a:noFill/>
          <a:ln>
            <a:noFill/>
          </a:ln>
        </p:spPr>
        <p:txBody>
          <a:bodyPr anchorCtr="0" anchor="ctr" bIns="45700" lIns="91425" spcFirstLastPara="1" rIns="91425" wrap="square" tIns="45700">
            <a:normAutofit/>
          </a:bodyPr>
          <a:lstStyle>
            <a:lvl1pPr indent="-228600" lvl="0" marL="457200" algn="l">
              <a:lnSpc>
                <a:spcPct val="85000"/>
              </a:lnSpc>
              <a:spcBef>
                <a:spcPts val="1300"/>
              </a:spcBef>
              <a:spcAft>
                <a:spcPts val="0"/>
              </a:spcAft>
              <a:buClr>
                <a:srgbClr val="262626"/>
              </a:buClr>
              <a:buSzPts val="2200"/>
              <a:buNone/>
              <a:defRPr b="0" sz="2200" cap="none">
                <a:solidFill>
                  <a:srgbClr val="262626"/>
                </a:solidFill>
                <a:latin typeface="Calibri"/>
                <a:ea typeface="Calibri"/>
                <a:cs typeface="Calibri"/>
                <a:sym typeface="Calibri"/>
              </a:defRPr>
            </a:lvl1pPr>
            <a:lvl2pPr indent="-228600" lvl="1" marL="914400" algn="l">
              <a:lnSpc>
                <a:spcPct val="85000"/>
              </a:lnSpc>
              <a:spcBef>
                <a:spcPts val="600"/>
              </a:spcBef>
              <a:spcAft>
                <a:spcPts val="0"/>
              </a:spcAft>
              <a:buClr>
                <a:srgbClr val="262626"/>
              </a:buClr>
              <a:buSzPts val="2000"/>
              <a:buNone/>
              <a:defRPr b="1" sz="2000"/>
            </a:lvl2pPr>
            <a:lvl3pPr indent="-228600" lvl="2" marL="1371600" algn="l">
              <a:lnSpc>
                <a:spcPct val="85000"/>
              </a:lnSpc>
              <a:spcBef>
                <a:spcPts val="600"/>
              </a:spcBef>
              <a:spcAft>
                <a:spcPts val="0"/>
              </a:spcAft>
              <a:buClr>
                <a:srgbClr val="262626"/>
              </a:buClr>
              <a:buSzPts val="1800"/>
              <a:buNone/>
              <a:defRPr b="1" sz="1800"/>
            </a:lvl3pPr>
            <a:lvl4pPr indent="-228600" lvl="3" marL="1828800" algn="l">
              <a:lnSpc>
                <a:spcPct val="85000"/>
              </a:lnSpc>
              <a:spcBef>
                <a:spcPts val="600"/>
              </a:spcBef>
              <a:spcAft>
                <a:spcPts val="0"/>
              </a:spcAft>
              <a:buClr>
                <a:srgbClr val="262626"/>
              </a:buClr>
              <a:buSzPts val="1600"/>
              <a:buNone/>
              <a:defRPr b="1" sz="1600"/>
            </a:lvl4pPr>
            <a:lvl5pPr indent="-228600" lvl="4" marL="2286000" algn="l">
              <a:lnSpc>
                <a:spcPct val="85000"/>
              </a:lnSpc>
              <a:spcBef>
                <a:spcPts val="600"/>
              </a:spcBef>
              <a:spcAft>
                <a:spcPts val="0"/>
              </a:spcAft>
              <a:buClr>
                <a:srgbClr val="262626"/>
              </a:buClr>
              <a:buSzPts val="1600"/>
              <a:buNone/>
              <a:defRPr b="1" sz="1600"/>
            </a:lvl5pPr>
            <a:lvl6pPr indent="-228600" lvl="5" marL="2743200" algn="l">
              <a:lnSpc>
                <a:spcPct val="85000"/>
              </a:lnSpc>
              <a:spcBef>
                <a:spcPts val="600"/>
              </a:spcBef>
              <a:spcAft>
                <a:spcPts val="0"/>
              </a:spcAft>
              <a:buClr>
                <a:srgbClr val="262626"/>
              </a:buClr>
              <a:buSzPts val="1600"/>
              <a:buNone/>
              <a:defRPr b="1" sz="1600"/>
            </a:lvl6pPr>
            <a:lvl7pPr indent="-228600" lvl="6" marL="3200400" algn="l">
              <a:lnSpc>
                <a:spcPct val="85000"/>
              </a:lnSpc>
              <a:spcBef>
                <a:spcPts val="600"/>
              </a:spcBef>
              <a:spcAft>
                <a:spcPts val="0"/>
              </a:spcAft>
              <a:buClr>
                <a:srgbClr val="262626"/>
              </a:buClr>
              <a:buSzPts val="1600"/>
              <a:buNone/>
              <a:defRPr b="1" sz="1600"/>
            </a:lvl7pPr>
            <a:lvl8pPr indent="-228600" lvl="7" marL="3657600" algn="l">
              <a:lnSpc>
                <a:spcPct val="85000"/>
              </a:lnSpc>
              <a:spcBef>
                <a:spcPts val="600"/>
              </a:spcBef>
              <a:spcAft>
                <a:spcPts val="0"/>
              </a:spcAft>
              <a:buClr>
                <a:srgbClr val="262626"/>
              </a:buClr>
              <a:buSzPts val="1600"/>
              <a:buNone/>
              <a:defRPr b="1" sz="1600"/>
            </a:lvl8pPr>
            <a:lvl9pPr indent="-228600" lvl="8" marL="4114800" algn="l">
              <a:lnSpc>
                <a:spcPct val="85000"/>
              </a:lnSpc>
              <a:spcBef>
                <a:spcPts val="600"/>
              </a:spcBef>
              <a:spcAft>
                <a:spcPts val="0"/>
              </a:spcAft>
              <a:buClr>
                <a:srgbClr val="262626"/>
              </a:buClr>
              <a:buSzPts val="1600"/>
              <a:buNone/>
              <a:defRPr b="1" sz="1600"/>
            </a:lvl9pPr>
          </a:lstStyle>
          <a:p/>
        </p:txBody>
      </p:sp>
      <p:sp>
        <p:nvSpPr>
          <p:cNvPr id="48" name="Google Shape;48;p7"/>
          <p:cNvSpPr txBox="1"/>
          <p:nvPr>
            <p:ph idx="2" type="body"/>
          </p:nvPr>
        </p:nvSpPr>
        <p:spPr>
          <a:xfrm>
            <a:off x="676656" y="2753084"/>
            <a:ext cx="4663440" cy="3200400"/>
          </a:xfrm>
          <a:prstGeom prst="rect">
            <a:avLst/>
          </a:prstGeom>
          <a:noFill/>
          <a:ln>
            <a:noFill/>
          </a:ln>
        </p:spPr>
        <p:txBody>
          <a:bodyPr anchorCtr="0" anchor="t" bIns="45700" lIns="91425" spcFirstLastPara="1" rIns="91425" wrap="square" tIns="45700">
            <a:normAutofit/>
          </a:bodyPr>
          <a:lstStyle>
            <a:lvl1pPr indent="-381000" lvl="0" marL="457200" algn="l">
              <a:lnSpc>
                <a:spcPct val="85000"/>
              </a:lnSpc>
              <a:spcBef>
                <a:spcPts val="1300"/>
              </a:spcBef>
              <a:spcAft>
                <a:spcPts val="0"/>
              </a:spcAft>
              <a:buClr>
                <a:srgbClr val="262626"/>
              </a:buClr>
              <a:buSzPts val="2400"/>
              <a:buChar char=" "/>
              <a:defRPr sz="2400"/>
            </a:lvl1pPr>
            <a:lvl2pPr indent="-355600" lvl="1" marL="914400" algn="l">
              <a:lnSpc>
                <a:spcPct val="85000"/>
              </a:lnSpc>
              <a:spcBef>
                <a:spcPts val="600"/>
              </a:spcBef>
              <a:spcAft>
                <a:spcPts val="0"/>
              </a:spcAft>
              <a:buClr>
                <a:srgbClr val="262626"/>
              </a:buClr>
              <a:buSzPts val="2000"/>
              <a:buChar char=" "/>
              <a:defRPr sz="2000"/>
            </a:lvl2pPr>
            <a:lvl3pPr indent="-342900" lvl="2" marL="1371600" algn="l">
              <a:lnSpc>
                <a:spcPct val="85000"/>
              </a:lnSpc>
              <a:spcBef>
                <a:spcPts val="600"/>
              </a:spcBef>
              <a:spcAft>
                <a:spcPts val="0"/>
              </a:spcAft>
              <a:buClr>
                <a:srgbClr val="262626"/>
              </a:buClr>
              <a:buSzPts val="1800"/>
              <a:buChar char=" "/>
              <a:defRPr sz="1800"/>
            </a:lvl3pPr>
            <a:lvl4pPr indent="-330200" lvl="3" marL="1828800" algn="l">
              <a:lnSpc>
                <a:spcPct val="85000"/>
              </a:lnSpc>
              <a:spcBef>
                <a:spcPts val="600"/>
              </a:spcBef>
              <a:spcAft>
                <a:spcPts val="0"/>
              </a:spcAft>
              <a:buClr>
                <a:srgbClr val="262626"/>
              </a:buClr>
              <a:buSzPts val="1600"/>
              <a:buChar char=" "/>
              <a:defRPr sz="1600"/>
            </a:lvl4pPr>
            <a:lvl5pPr indent="-330200" lvl="4" marL="2286000" algn="l">
              <a:lnSpc>
                <a:spcPct val="85000"/>
              </a:lnSpc>
              <a:spcBef>
                <a:spcPts val="600"/>
              </a:spcBef>
              <a:spcAft>
                <a:spcPts val="0"/>
              </a:spcAft>
              <a:buClr>
                <a:srgbClr val="262626"/>
              </a:buClr>
              <a:buSzPts val="1600"/>
              <a:buChar char=" "/>
              <a:defRPr sz="1600"/>
            </a:lvl5pPr>
            <a:lvl6pPr indent="-330200" lvl="5" marL="2743200" algn="l">
              <a:lnSpc>
                <a:spcPct val="85000"/>
              </a:lnSpc>
              <a:spcBef>
                <a:spcPts val="600"/>
              </a:spcBef>
              <a:spcAft>
                <a:spcPts val="0"/>
              </a:spcAft>
              <a:buClr>
                <a:srgbClr val="262626"/>
              </a:buClr>
              <a:buSzPts val="1600"/>
              <a:buChar char=" "/>
              <a:defRPr sz="1600"/>
            </a:lvl6pPr>
            <a:lvl7pPr indent="-330200" lvl="6" marL="3200400" algn="l">
              <a:lnSpc>
                <a:spcPct val="85000"/>
              </a:lnSpc>
              <a:spcBef>
                <a:spcPts val="600"/>
              </a:spcBef>
              <a:spcAft>
                <a:spcPts val="0"/>
              </a:spcAft>
              <a:buClr>
                <a:srgbClr val="262626"/>
              </a:buClr>
              <a:buSzPts val="1600"/>
              <a:buChar char=" "/>
              <a:defRPr sz="1600"/>
            </a:lvl7pPr>
            <a:lvl8pPr indent="-330200" lvl="7" marL="3657600" algn="l">
              <a:lnSpc>
                <a:spcPct val="85000"/>
              </a:lnSpc>
              <a:spcBef>
                <a:spcPts val="600"/>
              </a:spcBef>
              <a:spcAft>
                <a:spcPts val="0"/>
              </a:spcAft>
              <a:buClr>
                <a:srgbClr val="262626"/>
              </a:buClr>
              <a:buSzPts val="1600"/>
              <a:buChar char=" "/>
              <a:defRPr sz="1600"/>
            </a:lvl8pPr>
            <a:lvl9pPr indent="-330200" lvl="8" marL="4114800" algn="l">
              <a:lnSpc>
                <a:spcPct val="85000"/>
              </a:lnSpc>
              <a:spcBef>
                <a:spcPts val="600"/>
              </a:spcBef>
              <a:spcAft>
                <a:spcPts val="0"/>
              </a:spcAft>
              <a:buClr>
                <a:srgbClr val="262626"/>
              </a:buClr>
              <a:buSzPts val="1600"/>
              <a:buChar char=" "/>
              <a:defRPr sz="1600"/>
            </a:lvl9pPr>
          </a:lstStyle>
          <a:p/>
        </p:txBody>
      </p:sp>
      <p:sp>
        <p:nvSpPr>
          <p:cNvPr id="49" name="Google Shape;49;p7"/>
          <p:cNvSpPr txBox="1"/>
          <p:nvPr>
            <p:ph idx="3" type="body"/>
          </p:nvPr>
        </p:nvSpPr>
        <p:spPr>
          <a:xfrm>
            <a:off x="6007608" y="2038435"/>
            <a:ext cx="4663440" cy="722376"/>
          </a:xfrm>
          <a:prstGeom prst="rect">
            <a:avLst/>
          </a:prstGeom>
          <a:noFill/>
          <a:ln>
            <a:noFill/>
          </a:ln>
        </p:spPr>
        <p:txBody>
          <a:bodyPr anchorCtr="0" anchor="ctr" bIns="45700" lIns="91425" spcFirstLastPara="1" rIns="91425" wrap="square" tIns="45700">
            <a:normAutofit/>
          </a:bodyPr>
          <a:lstStyle>
            <a:lvl1pPr indent="-228600" lvl="0" marL="457200" algn="l">
              <a:lnSpc>
                <a:spcPct val="85000"/>
              </a:lnSpc>
              <a:spcBef>
                <a:spcPts val="1300"/>
              </a:spcBef>
              <a:spcAft>
                <a:spcPts val="0"/>
              </a:spcAft>
              <a:buClr>
                <a:srgbClr val="262626"/>
              </a:buClr>
              <a:buSzPts val="2200"/>
              <a:buNone/>
              <a:defRPr b="0" sz="2200" cap="none">
                <a:solidFill>
                  <a:srgbClr val="262626"/>
                </a:solidFill>
                <a:latin typeface="Calibri"/>
                <a:ea typeface="Calibri"/>
                <a:cs typeface="Calibri"/>
                <a:sym typeface="Calibri"/>
              </a:defRPr>
            </a:lvl1pPr>
            <a:lvl2pPr indent="-228600" lvl="1" marL="914400" algn="l">
              <a:lnSpc>
                <a:spcPct val="85000"/>
              </a:lnSpc>
              <a:spcBef>
                <a:spcPts val="600"/>
              </a:spcBef>
              <a:spcAft>
                <a:spcPts val="0"/>
              </a:spcAft>
              <a:buClr>
                <a:srgbClr val="262626"/>
              </a:buClr>
              <a:buSzPts val="2000"/>
              <a:buNone/>
              <a:defRPr b="1" sz="2000"/>
            </a:lvl2pPr>
            <a:lvl3pPr indent="-228600" lvl="2" marL="1371600" algn="l">
              <a:lnSpc>
                <a:spcPct val="85000"/>
              </a:lnSpc>
              <a:spcBef>
                <a:spcPts val="600"/>
              </a:spcBef>
              <a:spcAft>
                <a:spcPts val="0"/>
              </a:spcAft>
              <a:buClr>
                <a:srgbClr val="262626"/>
              </a:buClr>
              <a:buSzPts val="1800"/>
              <a:buNone/>
              <a:defRPr b="1" sz="1800"/>
            </a:lvl3pPr>
            <a:lvl4pPr indent="-228600" lvl="3" marL="1828800" algn="l">
              <a:lnSpc>
                <a:spcPct val="85000"/>
              </a:lnSpc>
              <a:spcBef>
                <a:spcPts val="600"/>
              </a:spcBef>
              <a:spcAft>
                <a:spcPts val="0"/>
              </a:spcAft>
              <a:buClr>
                <a:srgbClr val="262626"/>
              </a:buClr>
              <a:buSzPts val="1600"/>
              <a:buNone/>
              <a:defRPr b="1" sz="1600"/>
            </a:lvl4pPr>
            <a:lvl5pPr indent="-228600" lvl="4" marL="2286000" algn="l">
              <a:lnSpc>
                <a:spcPct val="85000"/>
              </a:lnSpc>
              <a:spcBef>
                <a:spcPts val="600"/>
              </a:spcBef>
              <a:spcAft>
                <a:spcPts val="0"/>
              </a:spcAft>
              <a:buClr>
                <a:srgbClr val="262626"/>
              </a:buClr>
              <a:buSzPts val="1600"/>
              <a:buNone/>
              <a:defRPr b="1" sz="1600"/>
            </a:lvl5pPr>
            <a:lvl6pPr indent="-228600" lvl="5" marL="2743200" algn="l">
              <a:lnSpc>
                <a:spcPct val="85000"/>
              </a:lnSpc>
              <a:spcBef>
                <a:spcPts val="600"/>
              </a:spcBef>
              <a:spcAft>
                <a:spcPts val="0"/>
              </a:spcAft>
              <a:buClr>
                <a:srgbClr val="262626"/>
              </a:buClr>
              <a:buSzPts val="1600"/>
              <a:buNone/>
              <a:defRPr b="1" sz="1600"/>
            </a:lvl6pPr>
            <a:lvl7pPr indent="-228600" lvl="6" marL="3200400" algn="l">
              <a:lnSpc>
                <a:spcPct val="85000"/>
              </a:lnSpc>
              <a:spcBef>
                <a:spcPts val="600"/>
              </a:spcBef>
              <a:spcAft>
                <a:spcPts val="0"/>
              </a:spcAft>
              <a:buClr>
                <a:srgbClr val="262626"/>
              </a:buClr>
              <a:buSzPts val="1600"/>
              <a:buNone/>
              <a:defRPr b="1" sz="1600"/>
            </a:lvl7pPr>
            <a:lvl8pPr indent="-228600" lvl="7" marL="3657600" algn="l">
              <a:lnSpc>
                <a:spcPct val="85000"/>
              </a:lnSpc>
              <a:spcBef>
                <a:spcPts val="600"/>
              </a:spcBef>
              <a:spcAft>
                <a:spcPts val="0"/>
              </a:spcAft>
              <a:buClr>
                <a:srgbClr val="262626"/>
              </a:buClr>
              <a:buSzPts val="1600"/>
              <a:buNone/>
              <a:defRPr b="1" sz="1600"/>
            </a:lvl8pPr>
            <a:lvl9pPr indent="-228600" lvl="8" marL="4114800" algn="l">
              <a:lnSpc>
                <a:spcPct val="85000"/>
              </a:lnSpc>
              <a:spcBef>
                <a:spcPts val="600"/>
              </a:spcBef>
              <a:spcAft>
                <a:spcPts val="0"/>
              </a:spcAft>
              <a:buClr>
                <a:srgbClr val="262626"/>
              </a:buClr>
              <a:buSzPts val="1600"/>
              <a:buNone/>
              <a:defRPr b="1" sz="1600"/>
            </a:lvl9pPr>
          </a:lstStyle>
          <a:p/>
        </p:txBody>
      </p:sp>
      <p:sp>
        <p:nvSpPr>
          <p:cNvPr id="50" name="Google Shape;50;p7"/>
          <p:cNvSpPr txBox="1"/>
          <p:nvPr>
            <p:ph idx="4" type="body"/>
          </p:nvPr>
        </p:nvSpPr>
        <p:spPr>
          <a:xfrm>
            <a:off x="6007608" y="2750990"/>
            <a:ext cx="4663440" cy="3200400"/>
          </a:xfrm>
          <a:prstGeom prst="rect">
            <a:avLst/>
          </a:prstGeom>
          <a:noFill/>
          <a:ln>
            <a:noFill/>
          </a:ln>
        </p:spPr>
        <p:txBody>
          <a:bodyPr anchorCtr="0" anchor="t" bIns="45700" lIns="91425" spcFirstLastPara="1" rIns="91425" wrap="square" tIns="45700">
            <a:normAutofit/>
          </a:bodyPr>
          <a:lstStyle>
            <a:lvl1pPr indent="-381000" lvl="0" marL="457200" algn="l">
              <a:lnSpc>
                <a:spcPct val="85000"/>
              </a:lnSpc>
              <a:spcBef>
                <a:spcPts val="1300"/>
              </a:spcBef>
              <a:spcAft>
                <a:spcPts val="0"/>
              </a:spcAft>
              <a:buClr>
                <a:srgbClr val="262626"/>
              </a:buClr>
              <a:buSzPts val="2400"/>
              <a:buChar char=" "/>
              <a:defRPr sz="2400"/>
            </a:lvl1pPr>
            <a:lvl2pPr indent="-355600" lvl="1" marL="914400" algn="l">
              <a:lnSpc>
                <a:spcPct val="85000"/>
              </a:lnSpc>
              <a:spcBef>
                <a:spcPts val="600"/>
              </a:spcBef>
              <a:spcAft>
                <a:spcPts val="0"/>
              </a:spcAft>
              <a:buClr>
                <a:srgbClr val="262626"/>
              </a:buClr>
              <a:buSzPts val="2000"/>
              <a:buChar char=" "/>
              <a:defRPr sz="2000"/>
            </a:lvl2pPr>
            <a:lvl3pPr indent="-342900" lvl="2" marL="1371600" algn="l">
              <a:lnSpc>
                <a:spcPct val="85000"/>
              </a:lnSpc>
              <a:spcBef>
                <a:spcPts val="600"/>
              </a:spcBef>
              <a:spcAft>
                <a:spcPts val="0"/>
              </a:spcAft>
              <a:buClr>
                <a:srgbClr val="262626"/>
              </a:buClr>
              <a:buSzPts val="1800"/>
              <a:buChar char=" "/>
              <a:defRPr sz="1800"/>
            </a:lvl3pPr>
            <a:lvl4pPr indent="-330200" lvl="3" marL="1828800" algn="l">
              <a:lnSpc>
                <a:spcPct val="85000"/>
              </a:lnSpc>
              <a:spcBef>
                <a:spcPts val="600"/>
              </a:spcBef>
              <a:spcAft>
                <a:spcPts val="0"/>
              </a:spcAft>
              <a:buClr>
                <a:srgbClr val="262626"/>
              </a:buClr>
              <a:buSzPts val="1600"/>
              <a:buChar char=" "/>
              <a:defRPr sz="1600"/>
            </a:lvl4pPr>
            <a:lvl5pPr indent="-330200" lvl="4" marL="2286000" algn="l">
              <a:lnSpc>
                <a:spcPct val="85000"/>
              </a:lnSpc>
              <a:spcBef>
                <a:spcPts val="600"/>
              </a:spcBef>
              <a:spcAft>
                <a:spcPts val="0"/>
              </a:spcAft>
              <a:buClr>
                <a:srgbClr val="262626"/>
              </a:buClr>
              <a:buSzPts val="1600"/>
              <a:buChar char=" "/>
              <a:defRPr sz="1600"/>
            </a:lvl5pPr>
            <a:lvl6pPr indent="-330200" lvl="5" marL="2743200" algn="l">
              <a:lnSpc>
                <a:spcPct val="85000"/>
              </a:lnSpc>
              <a:spcBef>
                <a:spcPts val="600"/>
              </a:spcBef>
              <a:spcAft>
                <a:spcPts val="0"/>
              </a:spcAft>
              <a:buClr>
                <a:srgbClr val="262626"/>
              </a:buClr>
              <a:buSzPts val="1600"/>
              <a:buChar char=" "/>
              <a:defRPr sz="1600"/>
            </a:lvl6pPr>
            <a:lvl7pPr indent="-330200" lvl="6" marL="3200400" algn="l">
              <a:lnSpc>
                <a:spcPct val="85000"/>
              </a:lnSpc>
              <a:spcBef>
                <a:spcPts val="600"/>
              </a:spcBef>
              <a:spcAft>
                <a:spcPts val="0"/>
              </a:spcAft>
              <a:buClr>
                <a:srgbClr val="262626"/>
              </a:buClr>
              <a:buSzPts val="1600"/>
              <a:buChar char=" "/>
              <a:defRPr sz="1600"/>
            </a:lvl7pPr>
            <a:lvl8pPr indent="-330200" lvl="7" marL="3657600" algn="l">
              <a:lnSpc>
                <a:spcPct val="85000"/>
              </a:lnSpc>
              <a:spcBef>
                <a:spcPts val="600"/>
              </a:spcBef>
              <a:spcAft>
                <a:spcPts val="0"/>
              </a:spcAft>
              <a:buClr>
                <a:srgbClr val="262626"/>
              </a:buClr>
              <a:buSzPts val="1600"/>
              <a:buChar char=" "/>
              <a:defRPr sz="1600"/>
            </a:lvl8pPr>
            <a:lvl9pPr indent="-330200" lvl="8" marL="4114800" algn="l">
              <a:lnSpc>
                <a:spcPct val="85000"/>
              </a:lnSpc>
              <a:spcBef>
                <a:spcPts val="600"/>
              </a:spcBef>
              <a:spcAft>
                <a:spcPts val="0"/>
              </a:spcAft>
              <a:buClr>
                <a:srgbClr val="262626"/>
              </a:buClr>
              <a:buSzPts val="1600"/>
              <a:buChar char=" "/>
              <a:defRPr sz="1600"/>
            </a:lvl9pPr>
          </a:lstStyle>
          <a:p/>
        </p:txBody>
      </p:sp>
      <p:sp>
        <p:nvSpPr>
          <p:cNvPr id="51" name="Google Shape;51;p7"/>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8"/>
          <p:cNvSpPr txBox="1"/>
          <p:nvPr>
            <p:ph type="title"/>
          </p:nvPr>
        </p:nvSpPr>
        <p:spPr>
          <a:xfrm>
            <a:off x="657224" y="499533"/>
            <a:ext cx="10772775" cy="165819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9"/>
          <p:cNvSpPr/>
          <p:nvPr/>
        </p:nvSpPr>
        <p:spPr>
          <a:xfrm>
            <a:off x="7620000" y="0"/>
            <a:ext cx="45720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8261404" y="542282"/>
            <a:ext cx="3383280" cy="1920240"/>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FFFFFF"/>
              </a:buClr>
              <a:buSzPts val="4000"/>
              <a:buFont typeface="Calibri"/>
              <a:buNone/>
              <a:defRPr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762000" y="762000"/>
            <a:ext cx="6096000" cy="4572000"/>
          </a:xfrm>
          <a:prstGeom prst="rect">
            <a:avLst/>
          </a:prstGeom>
          <a:noFill/>
          <a:ln>
            <a:noFill/>
          </a:ln>
        </p:spPr>
        <p:txBody>
          <a:bodyPr anchorCtr="0" anchor="t" bIns="45700" lIns="91425" spcFirstLastPara="1" rIns="91425" wrap="square" tIns="45700">
            <a:normAutofit/>
          </a:bodyPr>
          <a:lstStyle>
            <a:lvl1pPr indent="-431800" lvl="0" marL="457200" algn="l">
              <a:lnSpc>
                <a:spcPct val="85000"/>
              </a:lnSpc>
              <a:spcBef>
                <a:spcPts val="1300"/>
              </a:spcBef>
              <a:spcAft>
                <a:spcPts val="0"/>
              </a:spcAft>
              <a:buClr>
                <a:srgbClr val="262626"/>
              </a:buClr>
              <a:buSzPts val="3200"/>
              <a:buChar char=" "/>
              <a:defRPr sz="3200"/>
            </a:lvl1pPr>
            <a:lvl2pPr indent="-406400" lvl="1" marL="914400" algn="l">
              <a:lnSpc>
                <a:spcPct val="85000"/>
              </a:lnSpc>
              <a:spcBef>
                <a:spcPts val="600"/>
              </a:spcBef>
              <a:spcAft>
                <a:spcPts val="0"/>
              </a:spcAft>
              <a:buClr>
                <a:srgbClr val="262626"/>
              </a:buClr>
              <a:buSzPts val="2800"/>
              <a:buChar char=" "/>
              <a:defRPr sz="2800"/>
            </a:lvl2pPr>
            <a:lvl3pPr indent="-381000" lvl="2" marL="1371600" algn="l">
              <a:lnSpc>
                <a:spcPct val="85000"/>
              </a:lnSpc>
              <a:spcBef>
                <a:spcPts val="600"/>
              </a:spcBef>
              <a:spcAft>
                <a:spcPts val="0"/>
              </a:spcAft>
              <a:buClr>
                <a:srgbClr val="262626"/>
              </a:buClr>
              <a:buSzPts val="2400"/>
              <a:buChar char=" "/>
              <a:defRPr sz="2400"/>
            </a:lvl3pPr>
            <a:lvl4pPr indent="-355600" lvl="3" marL="1828800" algn="l">
              <a:lnSpc>
                <a:spcPct val="85000"/>
              </a:lnSpc>
              <a:spcBef>
                <a:spcPts val="600"/>
              </a:spcBef>
              <a:spcAft>
                <a:spcPts val="0"/>
              </a:spcAft>
              <a:buClr>
                <a:srgbClr val="262626"/>
              </a:buClr>
              <a:buSzPts val="2000"/>
              <a:buChar char=" "/>
              <a:defRPr sz="2000"/>
            </a:lvl4pPr>
            <a:lvl5pPr indent="-355600" lvl="4" marL="2286000" algn="l">
              <a:lnSpc>
                <a:spcPct val="85000"/>
              </a:lnSpc>
              <a:spcBef>
                <a:spcPts val="600"/>
              </a:spcBef>
              <a:spcAft>
                <a:spcPts val="0"/>
              </a:spcAft>
              <a:buClr>
                <a:srgbClr val="262626"/>
              </a:buClr>
              <a:buSzPts val="2000"/>
              <a:buChar char=" "/>
              <a:defRPr sz="2000"/>
            </a:lvl5pPr>
            <a:lvl6pPr indent="-355600" lvl="5" marL="2743200" algn="l">
              <a:lnSpc>
                <a:spcPct val="85000"/>
              </a:lnSpc>
              <a:spcBef>
                <a:spcPts val="600"/>
              </a:spcBef>
              <a:spcAft>
                <a:spcPts val="0"/>
              </a:spcAft>
              <a:buClr>
                <a:srgbClr val="262626"/>
              </a:buClr>
              <a:buSzPts val="2000"/>
              <a:buChar char=" "/>
              <a:defRPr sz="2000"/>
            </a:lvl6pPr>
            <a:lvl7pPr indent="-355600" lvl="6" marL="3200400" algn="l">
              <a:lnSpc>
                <a:spcPct val="85000"/>
              </a:lnSpc>
              <a:spcBef>
                <a:spcPts val="600"/>
              </a:spcBef>
              <a:spcAft>
                <a:spcPts val="0"/>
              </a:spcAft>
              <a:buClr>
                <a:srgbClr val="262626"/>
              </a:buClr>
              <a:buSzPts val="2000"/>
              <a:buChar char=" "/>
              <a:defRPr sz="2000"/>
            </a:lvl7pPr>
            <a:lvl8pPr indent="-355600" lvl="7" marL="3657600" algn="l">
              <a:lnSpc>
                <a:spcPct val="85000"/>
              </a:lnSpc>
              <a:spcBef>
                <a:spcPts val="600"/>
              </a:spcBef>
              <a:spcAft>
                <a:spcPts val="0"/>
              </a:spcAft>
              <a:buClr>
                <a:srgbClr val="262626"/>
              </a:buClr>
              <a:buSzPts val="2000"/>
              <a:buChar char=" "/>
              <a:defRPr sz="2000"/>
            </a:lvl8pPr>
            <a:lvl9pPr indent="-355600" lvl="8" marL="4114800" algn="l">
              <a:lnSpc>
                <a:spcPct val="85000"/>
              </a:lnSpc>
              <a:spcBef>
                <a:spcPts val="600"/>
              </a:spcBef>
              <a:spcAft>
                <a:spcPts val="0"/>
              </a:spcAft>
              <a:buClr>
                <a:srgbClr val="262626"/>
              </a:buClr>
              <a:buSzPts val="2000"/>
              <a:buChar char=" "/>
              <a:defRPr sz="2000"/>
            </a:lvl9pPr>
          </a:lstStyle>
          <a:p/>
        </p:txBody>
      </p:sp>
      <p:sp>
        <p:nvSpPr>
          <p:cNvPr id="63" name="Google Shape;63;p9"/>
          <p:cNvSpPr txBox="1"/>
          <p:nvPr>
            <p:ph idx="2" type="body"/>
          </p:nvPr>
        </p:nvSpPr>
        <p:spPr>
          <a:xfrm>
            <a:off x="8275982" y="2511813"/>
            <a:ext cx="3398520" cy="3126987"/>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1200"/>
              </a:spcBef>
              <a:spcAft>
                <a:spcPts val="0"/>
              </a:spcAft>
              <a:buClr>
                <a:srgbClr val="262626"/>
              </a:buClr>
              <a:buSzPts val="1800"/>
              <a:buFont typeface="Calibri"/>
              <a:buNone/>
              <a:defRPr sz="1800">
                <a:solidFill>
                  <a:srgbClr val="262626"/>
                </a:solidFill>
              </a:defRPr>
            </a:lvl1pPr>
            <a:lvl2pPr indent="-228600" lvl="1" marL="914400" algn="l">
              <a:lnSpc>
                <a:spcPct val="85000"/>
              </a:lnSpc>
              <a:spcBef>
                <a:spcPts val="600"/>
              </a:spcBef>
              <a:spcAft>
                <a:spcPts val="0"/>
              </a:spcAft>
              <a:buClr>
                <a:srgbClr val="262626"/>
              </a:buClr>
              <a:buSzPts val="1200"/>
              <a:buNone/>
              <a:defRPr sz="1200"/>
            </a:lvl2pPr>
            <a:lvl3pPr indent="-228600" lvl="2" marL="1371600" algn="l">
              <a:lnSpc>
                <a:spcPct val="85000"/>
              </a:lnSpc>
              <a:spcBef>
                <a:spcPts val="600"/>
              </a:spcBef>
              <a:spcAft>
                <a:spcPts val="0"/>
              </a:spcAft>
              <a:buClr>
                <a:srgbClr val="262626"/>
              </a:buClr>
              <a:buSzPts val="1000"/>
              <a:buNone/>
              <a:defRPr sz="1000"/>
            </a:lvl3pPr>
            <a:lvl4pPr indent="-228600" lvl="3" marL="1828800" algn="l">
              <a:lnSpc>
                <a:spcPct val="85000"/>
              </a:lnSpc>
              <a:spcBef>
                <a:spcPts val="600"/>
              </a:spcBef>
              <a:spcAft>
                <a:spcPts val="0"/>
              </a:spcAft>
              <a:buClr>
                <a:srgbClr val="262626"/>
              </a:buClr>
              <a:buSzPts val="900"/>
              <a:buNone/>
              <a:defRPr sz="900"/>
            </a:lvl4pPr>
            <a:lvl5pPr indent="-228600" lvl="4" marL="2286000" algn="l">
              <a:lnSpc>
                <a:spcPct val="85000"/>
              </a:lnSpc>
              <a:spcBef>
                <a:spcPts val="600"/>
              </a:spcBef>
              <a:spcAft>
                <a:spcPts val="0"/>
              </a:spcAft>
              <a:buClr>
                <a:srgbClr val="262626"/>
              </a:buClr>
              <a:buSzPts val="900"/>
              <a:buNone/>
              <a:defRPr sz="900"/>
            </a:lvl5pPr>
            <a:lvl6pPr indent="-228600" lvl="5" marL="2743200" algn="l">
              <a:lnSpc>
                <a:spcPct val="85000"/>
              </a:lnSpc>
              <a:spcBef>
                <a:spcPts val="600"/>
              </a:spcBef>
              <a:spcAft>
                <a:spcPts val="0"/>
              </a:spcAft>
              <a:buClr>
                <a:srgbClr val="262626"/>
              </a:buClr>
              <a:buSzPts val="900"/>
              <a:buNone/>
              <a:defRPr sz="900"/>
            </a:lvl6pPr>
            <a:lvl7pPr indent="-228600" lvl="6" marL="3200400" algn="l">
              <a:lnSpc>
                <a:spcPct val="85000"/>
              </a:lnSpc>
              <a:spcBef>
                <a:spcPts val="600"/>
              </a:spcBef>
              <a:spcAft>
                <a:spcPts val="0"/>
              </a:spcAft>
              <a:buClr>
                <a:srgbClr val="262626"/>
              </a:buClr>
              <a:buSzPts val="900"/>
              <a:buNone/>
              <a:defRPr sz="900"/>
            </a:lvl7pPr>
            <a:lvl8pPr indent="-228600" lvl="7" marL="3657600" algn="l">
              <a:lnSpc>
                <a:spcPct val="85000"/>
              </a:lnSpc>
              <a:spcBef>
                <a:spcPts val="600"/>
              </a:spcBef>
              <a:spcAft>
                <a:spcPts val="0"/>
              </a:spcAft>
              <a:buClr>
                <a:srgbClr val="262626"/>
              </a:buClr>
              <a:buSzPts val="900"/>
              <a:buNone/>
              <a:defRPr sz="900"/>
            </a:lvl8pPr>
            <a:lvl9pPr indent="-228600" lvl="8" marL="4114800" algn="l">
              <a:lnSpc>
                <a:spcPct val="85000"/>
              </a:lnSpc>
              <a:spcBef>
                <a:spcPts val="600"/>
              </a:spcBef>
              <a:spcAft>
                <a:spcPts val="0"/>
              </a:spcAft>
              <a:buClr>
                <a:srgbClr val="262626"/>
              </a:buClr>
              <a:buSzPts val="900"/>
              <a:buNone/>
              <a:defRPr sz="900"/>
            </a:lvl9pPr>
          </a:lstStyle>
          <a:p/>
        </p:txBody>
      </p:sp>
      <p:sp>
        <p:nvSpPr>
          <p:cNvPr id="64" name="Google Shape;64;p9"/>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sz="10300">
                <a:solidFill>
                  <a:srgbClr val="FFFFFF"/>
                </a:solidFill>
                <a:latin typeface="Calibri"/>
                <a:ea typeface="Calibri"/>
                <a:cs typeface="Calibri"/>
                <a:sym typeface="Calibri"/>
              </a:defRPr>
            </a:lvl1pPr>
            <a:lvl2pPr indent="0" lvl="1" marL="0" algn="r">
              <a:spcBef>
                <a:spcPts val="0"/>
              </a:spcBef>
              <a:buNone/>
              <a:defRPr b="0" sz="10300">
                <a:solidFill>
                  <a:srgbClr val="FFFFFF"/>
                </a:solidFill>
                <a:latin typeface="Calibri"/>
                <a:ea typeface="Calibri"/>
                <a:cs typeface="Calibri"/>
                <a:sym typeface="Calibri"/>
              </a:defRPr>
            </a:lvl2pPr>
            <a:lvl3pPr indent="0" lvl="2" marL="0" algn="r">
              <a:spcBef>
                <a:spcPts val="0"/>
              </a:spcBef>
              <a:buNone/>
              <a:defRPr b="0" sz="10300">
                <a:solidFill>
                  <a:srgbClr val="FFFFFF"/>
                </a:solidFill>
                <a:latin typeface="Calibri"/>
                <a:ea typeface="Calibri"/>
                <a:cs typeface="Calibri"/>
                <a:sym typeface="Calibri"/>
              </a:defRPr>
            </a:lvl3pPr>
            <a:lvl4pPr indent="0" lvl="3" marL="0" algn="r">
              <a:spcBef>
                <a:spcPts val="0"/>
              </a:spcBef>
              <a:buNone/>
              <a:defRPr b="0" sz="10300">
                <a:solidFill>
                  <a:srgbClr val="FFFFFF"/>
                </a:solidFill>
                <a:latin typeface="Calibri"/>
                <a:ea typeface="Calibri"/>
                <a:cs typeface="Calibri"/>
                <a:sym typeface="Calibri"/>
              </a:defRPr>
            </a:lvl4pPr>
            <a:lvl5pPr indent="0" lvl="4" marL="0" algn="r">
              <a:spcBef>
                <a:spcPts val="0"/>
              </a:spcBef>
              <a:buNone/>
              <a:defRPr b="0" sz="10300">
                <a:solidFill>
                  <a:srgbClr val="FFFFFF"/>
                </a:solidFill>
                <a:latin typeface="Calibri"/>
                <a:ea typeface="Calibri"/>
                <a:cs typeface="Calibri"/>
                <a:sym typeface="Calibri"/>
              </a:defRPr>
            </a:lvl5pPr>
            <a:lvl6pPr indent="0" lvl="5" marL="0" algn="r">
              <a:spcBef>
                <a:spcPts val="0"/>
              </a:spcBef>
              <a:buNone/>
              <a:defRPr b="0" sz="10300">
                <a:solidFill>
                  <a:srgbClr val="FFFFFF"/>
                </a:solidFill>
                <a:latin typeface="Calibri"/>
                <a:ea typeface="Calibri"/>
                <a:cs typeface="Calibri"/>
                <a:sym typeface="Calibri"/>
              </a:defRPr>
            </a:lvl6pPr>
            <a:lvl7pPr indent="0" lvl="6" marL="0" algn="r">
              <a:spcBef>
                <a:spcPts val="0"/>
              </a:spcBef>
              <a:buNone/>
              <a:defRPr b="0" sz="10300">
                <a:solidFill>
                  <a:srgbClr val="FFFFFF"/>
                </a:solidFill>
                <a:latin typeface="Calibri"/>
                <a:ea typeface="Calibri"/>
                <a:cs typeface="Calibri"/>
                <a:sym typeface="Calibri"/>
              </a:defRPr>
            </a:lvl7pPr>
            <a:lvl8pPr indent="0" lvl="7" marL="0" algn="r">
              <a:spcBef>
                <a:spcPts val="0"/>
              </a:spcBef>
              <a:buNone/>
              <a:defRPr b="0" sz="10300">
                <a:solidFill>
                  <a:srgbClr val="FFFFFF"/>
                </a:solidFill>
                <a:latin typeface="Calibri"/>
                <a:ea typeface="Calibri"/>
                <a:cs typeface="Calibri"/>
                <a:sym typeface="Calibri"/>
              </a:defRPr>
            </a:lvl8pPr>
            <a:lvl9pPr indent="0" lvl="8" marL="0" algn="r">
              <a:spcBef>
                <a:spcPts val="0"/>
              </a:spcBef>
              <a:buNone/>
              <a:defRPr b="0" sz="103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accent1"/>
        </a:solidFill>
      </p:bgPr>
    </p:bg>
    <p:spTree>
      <p:nvGrpSpPr>
        <p:cNvPr id="67" name="Shape 67"/>
        <p:cNvGrpSpPr/>
        <p:nvPr/>
      </p:nvGrpSpPr>
      <p:grpSpPr>
        <a:xfrm>
          <a:off x="0" y="0"/>
          <a:ext cx="0" cy="0"/>
          <a:chOff x="0" y="0"/>
          <a:chExt cx="0" cy="0"/>
        </a:xfrm>
      </p:grpSpPr>
      <p:sp>
        <p:nvSpPr>
          <p:cNvPr id="68" name="Google Shape;68;p10"/>
          <p:cNvSpPr txBox="1"/>
          <p:nvPr>
            <p:ph type="title"/>
          </p:nvPr>
        </p:nvSpPr>
        <p:spPr>
          <a:xfrm>
            <a:off x="649224" y="5418667"/>
            <a:ext cx="10780776" cy="613283"/>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200"/>
              <a:buFont typeface="Calibri"/>
              <a:buNone/>
              <a:defRPr b="0" sz="32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p:nvPr>
            <p:ph idx="2" type="pic"/>
          </p:nvPr>
        </p:nvSpPr>
        <p:spPr>
          <a:xfrm>
            <a:off x="0" y="0"/>
            <a:ext cx="12192000" cy="5330952"/>
          </a:xfrm>
          <a:prstGeom prst="rect">
            <a:avLst/>
          </a:prstGeom>
          <a:solidFill>
            <a:srgbClr val="B7E0E9"/>
          </a:solidFill>
          <a:ln>
            <a:noFill/>
          </a:ln>
        </p:spPr>
      </p:sp>
      <p:sp>
        <p:nvSpPr>
          <p:cNvPr id="70" name="Google Shape;70;p10"/>
          <p:cNvSpPr txBox="1"/>
          <p:nvPr>
            <p:ph idx="1" type="body"/>
          </p:nvPr>
        </p:nvSpPr>
        <p:spPr>
          <a:xfrm>
            <a:off x="676656" y="5909735"/>
            <a:ext cx="9229344" cy="533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00"/>
              </a:spcBef>
              <a:spcAft>
                <a:spcPts val="0"/>
              </a:spcAft>
              <a:buClr>
                <a:srgbClr val="262626"/>
              </a:buClr>
              <a:buSzPts val="1400"/>
              <a:buNone/>
              <a:defRPr sz="1400">
                <a:solidFill>
                  <a:srgbClr val="262626"/>
                </a:solidFill>
              </a:defRPr>
            </a:lvl1pPr>
            <a:lvl2pPr indent="-228600" lvl="1" marL="914400" algn="l">
              <a:lnSpc>
                <a:spcPct val="85000"/>
              </a:lnSpc>
              <a:spcBef>
                <a:spcPts val="600"/>
              </a:spcBef>
              <a:spcAft>
                <a:spcPts val="0"/>
              </a:spcAft>
              <a:buClr>
                <a:srgbClr val="262626"/>
              </a:buClr>
              <a:buSzPts val="1200"/>
              <a:buNone/>
              <a:defRPr sz="1200"/>
            </a:lvl2pPr>
            <a:lvl3pPr indent="-228600" lvl="2" marL="1371600" algn="l">
              <a:lnSpc>
                <a:spcPct val="85000"/>
              </a:lnSpc>
              <a:spcBef>
                <a:spcPts val="600"/>
              </a:spcBef>
              <a:spcAft>
                <a:spcPts val="0"/>
              </a:spcAft>
              <a:buClr>
                <a:srgbClr val="262626"/>
              </a:buClr>
              <a:buSzPts val="1000"/>
              <a:buNone/>
              <a:defRPr sz="1000"/>
            </a:lvl3pPr>
            <a:lvl4pPr indent="-228600" lvl="3" marL="1828800" algn="l">
              <a:lnSpc>
                <a:spcPct val="85000"/>
              </a:lnSpc>
              <a:spcBef>
                <a:spcPts val="600"/>
              </a:spcBef>
              <a:spcAft>
                <a:spcPts val="0"/>
              </a:spcAft>
              <a:buClr>
                <a:srgbClr val="262626"/>
              </a:buClr>
              <a:buSzPts val="900"/>
              <a:buNone/>
              <a:defRPr sz="900"/>
            </a:lvl4pPr>
            <a:lvl5pPr indent="-228600" lvl="4" marL="2286000" algn="l">
              <a:lnSpc>
                <a:spcPct val="85000"/>
              </a:lnSpc>
              <a:spcBef>
                <a:spcPts val="600"/>
              </a:spcBef>
              <a:spcAft>
                <a:spcPts val="0"/>
              </a:spcAft>
              <a:buClr>
                <a:srgbClr val="262626"/>
              </a:buClr>
              <a:buSzPts val="900"/>
              <a:buNone/>
              <a:defRPr sz="900"/>
            </a:lvl5pPr>
            <a:lvl6pPr indent="-228600" lvl="5" marL="2743200" algn="l">
              <a:lnSpc>
                <a:spcPct val="85000"/>
              </a:lnSpc>
              <a:spcBef>
                <a:spcPts val="600"/>
              </a:spcBef>
              <a:spcAft>
                <a:spcPts val="0"/>
              </a:spcAft>
              <a:buClr>
                <a:srgbClr val="262626"/>
              </a:buClr>
              <a:buSzPts val="900"/>
              <a:buNone/>
              <a:defRPr sz="900"/>
            </a:lvl6pPr>
            <a:lvl7pPr indent="-228600" lvl="6" marL="3200400" algn="l">
              <a:lnSpc>
                <a:spcPct val="85000"/>
              </a:lnSpc>
              <a:spcBef>
                <a:spcPts val="600"/>
              </a:spcBef>
              <a:spcAft>
                <a:spcPts val="0"/>
              </a:spcAft>
              <a:buClr>
                <a:srgbClr val="262626"/>
              </a:buClr>
              <a:buSzPts val="900"/>
              <a:buNone/>
              <a:defRPr sz="900"/>
            </a:lvl7pPr>
            <a:lvl8pPr indent="-228600" lvl="7" marL="3657600" algn="l">
              <a:lnSpc>
                <a:spcPct val="85000"/>
              </a:lnSpc>
              <a:spcBef>
                <a:spcPts val="600"/>
              </a:spcBef>
              <a:spcAft>
                <a:spcPts val="0"/>
              </a:spcAft>
              <a:buClr>
                <a:srgbClr val="262626"/>
              </a:buClr>
              <a:buSzPts val="900"/>
              <a:buNone/>
              <a:defRPr sz="900"/>
            </a:lvl8pPr>
            <a:lvl9pPr indent="-228600" lvl="8" marL="4114800" algn="l">
              <a:lnSpc>
                <a:spcPct val="85000"/>
              </a:lnSpc>
              <a:spcBef>
                <a:spcPts val="600"/>
              </a:spcBef>
              <a:spcAft>
                <a:spcPts val="0"/>
              </a:spcAft>
              <a:buClr>
                <a:srgbClr val="262626"/>
              </a:buClr>
              <a:buSzPts val="900"/>
              <a:buNone/>
              <a:defRPr sz="900"/>
            </a:lvl9pPr>
          </a:lstStyle>
          <a:p/>
        </p:txBody>
      </p:sp>
      <p:sp>
        <p:nvSpPr>
          <p:cNvPr id="71" name="Google Shape;71;p10"/>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sz="10300">
                <a:solidFill>
                  <a:srgbClr val="FFFFFF"/>
                </a:solidFill>
                <a:latin typeface="Calibri"/>
                <a:ea typeface="Calibri"/>
                <a:cs typeface="Calibri"/>
                <a:sym typeface="Calibri"/>
              </a:defRPr>
            </a:lvl1pPr>
            <a:lvl2pPr indent="0" lvl="1" marL="0" algn="r">
              <a:spcBef>
                <a:spcPts val="0"/>
              </a:spcBef>
              <a:buNone/>
              <a:defRPr b="0" sz="10300">
                <a:solidFill>
                  <a:srgbClr val="FFFFFF"/>
                </a:solidFill>
                <a:latin typeface="Calibri"/>
                <a:ea typeface="Calibri"/>
                <a:cs typeface="Calibri"/>
                <a:sym typeface="Calibri"/>
              </a:defRPr>
            </a:lvl2pPr>
            <a:lvl3pPr indent="0" lvl="2" marL="0" algn="r">
              <a:spcBef>
                <a:spcPts val="0"/>
              </a:spcBef>
              <a:buNone/>
              <a:defRPr b="0" sz="10300">
                <a:solidFill>
                  <a:srgbClr val="FFFFFF"/>
                </a:solidFill>
                <a:latin typeface="Calibri"/>
                <a:ea typeface="Calibri"/>
                <a:cs typeface="Calibri"/>
                <a:sym typeface="Calibri"/>
              </a:defRPr>
            </a:lvl3pPr>
            <a:lvl4pPr indent="0" lvl="3" marL="0" algn="r">
              <a:spcBef>
                <a:spcPts val="0"/>
              </a:spcBef>
              <a:buNone/>
              <a:defRPr b="0" sz="10300">
                <a:solidFill>
                  <a:srgbClr val="FFFFFF"/>
                </a:solidFill>
                <a:latin typeface="Calibri"/>
                <a:ea typeface="Calibri"/>
                <a:cs typeface="Calibri"/>
                <a:sym typeface="Calibri"/>
              </a:defRPr>
            </a:lvl4pPr>
            <a:lvl5pPr indent="0" lvl="4" marL="0" algn="r">
              <a:spcBef>
                <a:spcPts val="0"/>
              </a:spcBef>
              <a:buNone/>
              <a:defRPr b="0" sz="10300">
                <a:solidFill>
                  <a:srgbClr val="FFFFFF"/>
                </a:solidFill>
                <a:latin typeface="Calibri"/>
                <a:ea typeface="Calibri"/>
                <a:cs typeface="Calibri"/>
                <a:sym typeface="Calibri"/>
              </a:defRPr>
            </a:lvl5pPr>
            <a:lvl6pPr indent="0" lvl="5" marL="0" algn="r">
              <a:spcBef>
                <a:spcPts val="0"/>
              </a:spcBef>
              <a:buNone/>
              <a:defRPr b="0" sz="10300">
                <a:solidFill>
                  <a:srgbClr val="FFFFFF"/>
                </a:solidFill>
                <a:latin typeface="Calibri"/>
                <a:ea typeface="Calibri"/>
                <a:cs typeface="Calibri"/>
                <a:sym typeface="Calibri"/>
              </a:defRPr>
            </a:lvl6pPr>
            <a:lvl7pPr indent="0" lvl="6" marL="0" algn="r">
              <a:spcBef>
                <a:spcPts val="0"/>
              </a:spcBef>
              <a:buNone/>
              <a:defRPr b="0" sz="10300">
                <a:solidFill>
                  <a:srgbClr val="FFFFFF"/>
                </a:solidFill>
                <a:latin typeface="Calibri"/>
                <a:ea typeface="Calibri"/>
                <a:cs typeface="Calibri"/>
                <a:sym typeface="Calibri"/>
              </a:defRPr>
            </a:lvl7pPr>
            <a:lvl8pPr indent="0" lvl="7" marL="0" algn="r">
              <a:spcBef>
                <a:spcPts val="0"/>
              </a:spcBef>
              <a:buNone/>
              <a:defRPr b="0" sz="10300">
                <a:solidFill>
                  <a:srgbClr val="FFFFFF"/>
                </a:solidFill>
                <a:latin typeface="Calibri"/>
                <a:ea typeface="Calibri"/>
                <a:cs typeface="Calibri"/>
                <a:sym typeface="Calibri"/>
              </a:defRPr>
            </a:lvl8pPr>
            <a:lvl9pPr indent="0" lvl="8" marL="0" algn="r">
              <a:spcBef>
                <a:spcPts val="0"/>
              </a:spcBef>
              <a:buNone/>
              <a:defRPr b="0" sz="103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1"/>
          <p:cNvSpPr txBox="1"/>
          <p:nvPr>
            <p:ph type="title"/>
          </p:nvPr>
        </p:nvSpPr>
        <p:spPr>
          <a:xfrm>
            <a:off x="657224" y="499533"/>
            <a:ext cx="10772775" cy="165819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1"/>
          <p:cNvSpPr txBox="1"/>
          <p:nvPr>
            <p:ph idx="1" type="body"/>
          </p:nvPr>
        </p:nvSpPr>
        <p:spPr>
          <a:xfrm rot="5400000">
            <a:off x="4170426" y="-1482090"/>
            <a:ext cx="3766185" cy="10753725"/>
          </a:xfrm>
          <a:prstGeom prst="rect">
            <a:avLst/>
          </a:prstGeom>
          <a:noFill/>
          <a:ln>
            <a:noFill/>
          </a:ln>
        </p:spPr>
        <p:txBody>
          <a:bodyPr anchorCtr="0" anchor="t" bIns="45700" lIns="91425" spcFirstLastPara="1" rIns="91425" wrap="square" tIns="45700">
            <a:normAutofit/>
          </a:bodyPr>
          <a:lstStyle>
            <a:lvl1pPr indent="-342900" lvl="0" marL="457200" algn="l">
              <a:lnSpc>
                <a:spcPct val="85000"/>
              </a:lnSpc>
              <a:spcBef>
                <a:spcPts val="1300"/>
              </a:spcBef>
              <a:spcAft>
                <a:spcPts val="0"/>
              </a:spcAft>
              <a:buClr>
                <a:srgbClr val="262626"/>
              </a:buClr>
              <a:buSzPts val="1800"/>
              <a:buChar char=" "/>
              <a:defRPr/>
            </a:lvl1pPr>
            <a:lvl2pPr indent="-342900" lvl="1" marL="914400" algn="l">
              <a:lnSpc>
                <a:spcPct val="85000"/>
              </a:lnSpc>
              <a:spcBef>
                <a:spcPts val="600"/>
              </a:spcBef>
              <a:spcAft>
                <a:spcPts val="0"/>
              </a:spcAft>
              <a:buClr>
                <a:srgbClr val="262626"/>
              </a:buClr>
              <a:buSzPts val="1800"/>
              <a:buChar char=" "/>
              <a:defRPr/>
            </a:lvl2pPr>
            <a:lvl3pPr indent="-342900" lvl="2" marL="1371600" algn="l">
              <a:lnSpc>
                <a:spcPct val="85000"/>
              </a:lnSpc>
              <a:spcBef>
                <a:spcPts val="600"/>
              </a:spcBef>
              <a:spcAft>
                <a:spcPts val="0"/>
              </a:spcAft>
              <a:buClr>
                <a:srgbClr val="262626"/>
              </a:buClr>
              <a:buSzPts val="1800"/>
              <a:buChar char=" "/>
              <a:defRPr/>
            </a:lvl3pPr>
            <a:lvl4pPr indent="-342900" lvl="3" marL="1828800" algn="l">
              <a:lnSpc>
                <a:spcPct val="85000"/>
              </a:lnSpc>
              <a:spcBef>
                <a:spcPts val="600"/>
              </a:spcBef>
              <a:spcAft>
                <a:spcPts val="0"/>
              </a:spcAft>
              <a:buClr>
                <a:srgbClr val="262626"/>
              </a:buClr>
              <a:buSzPts val="1800"/>
              <a:buChar char=" "/>
              <a:defRPr/>
            </a:lvl4pPr>
            <a:lvl5pPr indent="-342900" lvl="4" marL="2286000" algn="l">
              <a:lnSpc>
                <a:spcPct val="85000"/>
              </a:lnSpc>
              <a:spcBef>
                <a:spcPts val="600"/>
              </a:spcBef>
              <a:spcAft>
                <a:spcPts val="0"/>
              </a:spcAft>
              <a:buClr>
                <a:srgbClr val="262626"/>
              </a:buClr>
              <a:buSzPts val="1800"/>
              <a:buChar char=" "/>
              <a:defRPr/>
            </a:lvl5pPr>
            <a:lvl6pPr indent="-342900" lvl="5" marL="2743200" algn="l">
              <a:lnSpc>
                <a:spcPct val="85000"/>
              </a:lnSpc>
              <a:spcBef>
                <a:spcPts val="600"/>
              </a:spcBef>
              <a:spcAft>
                <a:spcPts val="0"/>
              </a:spcAft>
              <a:buClr>
                <a:srgbClr val="262626"/>
              </a:buClr>
              <a:buSzPts val="1800"/>
              <a:buChar char=" "/>
              <a:defRPr/>
            </a:lvl6pPr>
            <a:lvl7pPr indent="-342900" lvl="6" marL="3200400" algn="l">
              <a:lnSpc>
                <a:spcPct val="85000"/>
              </a:lnSpc>
              <a:spcBef>
                <a:spcPts val="600"/>
              </a:spcBef>
              <a:spcAft>
                <a:spcPts val="0"/>
              </a:spcAft>
              <a:buClr>
                <a:srgbClr val="262626"/>
              </a:buClr>
              <a:buSzPts val="1800"/>
              <a:buChar char=" "/>
              <a:defRPr/>
            </a:lvl7pPr>
            <a:lvl8pPr indent="-342900" lvl="7" marL="3657600" algn="l">
              <a:lnSpc>
                <a:spcPct val="85000"/>
              </a:lnSpc>
              <a:spcBef>
                <a:spcPts val="600"/>
              </a:spcBef>
              <a:spcAft>
                <a:spcPts val="0"/>
              </a:spcAft>
              <a:buClr>
                <a:srgbClr val="262626"/>
              </a:buClr>
              <a:buSzPts val="1800"/>
              <a:buChar char=" "/>
              <a:defRPr/>
            </a:lvl8pPr>
            <a:lvl9pPr indent="-342900" lvl="8" marL="4114800" algn="l">
              <a:lnSpc>
                <a:spcPct val="85000"/>
              </a:lnSpc>
              <a:spcBef>
                <a:spcPts val="600"/>
              </a:spcBef>
              <a:spcAft>
                <a:spcPts val="0"/>
              </a:spcAft>
              <a:buClr>
                <a:srgbClr val="262626"/>
              </a:buClr>
              <a:buSzPts val="1800"/>
              <a:buChar char=" "/>
              <a:defRPr/>
            </a:lvl9pPr>
          </a:lstStyle>
          <a:p/>
        </p:txBody>
      </p:sp>
      <p:sp>
        <p:nvSpPr>
          <p:cNvPr id="77" name="Google Shape;77;p11"/>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2"/>
          <p:cNvSpPr txBox="1"/>
          <p:nvPr>
            <p:ph type="title"/>
          </p:nvPr>
        </p:nvSpPr>
        <p:spPr>
          <a:xfrm rot="5400000">
            <a:off x="7658100" y="1781175"/>
            <a:ext cx="4800600" cy="262890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2"/>
          <p:cNvSpPr txBox="1"/>
          <p:nvPr>
            <p:ph idx="1" type="body"/>
          </p:nvPr>
        </p:nvSpPr>
        <p:spPr>
          <a:xfrm rot="5400000">
            <a:off x="1938338" y="-452437"/>
            <a:ext cx="5400675"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85000"/>
              </a:lnSpc>
              <a:spcBef>
                <a:spcPts val="1300"/>
              </a:spcBef>
              <a:spcAft>
                <a:spcPts val="0"/>
              </a:spcAft>
              <a:buClr>
                <a:srgbClr val="262626"/>
              </a:buClr>
              <a:buSzPts val="1800"/>
              <a:buChar char=" "/>
              <a:defRPr/>
            </a:lvl1pPr>
            <a:lvl2pPr indent="-342900" lvl="1" marL="914400" algn="l">
              <a:lnSpc>
                <a:spcPct val="85000"/>
              </a:lnSpc>
              <a:spcBef>
                <a:spcPts val="600"/>
              </a:spcBef>
              <a:spcAft>
                <a:spcPts val="0"/>
              </a:spcAft>
              <a:buClr>
                <a:srgbClr val="262626"/>
              </a:buClr>
              <a:buSzPts val="1800"/>
              <a:buChar char=" "/>
              <a:defRPr/>
            </a:lvl2pPr>
            <a:lvl3pPr indent="-342900" lvl="2" marL="1371600" algn="l">
              <a:lnSpc>
                <a:spcPct val="85000"/>
              </a:lnSpc>
              <a:spcBef>
                <a:spcPts val="600"/>
              </a:spcBef>
              <a:spcAft>
                <a:spcPts val="0"/>
              </a:spcAft>
              <a:buClr>
                <a:srgbClr val="262626"/>
              </a:buClr>
              <a:buSzPts val="1800"/>
              <a:buChar char=" "/>
              <a:defRPr/>
            </a:lvl3pPr>
            <a:lvl4pPr indent="-342900" lvl="3" marL="1828800" algn="l">
              <a:lnSpc>
                <a:spcPct val="85000"/>
              </a:lnSpc>
              <a:spcBef>
                <a:spcPts val="600"/>
              </a:spcBef>
              <a:spcAft>
                <a:spcPts val="0"/>
              </a:spcAft>
              <a:buClr>
                <a:srgbClr val="262626"/>
              </a:buClr>
              <a:buSzPts val="1800"/>
              <a:buChar char=" "/>
              <a:defRPr/>
            </a:lvl4pPr>
            <a:lvl5pPr indent="-342900" lvl="4" marL="2286000" algn="l">
              <a:lnSpc>
                <a:spcPct val="85000"/>
              </a:lnSpc>
              <a:spcBef>
                <a:spcPts val="600"/>
              </a:spcBef>
              <a:spcAft>
                <a:spcPts val="0"/>
              </a:spcAft>
              <a:buClr>
                <a:srgbClr val="262626"/>
              </a:buClr>
              <a:buSzPts val="1800"/>
              <a:buChar char=" "/>
              <a:defRPr/>
            </a:lvl5pPr>
            <a:lvl6pPr indent="-342900" lvl="5" marL="2743200" algn="l">
              <a:lnSpc>
                <a:spcPct val="85000"/>
              </a:lnSpc>
              <a:spcBef>
                <a:spcPts val="600"/>
              </a:spcBef>
              <a:spcAft>
                <a:spcPts val="0"/>
              </a:spcAft>
              <a:buClr>
                <a:srgbClr val="262626"/>
              </a:buClr>
              <a:buSzPts val="1800"/>
              <a:buChar char=" "/>
              <a:defRPr/>
            </a:lvl6pPr>
            <a:lvl7pPr indent="-342900" lvl="6" marL="3200400" algn="l">
              <a:lnSpc>
                <a:spcPct val="85000"/>
              </a:lnSpc>
              <a:spcBef>
                <a:spcPts val="600"/>
              </a:spcBef>
              <a:spcAft>
                <a:spcPts val="0"/>
              </a:spcAft>
              <a:buClr>
                <a:srgbClr val="262626"/>
              </a:buClr>
              <a:buSzPts val="1800"/>
              <a:buChar char=" "/>
              <a:defRPr/>
            </a:lvl7pPr>
            <a:lvl8pPr indent="-342900" lvl="7" marL="3657600" algn="l">
              <a:lnSpc>
                <a:spcPct val="85000"/>
              </a:lnSpc>
              <a:spcBef>
                <a:spcPts val="600"/>
              </a:spcBef>
              <a:spcAft>
                <a:spcPts val="0"/>
              </a:spcAft>
              <a:buClr>
                <a:srgbClr val="262626"/>
              </a:buClr>
              <a:buSzPts val="1800"/>
              <a:buChar char=" "/>
              <a:defRPr/>
            </a:lvl8pPr>
            <a:lvl9pPr indent="-342900" lvl="8" marL="4114800" algn="l">
              <a:lnSpc>
                <a:spcPct val="85000"/>
              </a:lnSpc>
              <a:spcBef>
                <a:spcPts val="600"/>
              </a:spcBef>
              <a:spcAft>
                <a:spcPts val="0"/>
              </a:spcAft>
              <a:buClr>
                <a:srgbClr val="262626"/>
              </a:buClr>
              <a:buSzPts val="1800"/>
              <a:buChar char=" "/>
              <a:defRPr/>
            </a:lvl9pPr>
          </a:lstStyle>
          <a:p/>
        </p:txBody>
      </p:sp>
      <p:sp>
        <p:nvSpPr>
          <p:cNvPr id="83" name="Google Shape;83;p12"/>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57224" y="499533"/>
            <a:ext cx="10772775" cy="1658198"/>
          </a:xfrm>
          <a:prstGeom prst="rect">
            <a:avLst/>
          </a:prstGeom>
          <a:noFill/>
          <a:ln>
            <a:noFill/>
          </a:ln>
        </p:spPr>
        <p:txBody>
          <a:bodyPr anchorCtr="0" anchor="ctr" bIns="45700" lIns="91425" spcFirstLastPara="1" rIns="91425" wrap="square" tIns="45700">
            <a:normAutofit/>
          </a:bodyPr>
          <a:lstStyle>
            <a:lvl1pPr lvl="0" marR="0" rtl="0" algn="l">
              <a:lnSpc>
                <a:spcPct val="85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76656" y="2011680"/>
            <a:ext cx="10753725" cy="3766185"/>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85000"/>
              </a:lnSpc>
              <a:spcBef>
                <a:spcPts val="1300"/>
              </a:spcBef>
              <a:spcAft>
                <a:spcPts val="0"/>
              </a:spcAft>
              <a:buClr>
                <a:srgbClr val="262626"/>
              </a:buClr>
              <a:buSzPts val="2400"/>
              <a:buFont typeface="Arial"/>
              <a:buChar char=" "/>
              <a:defRPr b="0" i="0" sz="2400" u="none" cap="none" strike="noStrike">
                <a:solidFill>
                  <a:srgbClr val="262626"/>
                </a:solidFill>
                <a:latin typeface="Calibri"/>
                <a:ea typeface="Calibri"/>
                <a:cs typeface="Calibri"/>
                <a:sym typeface="Calibri"/>
              </a:defRPr>
            </a:lvl1pPr>
            <a:lvl2pPr indent="-381000" lvl="1" marL="914400" marR="0" rtl="0" algn="l">
              <a:lnSpc>
                <a:spcPct val="85000"/>
              </a:lnSpc>
              <a:spcBef>
                <a:spcPts val="600"/>
              </a:spcBef>
              <a:spcAft>
                <a:spcPts val="0"/>
              </a:spcAft>
              <a:buClr>
                <a:srgbClr val="262626"/>
              </a:buClr>
              <a:buSzPts val="2400"/>
              <a:buFont typeface="Arial"/>
              <a:buChar char=" "/>
              <a:defRPr b="0" i="0" sz="2400" u="none" cap="none" strike="noStrike">
                <a:solidFill>
                  <a:srgbClr val="262626"/>
                </a:solidFill>
                <a:latin typeface="Calibri"/>
                <a:ea typeface="Calibri"/>
                <a:cs typeface="Calibri"/>
                <a:sym typeface="Calibri"/>
              </a:defRPr>
            </a:lvl2pPr>
            <a:lvl3pPr indent="-355600" lvl="2" marL="1371600" marR="0" rtl="0" algn="l">
              <a:lnSpc>
                <a:spcPct val="85000"/>
              </a:lnSpc>
              <a:spcBef>
                <a:spcPts val="600"/>
              </a:spcBef>
              <a:spcAft>
                <a:spcPts val="0"/>
              </a:spcAft>
              <a:buClr>
                <a:srgbClr val="262626"/>
              </a:buClr>
              <a:buSzPts val="2000"/>
              <a:buFont typeface="Arial"/>
              <a:buChar char=" "/>
              <a:defRPr b="0" i="1" sz="2000" u="none" cap="none" strike="noStrike">
                <a:solidFill>
                  <a:srgbClr val="262626"/>
                </a:solidFill>
                <a:latin typeface="Calibri"/>
                <a:ea typeface="Calibri"/>
                <a:cs typeface="Calibri"/>
                <a:sym typeface="Calibri"/>
              </a:defRPr>
            </a:lvl3pPr>
            <a:lvl4pPr indent="-342900" lvl="3" marL="1828800" marR="0" rtl="0" algn="l">
              <a:lnSpc>
                <a:spcPct val="85000"/>
              </a:lnSpc>
              <a:spcBef>
                <a:spcPts val="600"/>
              </a:spcBef>
              <a:spcAft>
                <a:spcPts val="0"/>
              </a:spcAft>
              <a:buClr>
                <a:srgbClr val="262626"/>
              </a:buClr>
              <a:buSzPts val="1800"/>
              <a:buFont typeface="Arial"/>
              <a:buChar char=" "/>
              <a:defRPr b="0" i="0" sz="1800" u="none" cap="none" strike="noStrike">
                <a:solidFill>
                  <a:srgbClr val="262626"/>
                </a:solidFill>
                <a:latin typeface="Calibri"/>
                <a:ea typeface="Calibri"/>
                <a:cs typeface="Calibri"/>
                <a:sym typeface="Calibri"/>
              </a:defRPr>
            </a:lvl4pPr>
            <a:lvl5pPr indent="-342900" lvl="4" marL="2286000" marR="0" rtl="0" algn="l">
              <a:lnSpc>
                <a:spcPct val="85000"/>
              </a:lnSpc>
              <a:spcBef>
                <a:spcPts val="600"/>
              </a:spcBef>
              <a:spcAft>
                <a:spcPts val="0"/>
              </a:spcAft>
              <a:buClr>
                <a:srgbClr val="262626"/>
              </a:buClr>
              <a:buSzPts val="1800"/>
              <a:buFont typeface="Arial"/>
              <a:buChar char=" "/>
              <a:defRPr b="0" i="0" sz="1800" u="none" cap="none" strike="noStrike">
                <a:solidFill>
                  <a:srgbClr val="262626"/>
                </a:solidFill>
                <a:latin typeface="Calibri"/>
                <a:ea typeface="Calibri"/>
                <a:cs typeface="Calibri"/>
                <a:sym typeface="Calibri"/>
              </a:defRPr>
            </a:lvl5pPr>
            <a:lvl6pPr indent="-342900" lvl="5" marL="2743200" marR="0" rtl="0" algn="l">
              <a:lnSpc>
                <a:spcPct val="85000"/>
              </a:lnSpc>
              <a:spcBef>
                <a:spcPts val="600"/>
              </a:spcBef>
              <a:spcAft>
                <a:spcPts val="0"/>
              </a:spcAft>
              <a:buClr>
                <a:srgbClr val="262626"/>
              </a:buClr>
              <a:buSzPts val="1800"/>
              <a:buFont typeface="Arial"/>
              <a:buChar char=" "/>
              <a:defRPr b="0" i="0" sz="1800" u="none" cap="none" strike="noStrike">
                <a:solidFill>
                  <a:srgbClr val="262626"/>
                </a:solidFill>
                <a:latin typeface="Calibri"/>
                <a:ea typeface="Calibri"/>
                <a:cs typeface="Calibri"/>
                <a:sym typeface="Calibri"/>
              </a:defRPr>
            </a:lvl6pPr>
            <a:lvl7pPr indent="-342900" lvl="6" marL="3200400" marR="0" rtl="0" algn="l">
              <a:lnSpc>
                <a:spcPct val="85000"/>
              </a:lnSpc>
              <a:spcBef>
                <a:spcPts val="600"/>
              </a:spcBef>
              <a:spcAft>
                <a:spcPts val="0"/>
              </a:spcAft>
              <a:buClr>
                <a:srgbClr val="262626"/>
              </a:buClr>
              <a:buSzPts val="1800"/>
              <a:buFont typeface="Arial"/>
              <a:buChar char=" "/>
              <a:defRPr b="0" i="0" sz="1800" u="none" cap="none" strike="noStrike">
                <a:solidFill>
                  <a:srgbClr val="262626"/>
                </a:solidFill>
                <a:latin typeface="Calibri"/>
                <a:ea typeface="Calibri"/>
                <a:cs typeface="Calibri"/>
                <a:sym typeface="Calibri"/>
              </a:defRPr>
            </a:lvl7pPr>
            <a:lvl8pPr indent="-342900" lvl="7" marL="3657600" marR="0" rtl="0" algn="l">
              <a:lnSpc>
                <a:spcPct val="85000"/>
              </a:lnSpc>
              <a:spcBef>
                <a:spcPts val="600"/>
              </a:spcBef>
              <a:spcAft>
                <a:spcPts val="0"/>
              </a:spcAft>
              <a:buClr>
                <a:srgbClr val="262626"/>
              </a:buClr>
              <a:buSzPts val="1800"/>
              <a:buFont typeface="Arial"/>
              <a:buChar char=" "/>
              <a:defRPr b="0" i="0" sz="1800" u="none" cap="none" strike="noStrike">
                <a:solidFill>
                  <a:srgbClr val="262626"/>
                </a:solidFill>
                <a:latin typeface="Calibri"/>
                <a:ea typeface="Calibri"/>
                <a:cs typeface="Calibri"/>
                <a:sym typeface="Calibri"/>
              </a:defRPr>
            </a:lvl8pPr>
            <a:lvl9pPr indent="-342900" lvl="8" marL="4114800" marR="0" rtl="0" algn="l">
              <a:lnSpc>
                <a:spcPct val="85000"/>
              </a:lnSpc>
              <a:spcBef>
                <a:spcPts val="600"/>
              </a:spcBef>
              <a:spcAft>
                <a:spcPts val="0"/>
              </a:spcAft>
              <a:buClr>
                <a:srgbClr val="262626"/>
              </a:buClr>
              <a:buSzPts val="1800"/>
              <a:buFont typeface="Arial"/>
              <a:buChar char=" "/>
              <a:defRPr b="0" i="0" sz="1800" u="none" cap="none" strike="noStrike">
                <a:solidFill>
                  <a:srgbClr val="262626"/>
                </a:solidFill>
                <a:latin typeface="Calibri"/>
                <a:ea typeface="Calibri"/>
                <a:cs typeface="Calibri"/>
                <a:sym typeface="Calibri"/>
              </a:defRPr>
            </a:lvl9pPr>
          </a:lstStyle>
          <a:p/>
        </p:txBody>
      </p:sp>
      <p:sp>
        <p:nvSpPr>
          <p:cNvPr id="12" name="Google Shape;12;p1"/>
          <p:cNvSpPr txBox="1"/>
          <p:nvPr>
            <p:ph idx="10" type="dt"/>
          </p:nvPr>
        </p:nvSpPr>
        <p:spPr>
          <a:xfrm>
            <a:off x="685800" y="6412447"/>
            <a:ext cx="4114800" cy="228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5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685800" y="6554697"/>
            <a:ext cx="5029200" cy="228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5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763926" y="5876412"/>
            <a:ext cx="2926080" cy="1397039"/>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10300" u="none" cap="none" strike="noStrike">
                <a:solidFill>
                  <a:schemeClr val="accent1"/>
                </a:solidFill>
                <a:latin typeface="Calibri"/>
                <a:ea typeface="Calibri"/>
                <a:cs typeface="Calibri"/>
                <a:sym typeface="Calibri"/>
              </a:defRPr>
            </a:lvl1pPr>
            <a:lvl2pPr indent="0" lvl="1" marL="0" marR="0" rtl="0" algn="r">
              <a:spcBef>
                <a:spcPts val="0"/>
              </a:spcBef>
              <a:buNone/>
              <a:defRPr b="0" i="0" sz="10300" u="none" cap="none" strike="noStrike">
                <a:solidFill>
                  <a:schemeClr val="accent1"/>
                </a:solidFill>
                <a:latin typeface="Calibri"/>
                <a:ea typeface="Calibri"/>
                <a:cs typeface="Calibri"/>
                <a:sym typeface="Calibri"/>
              </a:defRPr>
            </a:lvl2pPr>
            <a:lvl3pPr indent="0" lvl="2" marL="0" marR="0" rtl="0" algn="r">
              <a:spcBef>
                <a:spcPts val="0"/>
              </a:spcBef>
              <a:buNone/>
              <a:defRPr b="0" i="0" sz="10300" u="none" cap="none" strike="noStrike">
                <a:solidFill>
                  <a:schemeClr val="accent1"/>
                </a:solidFill>
                <a:latin typeface="Calibri"/>
                <a:ea typeface="Calibri"/>
                <a:cs typeface="Calibri"/>
                <a:sym typeface="Calibri"/>
              </a:defRPr>
            </a:lvl3pPr>
            <a:lvl4pPr indent="0" lvl="3" marL="0" marR="0" rtl="0" algn="r">
              <a:spcBef>
                <a:spcPts val="0"/>
              </a:spcBef>
              <a:buNone/>
              <a:defRPr b="0" i="0" sz="10300" u="none" cap="none" strike="noStrike">
                <a:solidFill>
                  <a:schemeClr val="accent1"/>
                </a:solidFill>
                <a:latin typeface="Calibri"/>
                <a:ea typeface="Calibri"/>
                <a:cs typeface="Calibri"/>
                <a:sym typeface="Calibri"/>
              </a:defRPr>
            </a:lvl4pPr>
            <a:lvl5pPr indent="0" lvl="4" marL="0" marR="0" rtl="0" algn="r">
              <a:spcBef>
                <a:spcPts val="0"/>
              </a:spcBef>
              <a:buNone/>
              <a:defRPr b="0" i="0" sz="10300" u="none" cap="none" strike="noStrike">
                <a:solidFill>
                  <a:schemeClr val="accent1"/>
                </a:solidFill>
                <a:latin typeface="Calibri"/>
                <a:ea typeface="Calibri"/>
                <a:cs typeface="Calibri"/>
                <a:sym typeface="Calibri"/>
              </a:defRPr>
            </a:lvl5pPr>
            <a:lvl6pPr indent="0" lvl="5" marL="0" marR="0" rtl="0" algn="r">
              <a:spcBef>
                <a:spcPts val="0"/>
              </a:spcBef>
              <a:buNone/>
              <a:defRPr b="0" i="0" sz="10300" u="none" cap="none" strike="noStrike">
                <a:solidFill>
                  <a:schemeClr val="accent1"/>
                </a:solidFill>
                <a:latin typeface="Calibri"/>
                <a:ea typeface="Calibri"/>
                <a:cs typeface="Calibri"/>
                <a:sym typeface="Calibri"/>
              </a:defRPr>
            </a:lvl6pPr>
            <a:lvl7pPr indent="0" lvl="6" marL="0" marR="0" rtl="0" algn="r">
              <a:spcBef>
                <a:spcPts val="0"/>
              </a:spcBef>
              <a:buNone/>
              <a:defRPr b="0" i="0" sz="10300" u="none" cap="none" strike="noStrike">
                <a:solidFill>
                  <a:schemeClr val="accent1"/>
                </a:solidFill>
                <a:latin typeface="Calibri"/>
                <a:ea typeface="Calibri"/>
                <a:cs typeface="Calibri"/>
                <a:sym typeface="Calibri"/>
              </a:defRPr>
            </a:lvl7pPr>
            <a:lvl8pPr indent="0" lvl="7" marL="0" marR="0" rtl="0" algn="r">
              <a:spcBef>
                <a:spcPts val="0"/>
              </a:spcBef>
              <a:buNone/>
              <a:defRPr b="0" i="0" sz="10300" u="none" cap="none" strike="noStrike">
                <a:solidFill>
                  <a:schemeClr val="accent1"/>
                </a:solidFill>
                <a:latin typeface="Calibri"/>
                <a:ea typeface="Calibri"/>
                <a:cs typeface="Calibri"/>
                <a:sym typeface="Calibri"/>
              </a:defRPr>
            </a:lvl8pPr>
            <a:lvl9pPr indent="0" lvl="8" marL="0" marR="0" rtl="0" algn="r">
              <a:spcBef>
                <a:spcPts val="0"/>
              </a:spcBef>
              <a:buNone/>
              <a:defRPr b="0" i="0" sz="10300" u="none" cap="none" strike="noStrike">
                <a:solidFill>
                  <a:schemeClr val="accen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jpg"/><Relationship Id="rId4" Type="http://schemas.openxmlformats.org/officeDocument/2006/relationships/image" Target="../media/image1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7.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8.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2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3"/>
          <p:cNvSpPr txBox="1"/>
          <p:nvPr>
            <p:ph type="ctrTitle"/>
          </p:nvPr>
        </p:nvSpPr>
        <p:spPr>
          <a:xfrm>
            <a:off x="1524000" y="1946822"/>
            <a:ext cx="9144000" cy="2387600"/>
          </a:xfrm>
          <a:prstGeom prst="rect">
            <a:avLst/>
          </a:prstGeom>
          <a:noFill/>
          <a:ln>
            <a:noFill/>
          </a:ln>
        </p:spPr>
        <p:txBody>
          <a:bodyPr anchorCtr="0" anchor="b" bIns="45700" lIns="91425" spcFirstLastPara="1" rIns="91425" wrap="square" tIns="45700">
            <a:noAutofit/>
          </a:bodyPr>
          <a:lstStyle/>
          <a:p>
            <a:pPr indent="0" lvl="0" marL="0" rtl="0" algn="l">
              <a:lnSpc>
                <a:spcPct val="80000"/>
              </a:lnSpc>
              <a:spcBef>
                <a:spcPts val="0"/>
              </a:spcBef>
              <a:spcAft>
                <a:spcPts val="0"/>
              </a:spcAft>
              <a:buClr>
                <a:srgbClr val="FFFFFF"/>
              </a:buClr>
              <a:buSzPts val="8800"/>
              <a:buFont typeface="Calibri"/>
              <a:buNone/>
            </a:pPr>
            <a:r>
              <a:rPr lang="en-US"/>
              <a:t>Module 2</a:t>
            </a:r>
            <a:br>
              <a:rPr lang="en-US"/>
            </a:br>
            <a:r>
              <a:rPr lang="en-US"/>
              <a:t>Syntax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657224" y="499533"/>
            <a:ext cx="10772775" cy="69508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Clr>
                <a:srgbClr val="215E6A"/>
              </a:buClr>
              <a:buSzPct val="100000"/>
              <a:buFont typeface="Calibri"/>
              <a:buNone/>
            </a:pPr>
            <a:r>
              <a:rPr b="1" lang="en-US">
                <a:solidFill>
                  <a:srgbClr val="215E6A"/>
                </a:solidFill>
              </a:rPr>
              <a:t>Syllabus:</a:t>
            </a:r>
            <a:endParaRPr b="1">
              <a:solidFill>
                <a:srgbClr val="215E6A"/>
              </a:solidFill>
            </a:endParaRPr>
          </a:p>
        </p:txBody>
      </p:sp>
      <p:sp>
        <p:nvSpPr>
          <p:cNvPr id="96" name="Google Shape;96;p14"/>
          <p:cNvSpPr txBox="1"/>
          <p:nvPr>
            <p:ph idx="1" type="body"/>
          </p:nvPr>
        </p:nvSpPr>
        <p:spPr>
          <a:xfrm>
            <a:off x="676656" y="1474840"/>
            <a:ext cx="10753725" cy="4303026"/>
          </a:xfrm>
          <a:prstGeom prst="rect">
            <a:avLst/>
          </a:prstGeom>
          <a:noFill/>
          <a:ln>
            <a:noFill/>
          </a:ln>
        </p:spPr>
        <p:txBody>
          <a:bodyPr anchorCtr="0" anchor="t" bIns="45700" lIns="91425" spcFirstLastPara="1" rIns="91425" wrap="square" tIns="45700">
            <a:normAutofit/>
          </a:bodyPr>
          <a:lstStyle/>
          <a:p>
            <a:pPr indent="-203200" lvl="0" marL="91440" rtl="0" algn="just">
              <a:lnSpc>
                <a:spcPct val="85000"/>
              </a:lnSpc>
              <a:spcBef>
                <a:spcPts val="0"/>
              </a:spcBef>
              <a:spcAft>
                <a:spcPts val="0"/>
              </a:spcAft>
              <a:buClr>
                <a:srgbClr val="262626"/>
              </a:buClr>
              <a:buSzPts val="3200"/>
              <a:buFont typeface="Noto Sans Symbols"/>
              <a:buChar char="⮚"/>
            </a:pPr>
            <a:r>
              <a:rPr lang="en-US" sz="3200"/>
              <a:t>Introduction</a:t>
            </a:r>
            <a:endParaRPr/>
          </a:p>
          <a:p>
            <a:pPr indent="-203200" lvl="0" marL="91440" rtl="0" algn="just">
              <a:lnSpc>
                <a:spcPct val="85000"/>
              </a:lnSpc>
              <a:spcBef>
                <a:spcPts val="1300"/>
              </a:spcBef>
              <a:spcAft>
                <a:spcPts val="0"/>
              </a:spcAft>
              <a:buClr>
                <a:srgbClr val="262626"/>
              </a:buClr>
              <a:buSzPts val="3200"/>
              <a:buFont typeface="Noto Sans Symbols"/>
              <a:buChar char="⮚"/>
            </a:pPr>
            <a:r>
              <a:rPr lang="en-US" sz="3200"/>
              <a:t>Context Free Grammars</a:t>
            </a:r>
            <a:endParaRPr/>
          </a:p>
          <a:p>
            <a:pPr indent="-203200" lvl="0" marL="91440" rtl="0" algn="just">
              <a:lnSpc>
                <a:spcPct val="85000"/>
              </a:lnSpc>
              <a:spcBef>
                <a:spcPts val="1300"/>
              </a:spcBef>
              <a:spcAft>
                <a:spcPts val="0"/>
              </a:spcAft>
              <a:buClr>
                <a:srgbClr val="262626"/>
              </a:buClr>
              <a:buSzPts val="3200"/>
              <a:buFont typeface="Noto Sans Symbols"/>
              <a:buChar char="⮚"/>
            </a:pPr>
            <a:r>
              <a:rPr lang="en-US" sz="3200"/>
              <a:t>Writing a Grammar</a:t>
            </a:r>
            <a:endParaRPr/>
          </a:p>
          <a:p>
            <a:pPr indent="-203200" lvl="0" marL="91440" rtl="0" algn="just">
              <a:lnSpc>
                <a:spcPct val="85000"/>
              </a:lnSpc>
              <a:spcBef>
                <a:spcPts val="1300"/>
              </a:spcBef>
              <a:spcAft>
                <a:spcPts val="0"/>
              </a:spcAft>
              <a:buClr>
                <a:srgbClr val="262626"/>
              </a:buClr>
              <a:buSzPts val="3200"/>
              <a:buFont typeface="Noto Sans Symbols"/>
              <a:buChar char="⮚"/>
            </a:pPr>
            <a:r>
              <a:rPr lang="en-US" sz="3200"/>
              <a:t>Top-down Parsers</a:t>
            </a:r>
            <a:endParaRPr/>
          </a:p>
          <a:p>
            <a:pPr indent="-203200" lvl="0" marL="91440" rtl="0" algn="just">
              <a:lnSpc>
                <a:spcPct val="85000"/>
              </a:lnSpc>
              <a:spcBef>
                <a:spcPts val="1300"/>
              </a:spcBef>
              <a:spcAft>
                <a:spcPts val="0"/>
              </a:spcAft>
              <a:buClr>
                <a:srgbClr val="262626"/>
              </a:buClr>
              <a:buSzPts val="3200"/>
              <a:buFont typeface="Noto Sans Symbols"/>
              <a:buChar char="⮚"/>
            </a:pPr>
            <a:r>
              <a:rPr lang="en-US" sz="3200"/>
              <a:t>Bottom-up Parsers</a:t>
            </a: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838200" y="365125"/>
            <a:ext cx="10515600" cy="874739"/>
          </a:xfrm>
          <a:prstGeom prst="rect">
            <a:avLst/>
          </a:prstGeom>
          <a:noFill/>
          <a:ln>
            <a:noFill/>
          </a:ln>
        </p:spPr>
        <p:txBody>
          <a:bodyPr anchorCtr="0" anchor="ctr" bIns="45700" lIns="91425" spcFirstLastPara="1" rIns="91425" wrap="square" tIns="45700">
            <a:normAutofit/>
          </a:bodyPr>
          <a:lstStyle/>
          <a:p>
            <a:pPr indent="0" lvl="0" marL="0" rtl="0" algn="just">
              <a:lnSpc>
                <a:spcPct val="85000"/>
              </a:lnSpc>
              <a:spcBef>
                <a:spcPts val="0"/>
              </a:spcBef>
              <a:spcAft>
                <a:spcPts val="0"/>
              </a:spcAft>
              <a:buClr>
                <a:srgbClr val="215E6A"/>
              </a:buClr>
              <a:buSzPts val="5400"/>
              <a:buFont typeface="Calibri"/>
              <a:buNone/>
            </a:pPr>
            <a:r>
              <a:rPr b="1" lang="en-US">
                <a:solidFill>
                  <a:srgbClr val="215E6A"/>
                </a:solidFill>
              </a:rPr>
              <a:t>The Role of the Parser:</a:t>
            </a:r>
            <a:endParaRPr b="1">
              <a:solidFill>
                <a:srgbClr val="215E6A"/>
              </a:solidFill>
            </a:endParaRPr>
          </a:p>
        </p:txBody>
      </p:sp>
      <p:sp>
        <p:nvSpPr>
          <p:cNvPr id="102" name="Google Shape;102;p15"/>
          <p:cNvSpPr txBox="1"/>
          <p:nvPr>
            <p:ph idx="1" type="body"/>
          </p:nvPr>
        </p:nvSpPr>
        <p:spPr>
          <a:xfrm>
            <a:off x="838200" y="1533832"/>
            <a:ext cx="10515600" cy="4643131"/>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b="1" lang="en-US" sz="2800"/>
              <a:t>Definition: </a:t>
            </a:r>
            <a:r>
              <a:rPr b="1" lang="en-US" sz="2800">
                <a:solidFill>
                  <a:srgbClr val="FF0000"/>
                </a:solidFill>
              </a:rPr>
              <a:t>Parsing</a:t>
            </a:r>
            <a:r>
              <a:rPr b="1" lang="en-US" sz="2800"/>
              <a:t> </a:t>
            </a:r>
            <a:r>
              <a:rPr lang="en-US" sz="2800"/>
              <a:t>is the process of getting tokens from the lexical analyser and obtains a derivation for the sequence of tokens and builds a parse tree.</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Thus, if the program is synthetically correct, the parse tree is generated.</a:t>
            </a:r>
            <a:endParaRPr/>
          </a:p>
          <a:p>
            <a:pPr indent="-177800" lvl="0" marL="91440" rtl="0" algn="just">
              <a:lnSpc>
                <a:spcPct val="85000"/>
              </a:lnSpc>
              <a:spcBef>
                <a:spcPts val="1300"/>
              </a:spcBef>
              <a:spcAft>
                <a:spcPts val="0"/>
              </a:spcAft>
              <a:buClr>
                <a:srgbClr val="262626"/>
              </a:buClr>
              <a:buSzPts val="2800"/>
              <a:buFont typeface="Arial"/>
              <a:buChar char="•"/>
            </a:pPr>
            <a:r>
              <a:rPr lang="en-US" sz="2800"/>
              <a:t>If a derivation for the sequence of tokens does not exist, i.e., if the program is synthetically wrong, it results in syntax error and the parser displays the appropriate error messages.</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 </a:t>
            </a:r>
            <a:r>
              <a:rPr b="1" lang="en-US" sz="2800"/>
              <a:t>parse tree</a:t>
            </a:r>
            <a:r>
              <a:rPr lang="en-US" sz="2800"/>
              <a:t> is also called as </a:t>
            </a:r>
            <a:r>
              <a:rPr b="1" lang="en-US" sz="2800"/>
              <a:t>syntax tree</a:t>
            </a:r>
            <a:r>
              <a:rPr lang="en-US" sz="2800"/>
              <a:t>.</a:t>
            </a:r>
            <a:endParaRPr/>
          </a:p>
          <a:p>
            <a:pPr indent="-177800" lvl="0" marL="91440" rtl="0" algn="just">
              <a:lnSpc>
                <a:spcPct val="85000"/>
              </a:lnSpc>
              <a:spcBef>
                <a:spcPts val="1300"/>
              </a:spcBef>
              <a:spcAft>
                <a:spcPts val="0"/>
              </a:spcAft>
              <a:buClr>
                <a:srgbClr val="262626"/>
              </a:buClr>
              <a:buSzPts val="2800"/>
              <a:buFont typeface="Arial"/>
              <a:buChar char="•"/>
            </a:pPr>
            <a:r>
              <a:rPr b="1" lang="en-US" sz="2800"/>
              <a:t>Parser</a:t>
            </a:r>
            <a:r>
              <a:rPr lang="en-US" sz="2800"/>
              <a:t> also called </a:t>
            </a:r>
            <a:r>
              <a:rPr b="1" lang="en-US" sz="2800"/>
              <a:t>syntax analyser </a:t>
            </a:r>
            <a:r>
              <a:rPr lang="en-US" sz="2800"/>
              <a:t>this is the one which does parsing.</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pic>
        <p:nvPicPr>
          <p:cNvPr descr="A diagram of a system&#10;&#10;AI-generated content may be incorrect." id="107" name="Google Shape;107;p16"/>
          <p:cNvPicPr preferRelativeResize="0"/>
          <p:nvPr/>
        </p:nvPicPr>
        <p:blipFill rotWithShape="1">
          <a:blip r:embed="rId3">
            <a:alphaModFix/>
          </a:blip>
          <a:srcRect b="6965" l="0" r="0" t="18048"/>
          <a:stretch/>
        </p:blipFill>
        <p:spPr>
          <a:xfrm>
            <a:off x="464948" y="402956"/>
            <a:ext cx="11484245" cy="6168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idx="1" type="body"/>
          </p:nvPr>
        </p:nvSpPr>
        <p:spPr>
          <a:xfrm>
            <a:off x="604434" y="542442"/>
            <a:ext cx="11081288" cy="5873857"/>
          </a:xfrm>
          <a:prstGeom prst="rect">
            <a:avLst/>
          </a:prstGeom>
          <a:noFill/>
          <a:ln>
            <a:noFill/>
          </a:ln>
        </p:spPr>
        <p:txBody>
          <a:bodyPr anchorCtr="0" anchor="t" bIns="45700" lIns="91425" spcFirstLastPara="1" rIns="91425" wrap="square" tIns="45700">
            <a:noAutofit/>
          </a:bodyPr>
          <a:lstStyle/>
          <a:p>
            <a:pPr indent="-171450" lvl="0" marL="91440" rtl="0" algn="l">
              <a:lnSpc>
                <a:spcPct val="85000"/>
              </a:lnSpc>
              <a:spcBef>
                <a:spcPts val="0"/>
              </a:spcBef>
              <a:spcAft>
                <a:spcPts val="0"/>
              </a:spcAft>
              <a:buClr>
                <a:srgbClr val="262626"/>
              </a:buClr>
              <a:buSzPts val="2700"/>
              <a:buChar char=" "/>
            </a:pPr>
            <a:r>
              <a:rPr lang="en-US" sz="2700"/>
              <a:t>There are 3 general types of parsers for grammars:</a:t>
            </a:r>
            <a:endParaRPr/>
          </a:p>
          <a:p>
            <a:pPr indent="-514350" lvl="0" marL="514350" rtl="0" algn="l">
              <a:lnSpc>
                <a:spcPct val="85000"/>
              </a:lnSpc>
              <a:spcBef>
                <a:spcPts val="1300"/>
              </a:spcBef>
              <a:spcAft>
                <a:spcPts val="0"/>
              </a:spcAft>
              <a:buClr>
                <a:srgbClr val="262626"/>
              </a:buClr>
              <a:buSzPts val="2700"/>
              <a:buFont typeface="Calibri"/>
              <a:buAutoNum type="arabicPeriod"/>
            </a:pPr>
            <a:r>
              <a:rPr lang="en-US" sz="2700"/>
              <a:t>Universal,</a:t>
            </a:r>
            <a:endParaRPr/>
          </a:p>
          <a:p>
            <a:pPr indent="-514350" lvl="0" marL="514350" rtl="0" algn="l">
              <a:lnSpc>
                <a:spcPct val="85000"/>
              </a:lnSpc>
              <a:spcBef>
                <a:spcPts val="1300"/>
              </a:spcBef>
              <a:spcAft>
                <a:spcPts val="0"/>
              </a:spcAft>
              <a:buClr>
                <a:srgbClr val="262626"/>
              </a:buClr>
              <a:buSzPts val="2700"/>
              <a:buFont typeface="Calibri"/>
              <a:buAutoNum type="arabicPeriod"/>
            </a:pPr>
            <a:r>
              <a:rPr lang="en-US" sz="2700"/>
              <a:t>Top-down, and</a:t>
            </a:r>
            <a:endParaRPr sz="2700"/>
          </a:p>
          <a:p>
            <a:pPr indent="-514350" lvl="0" marL="514350" rtl="0" algn="l">
              <a:lnSpc>
                <a:spcPct val="85000"/>
              </a:lnSpc>
              <a:spcBef>
                <a:spcPts val="1300"/>
              </a:spcBef>
              <a:spcAft>
                <a:spcPts val="0"/>
              </a:spcAft>
              <a:buClr>
                <a:srgbClr val="262626"/>
              </a:buClr>
              <a:buSzPts val="2700"/>
              <a:buFont typeface="Calibri"/>
              <a:buAutoNum type="arabicPeriod"/>
            </a:pPr>
            <a:r>
              <a:rPr lang="en-US" sz="2700"/>
              <a:t>Bottom-up.</a:t>
            </a:r>
            <a:endParaRPr/>
          </a:p>
          <a:p>
            <a:pPr indent="-171450" lvl="0" marL="91440" rtl="0" algn="l">
              <a:lnSpc>
                <a:spcPct val="85000"/>
              </a:lnSpc>
              <a:spcBef>
                <a:spcPts val="1300"/>
              </a:spcBef>
              <a:spcAft>
                <a:spcPts val="0"/>
              </a:spcAft>
              <a:buClr>
                <a:srgbClr val="262626"/>
              </a:buClr>
              <a:buSzPts val="2700"/>
              <a:buFont typeface="Arial"/>
              <a:buChar char="•"/>
            </a:pPr>
            <a:r>
              <a:rPr b="1" lang="en-US" sz="2700"/>
              <a:t>Universal parsing </a:t>
            </a:r>
            <a:r>
              <a:rPr lang="en-US" sz="2700"/>
              <a:t>methods such as the Cocke-Younger-Kasami algorithm and Earley’s algorithm can pass any grammar. These methods are inefficient.</a:t>
            </a:r>
            <a:endParaRPr/>
          </a:p>
          <a:p>
            <a:pPr indent="-171450" lvl="0" marL="91440" rtl="0" algn="l">
              <a:lnSpc>
                <a:spcPct val="85000"/>
              </a:lnSpc>
              <a:spcBef>
                <a:spcPts val="1300"/>
              </a:spcBef>
              <a:spcAft>
                <a:spcPts val="0"/>
              </a:spcAft>
              <a:buClr>
                <a:srgbClr val="262626"/>
              </a:buClr>
              <a:buSzPts val="2700"/>
              <a:buFont typeface="Arial"/>
              <a:buChar char="•"/>
            </a:pPr>
            <a:r>
              <a:rPr lang="en-US" sz="2700"/>
              <a:t>The methods commonly used in compilers can be classified as being either </a:t>
            </a:r>
            <a:r>
              <a:rPr b="1" lang="en-US" sz="2700"/>
              <a:t>top-down </a:t>
            </a:r>
            <a:r>
              <a:rPr lang="en-US" sz="2700"/>
              <a:t>or </a:t>
            </a:r>
            <a:r>
              <a:rPr b="1" lang="en-US" sz="2700"/>
              <a:t>bottom-up</a:t>
            </a:r>
            <a:r>
              <a:rPr lang="en-US" sz="2700"/>
              <a:t>.</a:t>
            </a:r>
            <a:endParaRPr/>
          </a:p>
          <a:p>
            <a:pPr indent="-171450" lvl="0" marL="91440" rtl="0" algn="l">
              <a:lnSpc>
                <a:spcPct val="85000"/>
              </a:lnSpc>
              <a:spcBef>
                <a:spcPts val="1300"/>
              </a:spcBef>
              <a:spcAft>
                <a:spcPts val="0"/>
              </a:spcAft>
              <a:buClr>
                <a:srgbClr val="262626"/>
              </a:buClr>
              <a:buSzPts val="2700"/>
              <a:buFont typeface="Arial"/>
              <a:buChar char="•"/>
            </a:pPr>
            <a:r>
              <a:rPr b="1" lang="en-US" sz="2700"/>
              <a:t>Top-down method </a:t>
            </a:r>
            <a:r>
              <a:rPr lang="en-US" sz="2700"/>
              <a:t>builds parse trees from the top(root) to the bottom(leaves), while </a:t>
            </a:r>
            <a:r>
              <a:rPr b="1" lang="en-US" sz="2700"/>
              <a:t>bottom-up </a:t>
            </a:r>
            <a:r>
              <a:rPr lang="en-US" sz="2700"/>
              <a:t>method start from the leaves and work their way up to the root.</a:t>
            </a:r>
            <a:endParaRPr/>
          </a:p>
          <a:p>
            <a:pPr indent="-171450" lvl="0" marL="91440" rtl="0" algn="l">
              <a:lnSpc>
                <a:spcPct val="85000"/>
              </a:lnSpc>
              <a:spcBef>
                <a:spcPts val="1300"/>
              </a:spcBef>
              <a:spcAft>
                <a:spcPts val="0"/>
              </a:spcAft>
              <a:buClr>
                <a:srgbClr val="262626"/>
              </a:buClr>
              <a:buSzPts val="2700"/>
              <a:buFont typeface="Arial"/>
              <a:buChar char="•"/>
            </a:pPr>
            <a:r>
              <a:rPr lang="en-US" sz="2700"/>
              <a:t>In either case, the input to the parser is scanned from left to right, one symbol at a time.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838200" y="365126"/>
            <a:ext cx="10515600" cy="797248"/>
          </a:xfrm>
          <a:prstGeom prst="rect">
            <a:avLst/>
          </a:prstGeom>
          <a:noFill/>
          <a:ln>
            <a:noFill/>
          </a:ln>
        </p:spPr>
        <p:txBody>
          <a:bodyPr anchorCtr="0" anchor="ctr" bIns="45700" lIns="91425" spcFirstLastPara="1" rIns="91425" wrap="square" tIns="45700">
            <a:normAutofit/>
          </a:bodyPr>
          <a:lstStyle/>
          <a:p>
            <a:pPr indent="0" lvl="0" marL="0" rtl="0" algn="just">
              <a:lnSpc>
                <a:spcPct val="85000"/>
              </a:lnSpc>
              <a:spcBef>
                <a:spcPts val="0"/>
              </a:spcBef>
              <a:spcAft>
                <a:spcPts val="0"/>
              </a:spcAft>
              <a:buClr>
                <a:srgbClr val="215E6A"/>
              </a:buClr>
              <a:buSzPts val="5400"/>
              <a:buFont typeface="Calibri"/>
              <a:buNone/>
            </a:pPr>
            <a:r>
              <a:rPr b="1" lang="en-US">
                <a:solidFill>
                  <a:srgbClr val="215E6A"/>
                </a:solidFill>
              </a:rPr>
              <a:t>Representative Grammar:</a:t>
            </a:r>
            <a:endParaRPr b="1">
              <a:solidFill>
                <a:srgbClr val="215E6A"/>
              </a:solidFill>
            </a:endParaRPr>
          </a:p>
        </p:txBody>
      </p:sp>
      <p:sp>
        <p:nvSpPr>
          <p:cNvPr id="119" name="Google Shape;119;p18"/>
          <p:cNvSpPr txBox="1"/>
          <p:nvPr>
            <p:ph idx="1" type="body"/>
          </p:nvPr>
        </p:nvSpPr>
        <p:spPr>
          <a:xfrm>
            <a:off x="838200" y="1363851"/>
            <a:ext cx="10515600" cy="4813112"/>
          </a:xfrm>
          <a:prstGeom prst="rect">
            <a:avLst/>
          </a:prstGeom>
          <a:noFill/>
          <a:ln>
            <a:noFill/>
          </a:ln>
        </p:spPr>
        <p:txBody>
          <a:bodyPr anchorCtr="0" anchor="t" bIns="45700" lIns="91425" spcFirstLastPara="1" rIns="91425" wrap="square" tIns="45700">
            <a:normAutofit lnSpcReduction="10000"/>
          </a:bodyPr>
          <a:lstStyle/>
          <a:p>
            <a:pPr indent="-177800" lvl="0" marL="91440" rtl="0" algn="just">
              <a:lnSpc>
                <a:spcPct val="85000"/>
              </a:lnSpc>
              <a:spcBef>
                <a:spcPts val="0"/>
              </a:spcBef>
              <a:spcAft>
                <a:spcPts val="0"/>
              </a:spcAft>
              <a:buClr>
                <a:srgbClr val="262626"/>
              </a:buClr>
              <a:buSzPts val="2800"/>
              <a:buFont typeface="Arial"/>
              <a:buChar char="•"/>
            </a:pPr>
            <a:r>
              <a:rPr lang="en-US" sz="2800"/>
              <a:t>Constructs that begin with keywords like while or int, are relatively easy to parse, because the keyword guides the choice of the grammar production that must be applied to match the input.</a:t>
            </a:r>
            <a:endParaRPr/>
          </a:p>
          <a:p>
            <a:pPr indent="-177800" lvl="0" marL="91440" rtl="0" algn="just">
              <a:lnSpc>
                <a:spcPct val="85000"/>
              </a:lnSpc>
              <a:spcBef>
                <a:spcPts val="1300"/>
              </a:spcBef>
              <a:spcAft>
                <a:spcPts val="0"/>
              </a:spcAft>
              <a:buClr>
                <a:srgbClr val="262626"/>
              </a:buClr>
              <a:buSzPts val="2800"/>
              <a:buFont typeface="Arial"/>
              <a:buChar char="•"/>
            </a:pPr>
            <a:r>
              <a:rPr lang="en-US" sz="2800"/>
              <a:t>Associativity and precedence are captured in the following grammar:</a:t>
            </a:r>
            <a:endParaRPr/>
          </a:p>
          <a:p>
            <a:pPr indent="0" lvl="0" marL="91440" rtl="0" algn="just">
              <a:lnSpc>
                <a:spcPct val="85000"/>
              </a:lnSpc>
              <a:spcBef>
                <a:spcPts val="1300"/>
              </a:spcBef>
              <a:spcAft>
                <a:spcPts val="0"/>
              </a:spcAft>
              <a:buClr>
                <a:srgbClr val="262626"/>
              </a:buClr>
              <a:buSzPts val="2800"/>
              <a:buFont typeface="Arial"/>
              <a:buNone/>
            </a:pPr>
            <a:r>
              <a:t/>
            </a:r>
            <a:endParaRPr sz="2800"/>
          </a:p>
          <a:p>
            <a:pPr indent="0" lvl="0" marL="91440" rtl="0" algn="just">
              <a:lnSpc>
                <a:spcPct val="85000"/>
              </a:lnSpc>
              <a:spcBef>
                <a:spcPts val="1300"/>
              </a:spcBef>
              <a:spcAft>
                <a:spcPts val="0"/>
              </a:spcAft>
              <a:buClr>
                <a:srgbClr val="262626"/>
              </a:buClr>
              <a:buSzPts val="2800"/>
              <a:buFont typeface="Arial"/>
              <a:buNone/>
            </a:pPr>
            <a:r>
              <a:t/>
            </a:r>
            <a:endParaRPr sz="2800"/>
          </a:p>
          <a:p>
            <a:pPr indent="0" lvl="0" marL="91440" rtl="0" algn="just">
              <a:lnSpc>
                <a:spcPct val="85000"/>
              </a:lnSpc>
              <a:spcBef>
                <a:spcPts val="1300"/>
              </a:spcBef>
              <a:spcAft>
                <a:spcPts val="0"/>
              </a:spcAft>
              <a:buClr>
                <a:srgbClr val="262626"/>
              </a:buClr>
              <a:buSzPts val="2800"/>
              <a:buFont typeface="Arial"/>
              <a:buNone/>
            </a:pPr>
            <a:r>
              <a:t/>
            </a:r>
            <a:endParaRPr sz="2800"/>
          </a:p>
          <a:p>
            <a:pPr indent="-177800" lvl="0" marL="91440" rtl="0" algn="just">
              <a:lnSpc>
                <a:spcPct val="85000"/>
              </a:lnSpc>
              <a:spcBef>
                <a:spcPts val="1300"/>
              </a:spcBef>
              <a:spcAft>
                <a:spcPts val="0"/>
              </a:spcAft>
              <a:buClr>
                <a:srgbClr val="262626"/>
              </a:buClr>
              <a:buSzPts val="2800"/>
              <a:buFont typeface="Arial"/>
              <a:buChar char="•"/>
            </a:pPr>
            <a:r>
              <a:rPr b="1" lang="en-US" sz="2800"/>
              <a:t>‘E’ </a:t>
            </a:r>
            <a:r>
              <a:rPr lang="en-US" sz="2800"/>
              <a:t>represents </a:t>
            </a:r>
            <a:r>
              <a:rPr b="1" lang="en-US" sz="2800"/>
              <a:t>‘expressions’ </a:t>
            </a:r>
            <a:r>
              <a:rPr lang="en-US" sz="2800"/>
              <a:t>consisting of </a:t>
            </a:r>
            <a:r>
              <a:rPr b="1" lang="en-US" sz="2800"/>
              <a:t>‘terms’ </a:t>
            </a:r>
            <a:r>
              <a:rPr lang="en-US" sz="2800"/>
              <a:t>separated by </a:t>
            </a:r>
            <a:r>
              <a:rPr b="1" lang="en-US" sz="2800"/>
              <a:t>‘+’</a:t>
            </a:r>
            <a:r>
              <a:rPr lang="en-US" sz="2800"/>
              <a:t> signs, </a:t>
            </a:r>
            <a:r>
              <a:rPr b="1" lang="en-US" sz="2800"/>
              <a:t>‘T’ </a:t>
            </a:r>
            <a:r>
              <a:rPr lang="en-US" sz="2800"/>
              <a:t>represents </a:t>
            </a:r>
            <a:r>
              <a:rPr b="1" lang="en-US" sz="2800"/>
              <a:t>‘terms’ </a:t>
            </a:r>
            <a:r>
              <a:rPr lang="en-US" sz="2800"/>
              <a:t>consisting of </a:t>
            </a:r>
            <a:r>
              <a:rPr b="1" lang="en-US" sz="2800"/>
              <a:t>‘factors’</a:t>
            </a:r>
            <a:r>
              <a:rPr lang="en-US" sz="2800"/>
              <a:t> separated by </a:t>
            </a:r>
            <a:r>
              <a:rPr b="1" lang="en-US" sz="2800"/>
              <a:t>‘*’ </a:t>
            </a:r>
            <a:r>
              <a:rPr lang="en-US" sz="2800"/>
              <a:t>signs, and </a:t>
            </a:r>
            <a:r>
              <a:rPr b="1" lang="en-US" sz="2800"/>
              <a:t>‘F’ </a:t>
            </a:r>
            <a:r>
              <a:rPr lang="en-US" sz="2800"/>
              <a:t>represents </a:t>
            </a:r>
            <a:r>
              <a:rPr b="1" lang="en-US" sz="2800"/>
              <a:t>‘factors’</a:t>
            </a:r>
            <a:r>
              <a:rPr lang="en-US" sz="2800"/>
              <a:t> that can be either </a:t>
            </a:r>
            <a:r>
              <a:rPr b="1" lang="en-US" sz="2800"/>
              <a:t>‘parenthesized expressions’ </a:t>
            </a:r>
            <a:r>
              <a:rPr lang="en-US" sz="2800"/>
              <a:t>or </a:t>
            </a:r>
            <a:r>
              <a:rPr b="1" lang="en-US" sz="2800"/>
              <a:t>‘identifiers’.</a:t>
            </a:r>
            <a:endParaRPr b="1" sz="2800"/>
          </a:p>
        </p:txBody>
      </p:sp>
      <p:pic>
        <p:nvPicPr>
          <p:cNvPr descr="A close-up of a white background&#10;&#10;AI-generated content may be incorrect." id="120" name="Google Shape;120;p18"/>
          <p:cNvPicPr preferRelativeResize="0"/>
          <p:nvPr/>
        </p:nvPicPr>
        <p:blipFill rotWithShape="1">
          <a:blip r:embed="rId3">
            <a:alphaModFix/>
          </a:blip>
          <a:srcRect b="0" l="0" r="0" t="0"/>
          <a:stretch/>
        </p:blipFill>
        <p:spPr>
          <a:xfrm>
            <a:off x="3846717" y="2848132"/>
            <a:ext cx="3778199" cy="15763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pic>
        <p:nvPicPr>
          <p:cNvPr descr="A white background with blue lines and text&#10;&#10;AI-generated content may be incorrect." id="125" name="Google Shape;125;p19"/>
          <p:cNvPicPr preferRelativeResize="0"/>
          <p:nvPr/>
        </p:nvPicPr>
        <p:blipFill rotWithShape="1">
          <a:blip r:embed="rId3">
            <a:alphaModFix/>
          </a:blip>
          <a:srcRect b="0" l="0" r="0" t="0"/>
          <a:stretch/>
        </p:blipFill>
        <p:spPr>
          <a:xfrm>
            <a:off x="0" y="48126"/>
            <a:ext cx="12015537" cy="666549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657224" y="470037"/>
            <a:ext cx="10772775" cy="580602"/>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Syntax Error Handling:</a:t>
            </a:r>
            <a:endParaRPr b="1">
              <a:solidFill>
                <a:srgbClr val="215E6A"/>
              </a:solidFill>
            </a:endParaRPr>
          </a:p>
        </p:txBody>
      </p:sp>
      <p:sp>
        <p:nvSpPr>
          <p:cNvPr id="131" name="Google Shape;131;p20"/>
          <p:cNvSpPr txBox="1"/>
          <p:nvPr>
            <p:ph idx="1" type="body"/>
          </p:nvPr>
        </p:nvSpPr>
        <p:spPr>
          <a:xfrm>
            <a:off x="719137" y="1209368"/>
            <a:ext cx="10753725" cy="5045861"/>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b="1" lang="en-US" sz="2800"/>
              <a:t>Common programming errors:</a:t>
            </a:r>
            <a:endParaRPr/>
          </a:p>
          <a:p>
            <a:pPr indent="-457200" lvl="0" marL="457200" rtl="0" algn="just">
              <a:lnSpc>
                <a:spcPct val="85000"/>
              </a:lnSpc>
              <a:spcBef>
                <a:spcPts val="1300"/>
              </a:spcBef>
              <a:spcAft>
                <a:spcPts val="0"/>
              </a:spcAft>
              <a:buClr>
                <a:srgbClr val="262626"/>
              </a:buClr>
              <a:buSzPts val="2800"/>
              <a:buAutoNum type="arabicPeriod"/>
            </a:pPr>
            <a:r>
              <a:rPr b="1" lang="en-US" sz="2800"/>
              <a:t>Lexical errors </a:t>
            </a:r>
            <a:r>
              <a:rPr lang="en-US" sz="2800"/>
              <a:t>– misspellings of identifiers</a:t>
            </a:r>
            <a:endParaRPr sz="2800"/>
          </a:p>
          <a:p>
            <a:pPr indent="-457200" lvl="0" marL="457200" rtl="0" algn="just">
              <a:lnSpc>
                <a:spcPct val="85000"/>
              </a:lnSpc>
              <a:spcBef>
                <a:spcPts val="1300"/>
              </a:spcBef>
              <a:spcAft>
                <a:spcPts val="0"/>
              </a:spcAft>
              <a:buClr>
                <a:srgbClr val="262626"/>
              </a:buClr>
              <a:buSzPts val="2800"/>
              <a:buAutoNum type="arabicPeriod"/>
            </a:pPr>
            <a:r>
              <a:rPr b="1" lang="en-US" sz="2800"/>
              <a:t>Synthetic errors </a:t>
            </a:r>
            <a:r>
              <a:rPr lang="en-US" sz="2800"/>
              <a:t>– misplaced of semicolons or braces</a:t>
            </a:r>
            <a:endParaRPr sz="2800"/>
          </a:p>
          <a:p>
            <a:pPr indent="-457200" lvl="0" marL="457200" rtl="0" algn="just">
              <a:lnSpc>
                <a:spcPct val="85000"/>
              </a:lnSpc>
              <a:spcBef>
                <a:spcPts val="1300"/>
              </a:spcBef>
              <a:spcAft>
                <a:spcPts val="0"/>
              </a:spcAft>
              <a:buClr>
                <a:srgbClr val="262626"/>
              </a:buClr>
              <a:buSzPts val="2800"/>
              <a:buAutoNum type="arabicPeriod"/>
            </a:pPr>
            <a:r>
              <a:rPr b="1" lang="en-US" sz="2800"/>
              <a:t>Semantic errors </a:t>
            </a:r>
            <a:r>
              <a:rPr lang="en-US" sz="2800"/>
              <a:t>– type mismatches between operators and operands</a:t>
            </a:r>
            <a:endParaRPr sz="2800"/>
          </a:p>
          <a:p>
            <a:pPr indent="-457200" lvl="0" marL="457200" rtl="0" algn="just">
              <a:lnSpc>
                <a:spcPct val="85000"/>
              </a:lnSpc>
              <a:spcBef>
                <a:spcPts val="1300"/>
              </a:spcBef>
              <a:spcAft>
                <a:spcPts val="0"/>
              </a:spcAft>
              <a:buClr>
                <a:srgbClr val="262626"/>
              </a:buClr>
              <a:buSzPts val="2800"/>
              <a:buAutoNum type="arabicPeriod"/>
            </a:pPr>
            <a:r>
              <a:rPr b="1" lang="en-US" sz="2800"/>
              <a:t>Logical errors </a:t>
            </a:r>
            <a:r>
              <a:rPr lang="en-US" sz="2800"/>
              <a:t>– anything from incorrect reasoning on the part of program.</a:t>
            </a:r>
            <a:endParaRPr/>
          </a:p>
          <a:p>
            <a:pPr indent="-177800" lvl="0" marL="91440" rtl="0" algn="just">
              <a:lnSpc>
                <a:spcPct val="85000"/>
              </a:lnSpc>
              <a:spcBef>
                <a:spcPts val="1300"/>
              </a:spcBef>
              <a:spcAft>
                <a:spcPts val="0"/>
              </a:spcAft>
              <a:buClr>
                <a:srgbClr val="262626"/>
              </a:buClr>
              <a:buSzPts val="2800"/>
              <a:buFont typeface="Arial"/>
              <a:buChar char="•"/>
            </a:pPr>
            <a:r>
              <a:rPr b="1" lang="en-US" sz="2800"/>
              <a:t>Error handler goals:</a:t>
            </a:r>
            <a:endParaRPr/>
          </a:p>
          <a:p>
            <a:pPr indent="-457200" lvl="0" marL="457200" rtl="0" algn="just">
              <a:lnSpc>
                <a:spcPct val="85000"/>
              </a:lnSpc>
              <a:spcBef>
                <a:spcPts val="1300"/>
              </a:spcBef>
              <a:spcAft>
                <a:spcPts val="0"/>
              </a:spcAft>
              <a:buClr>
                <a:srgbClr val="262626"/>
              </a:buClr>
              <a:buSzPts val="2800"/>
              <a:buAutoNum type="arabicPeriod"/>
            </a:pPr>
            <a:r>
              <a:rPr lang="en-US" sz="2800"/>
              <a:t>Report the presence of errors clearly and accurately.</a:t>
            </a:r>
            <a:endParaRPr/>
          </a:p>
          <a:p>
            <a:pPr indent="-457200" lvl="0" marL="457200" rtl="0" algn="just">
              <a:lnSpc>
                <a:spcPct val="85000"/>
              </a:lnSpc>
              <a:spcBef>
                <a:spcPts val="1300"/>
              </a:spcBef>
              <a:spcAft>
                <a:spcPts val="0"/>
              </a:spcAft>
              <a:buClr>
                <a:srgbClr val="262626"/>
              </a:buClr>
              <a:buSzPts val="2800"/>
              <a:buAutoNum type="arabicPeriod"/>
            </a:pPr>
            <a:r>
              <a:rPr lang="en-US" sz="2800"/>
              <a:t>Recover from each error quickly enough to detect subsequent errors.</a:t>
            </a:r>
            <a:endParaRPr/>
          </a:p>
          <a:p>
            <a:pPr indent="-457200" lvl="0" marL="457200" rtl="0" algn="just">
              <a:lnSpc>
                <a:spcPct val="85000"/>
              </a:lnSpc>
              <a:spcBef>
                <a:spcPts val="1300"/>
              </a:spcBef>
              <a:spcAft>
                <a:spcPts val="0"/>
              </a:spcAft>
              <a:buClr>
                <a:srgbClr val="262626"/>
              </a:buClr>
              <a:buSzPts val="2800"/>
              <a:buAutoNum type="arabicPeriod"/>
            </a:pPr>
            <a:r>
              <a:rPr lang="en-US" sz="2800"/>
              <a:t>Add minimal overhead to the processing of correct programs.</a:t>
            </a: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1"/>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657224" y="499533"/>
            <a:ext cx="10772775" cy="580602"/>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Context Free Grammars:</a:t>
            </a:r>
            <a:endParaRPr b="1">
              <a:solidFill>
                <a:srgbClr val="215E6A"/>
              </a:solidFill>
            </a:endParaRPr>
          </a:p>
        </p:txBody>
      </p:sp>
      <p:sp>
        <p:nvSpPr>
          <p:cNvPr id="142" name="Google Shape;142;p22"/>
          <p:cNvSpPr txBox="1"/>
          <p:nvPr>
            <p:ph idx="1" type="body"/>
          </p:nvPr>
        </p:nvSpPr>
        <p:spPr>
          <a:xfrm>
            <a:off x="676656" y="1238866"/>
            <a:ext cx="10753725" cy="4539000"/>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b="1" lang="en-US" sz="2800"/>
              <a:t>Definition: </a:t>
            </a:r>
            <a:r>
              <a:rPr lang="en-US" sz="2800"/>
              <a:t>The context free grammar in short a CFG is 4 tuple, </a:t>
            </a:r>
            <a:endParaRPr/>
          </a:p>
          <a:p>
            <a:pPr indent="0" lvl="0" marL="0" rtl="0" algn="just">
              <a:lnSpc>
                <a:spcPct val="85000"/>
              </a:lnSpc>
              <a:spcBef>
                <a:spcPts val="1300"/>
              </a:spcBef>
              <a:spcAft>
                <a:spcPts val="0"/>
              </a:spcAft>
              <a:buClr>
                <a:srgbClr val="262626"/>
              </a:buClr>
              <a:buSzPts val="2800"/>
              <a:buNone/>
            </a:pPr>
            <a:r>
              <a:rPr lang="en-US" sz="2800"/>
              <a:t>		</a:t>
            </a:r>
            <a:r>
              <a:rPr b="1" lang="en-US" sz="2800"/>
              <a:t>G=(V, T, P, S) </a:t>
            </a:r>
            <a:r>
              <a:rPr lang="en-US" sz="2800"/>
              <a:t>where,</a:t>
            </a:r>
            <a:endParaRPr/>
          </a:p>
          <a:p>
            <a:pPr indent="-177800" lvl="0" marL="91440" rtl="0" algn="just">
              <a:lnSpc>
                <a:spcPct val="85000"/>
              </a:lnSpc>
              <a:spcBef>
                <a:spcPts val="1300"/>
              </a:spcBef>
              <a:spcAft>
                <a:spcPts val="0"/>
              </a:spcAft>
              <a:buClr>
                <a:srgbClr val="262626"/>
              </a:buClr>
              <a:buSzPts val="2800"/>
              <a:buFont typeface="Noto Sans Symbols"/>
              <a:buChar char="⮚"/>
            </a:pPr>
            <a:r>
              <a:rPr lang="en-US" sz="2800"/>
              <a:t> </a:t>
            </a:r>
            <a:r>
              <a:rPr b="1" lang="en-US" sz="2800"/>
              <a:t>V</a:t>
            </a:r>
            <a:r>
              <a:rPr lang="en-US" sz="2800"/>
              <a:t> – is set of variables. The variables are also called </a:t>
            </a:r>
            <a:r>
              <a:rPr b="1" lang="en-US" sz="2800"/>
              <a:t>non-terminals</a:t>
            </a:r>
            <a:r>
              <a:rPr lang="en-US" sz="2800"/>
              <a:t>.</a:t>
            </a:r>
            <a:endParaRPr/>
          </a:p>
          <a:p>
            <a:pPr indent="-177800" lvl="0" marL="91440" rtl="0" algn="just">
              <a:lnSpc>
                <a:spcPct val="85000"/>
              </a:lnSpc>
              <a:spcBef>
                <a:spcPts val="1300"/>
              </a:spcBef>
              <a:spcAft>
                <a:spcPts val="0"/>
              </a:spcAft>
              <a:buClr>
                <a:srgbClr val="262626"/>
              </a:buClr>
              <a:buSzPts val="2800"/>
              <a:buFont typeface="Noto Sans Symbols"/>
              <a:buChar char="⮚"/>
            </a:pPr>
            <a:r>
              <a:rPr lang="en-US" sz="2800"/>
              <a:t> </a:t>
            </a:r>
            <a:r>
              <a:rPr b="1" lang="en-US" sz="2800"/>
              <a:t>T</a:t>
            </a:r>
            <a:r>
              <a:rPr lang="en-US" sz="2800"/>
              <a:t> – is set of </a:t>
            </a:r>
            <a:r>
              <a:rPr b="1" lang="en-US" sz="2800"/>
              <a:t>terminals</a:t>
            </a:r>
            <a:r>
              <a:rPr lang="en-US" sz="2800"/>
              <a:t>.</a:t>
            </a:r>
            <a:endParaRPr/>
          </a:p>
          <a:p>
            <a:pPr indent="-177800" lvl="0" marL="91440" rtl="0" algn="just">
              <a:lnSpc>
                <a:spcPct val="85000"/>
              </a:lnSpc>
              <a:spcBef>
                <a:spcPts val="1300"/>
              </a:spcBef>
              <a:spcAft>
                <a:spcPts val="0"/>
              </a:spcAft>
              <a:buClr>
                <a:srgbClr val="262626"/>
              </a:buClr>
              <a:buSzPts val="2800"/>
              <a:buFont typeface="Noto Sans Symbols"/>
              <a:buChar char="⮚"/>
            </a:pPr>
            <a:r>
              <a:rPr lang="en-US" sz="2800"/>
              <a:t> </a:t>
            </a:r>
            <a:r>
              <a:rPr b="1" lang="en-US" sz="2800"/>
              <a:t>P</a:t>
            </a:r>
            <a:r>
              <a:rPr lang="en-US" sz="2800"/>
              <a:t> – is set of </a:t>
            </a:r>
            <a:r>
              <a:rPr b="1" lang="en-US" sz="2800"/>
              <a:t>productions</a:t>
            </a:r>
            <a:r>
              <a:rPr lang="en-US" sz="2800"/>
              <a:t>. All productions in P are of the form A -&gt; α where A is a non-terminal and α is string of grammar symbols.</a:t>
            </a:r>
            <a:endParaRPr/>
          </a:p>
          <a:p>
            <a:pPr indent="-177800" lvl="0" marL="91440" rtl="0" algn="just">
              <a:lnSpc>
                <a:spcPct val="85000"/>
              </a:lnSpc>
              <a:spcBef>
                <a:spcPts val="1300"/>
              </a:spcBef>
              <a:spcAft>
                <a:spcPts val="0"/>
              </a:spcAft>
              <a:buClr>
                <a:srgbClr val="262626"/>
              </a:buClr>
              <a:buSzPts val="2800"/>
              <a:buFont typeface="Noto Sans Symbols"/>
              <a:buChar char="⮚"/>
            </a:pPr>
            <a:r>
              <a:rPr lang="en-US" sz="2800"/>
              <a:t> </a:t>
            </a:r>
            <a:r>
              <a:rPr b="1" lang="en-US" sz="2800"/>
              <a:t>S</a:t>
            </a:r>
            <a:r>
              <a:rPr lang="en-US" sz="2800"/>
              <a:t> – is the </a:t>
            </a:r>
            <a:r>
              <a:rPr b="1" lang="en-US" sz="2800"/>
              <a:t>start symbol</a:t>
            </a:r>
            <a:r>
              <a:rPr lang="en-US" sz="2800"/>
              <a:t>.</a:t>
            </a:r>
            <a:endParaRPr/>
          </a:p>
          <a:p>
            <a:pPr indent="0" lvl="0" marL="91440" rtl="0" algn="just">
              <a:lnSpc>
                <a:spcPct val="85000"/>
              </a:lnSpc>
              <a:spcBef>
                <a:spcPts val="1300"/>
              </a:spcBef>
              <a:spcAft>
                <a:spcPts val="0"/>
              </a:spcAft>
              <a:buClr>
                <a:srgbClr val="262626"/>
              </a:buClr>
              <a:buSzPts val="2800"/>
              <a:buFont typeface="Noto Sans Symbols"/>
              <a:buNone/>
            </a:pPr>
            <a:r>
              <a:t/>
            </a:r>
            <a:endParaRPr sz="2800"/>
          </a:p>
          <a:p>
            <a:pPr indent="-177800" lvl="0" marL="91440" rtl="0" algn="just">
              <a:lnSpc>
                <a:spcPct val="85000"/>
              </a:lnSpc>
              <a:spcBef>
                <a:spcPts val="1300"/>
              </a:spcBef>
              <a:spcAft>
                <a:spcPts val="0"/>
              </a:spcAft>
              <a:buClr>
                <a:srgbClr val="262626"/>
              </a:buClr>
              <a:buSzPts val="2800"/>
              <a:buFont typeface="Noto Sans Symbols"/>
              <a:buChar char="⮚"/>
            </a:pPr>
            <a:r>
              <a:rPr lang="en-US" sz="2800"/>
              <a:t>E.g.: stmt -&gt; if (expr) stmt else stmt</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idx="1" type="body"/>
          </p:nvPr>
        </p:nvSpPr>
        <p:spPr>
          <a:xfrm>
            <a:off x="676656" y="855410"/>
            <a:ext cx="10753725" cy="5232175"/>
          </a:xfrm>
          <a:prstGeom prst="rect">
            <a:avLst/>
          </a:prstGeom>
          <a:noFill/>
          <a:ln>
            <a:noFill/>
          </a:ln>
        </p:spPr>
        <p:txBody>
          <a:bodyPr anchorCtr="0" anchor="t" bIns="45700" lIns="91425" spcFirstLastPara="1" rIns="91425" wrap="square" tIns="45700">
            <a:normAutofit/>
          </a:bodyPr>
          <a:lstStyle/>
          <a:p>
            <a:pPr indent="-457200" lvl="0" marL="457200" rtl="0" algn="just">
              <a:lnSpc>
                <a:spcPct val="85000"/>
              </a:lnSpc>
              <a:spcBef>
                <a:spcPts val="0"/>
              </a:spcBef>
              <a:spcAft>
                <a:spcPts val="0"/>
              </a:spcAft>
              <a:buClr>
                <a:srgbClr val="262626"/>
              </a:buClr>
              <a:buSzPts val="2800"/>
              <a:buAutoNum type="arabicPeriod"/>
            </a:pPr>
            <a:r>
              <a:rPr b="1" lang="en-US" sz="2800"/>
              <a:t>Terminals: </a:t>
            </a:r>
            <a:r>
              <a:rPr lang="en-US" sz="2800"/>
              <a:t>are the basic symbols from which strings are formed. The term “token name” is a synonym for ‘terminal’ and frequently we will use the word token for terminal when it is clear that we are talking about just token name.</a:t>
            </a:r>
            <a:endParaRPr/>
          </a:p>
          <a:p>
            <a:pPr indent="-177800" lvl="0" marL="91440" rtl="0" algn="just">
              <a:lnSpc>
                <a:spcPct val="85000"/>
              </a:lnSpc>
              <a:spcBef>
                <a:spcPts val="1300"/>
              </a:spcBef>
              <a:spcAft>
                <a:spcPts val="0"/>
              </a:spcAft>
              <a:buClr>
                <a:srgbClr val="262626"/>
              </a:buClr>
              <a:buSzPts val="2800"/>
              <a:buFont typeface="Arial"/>
              <a:buChar char="•"/>
            </a:pPr>
            <a:r>
              <a:rPr lang="en-US" sz="2800"/>
              <a:t> E.g.: the terminals are keywords ‘if’ and ‘else’ and symbols ‘(‘ and ‘)’.</a:t>
            </a:r>
            <a:endParaRPr/>
          </a:p>
          <a:p>
            <a:pPr indent="0" lvl="0" marL="0" rtl="0" algn="just">
              <a:lnSpc>
                <a:spcPct val="85000"/>
              </a:lnSpc>
              <a:spcBef>
                <a:spcPts val="1300"/>
              </a:spcBef>
              <a:spcAft>
                <a:spcPts val="0"/>
              </a:spcAft>
              <a:buClr>
                <a:srgbClr val="262626"/>
              </a:buClr>
              <a:buSzPts val="2800"/>
              <a:buNone/>
            </a:pPr>
            <a:r>
              <a:t/>
            </a:r>
            <a:endParaRPr sz="2800"/>
          </a:p>
          <a:p>
            <a:pPr indent="-457200" lvl="0" marL="457200" rtl="0" algn="just">
              <a:lnSpc>
                <a:spcPct val="85000"/>
              </a:lnSpc>
              <a:spcBef>
                <a:spcPts val="1300"/>
              </a:spcBef>
              <a:spcAft>
                <a:spcPts val="0"/>
              </a:spcAft>
              <a:buClr>
                <a:srgbClr val="262626"/>
              </a:buClr>
              <a:buSzPts val="2800"/>
              <a:buFont typeface="Calibri"/>
              <a:buAutoNum type="arabicPeriod" startAt="2"/>
            </a:pPr>
            <a:r>
              <a:rPr b="1" lang="en-US" sz="2800"/>
              <a:t>Non-terminals: </a:t>
            </a:r>
            <a:r>
              <a:rPr lang="en-US" sz="2800"/>
              <a:t>are synthetic variables that denote sets of strings. The set of strings denoted by non terminals helps to define the language generated by the grammar. Non terminals impose a hierarchical structure on the language that is key to syntax analysis and translation.</a:t>
            </a:r>
            <a:endParaRPr/>
          </a:p>
          <a:p>
            <a:pPr indent="-177800" lvl="0" marL="91440" rtl="0" algn="just">
              <a:lnSpc>
                <a:spcPct val="85000"/>
              </a:lnSpc>
              <a:spcBef>
                <a:spcPts val="1300"/>
              </a:spcBef>
              <a:spcAft>
                <a:spcPts val="0"/>
              </a:spcAft>
              <a:buClr>
                <a:srgbClr val="262626"/>
              </a:buClr>
              <a:buSzPts val="2800"/>
              <a:buFont typeface="Arial"/>
              <a:buChar char="•"/>
            </a:pPr>
            <a:r>
              <a:rPr lang="en-US" sz="2800"/>
              <a:t>E.g.: ‘stmt’ and ‘expr’ are non-terminals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idx="1" type="body"/>
          </p:nvPr>
        </p:nvSpPr>
        <p:spPr>
          <a:xfrm>
            <a:off x="676656" y="752168"/>
            <a:ext cx="10753725" cy="5648632"/>
          </a:xfrm>
          <a:prstGeom prst="rect">
            <a:avLst/>
          </a:prstGeom>
          <a:noFill/>
          <a:ln>
            <a:noFill/>
          </a:ln>
        </p:spPr>
        <p:txBody>
          <a:bodyPr anchorCtr="0" anchor="t" bIns="45700" lIns="91425" spcFirstLastPara="1" rIns="91425" wrap="square" tIns="45700">
            <a:normAutofit/>
          </a:bodyPr>
          <a:lstStyle/>
          <a:p>
            <a:pPr indent="-457200" lvl="0" marL="457200" rtl="0" algn="just">
              <a:lnSpc>
                <a:spcPct val="85000"/>
              </a:lnSpc>
              <a:spcBef>
                <a:spcPts val="0"/>
              </a:spcBef>
              <a:spcAft>
                <a:spcPts val="0"/>
              </a:spcAft>
              <a:buClr>
                <a:srgbClr val="262626"/>
              </a:buClr>
              <a:buSzPts val="2800"/>
              <a:buFont typeface="Calibri"/>
              <a:buAutoNum type="arabicPeriod" startAt="3"/>
            </a:pPr>
            <a:r>
              <a:rPr b="1" lang="en-US" sz="2800"/>
              <a:t>Start Symbol: </a:t>
            </a:r>
            <a:r>
              <a:rPr lang="en-US" sz="2800"/>
              <a:t>In a grammar, one non terminal is distinguished as the start symbol, and the set of strings it denotes is the language generated by the grammar.</a:t>
            </a:r>
            <a:endParaRPr/>
          </a:p>
          <a:p>
            <a:pPr indent="-279400" lvl="0" marL="457200" rtl="0" algn="just">
              <a:lnSpc>
                <a:spcPct val="85000"/>
              </a:lnSpc>
              <a:spcBef>
                <a:spcPts val="1300"/>
              </a:spcBef>
              <a:spcAft>
                <a:spcPts val="0"/>
              </a:spcAft>
              <a:buClr>
                <a:srgbClr val="262626"/>
              </a:buClr>
              <a:buSzPts val="2800"/>
              <a:buFont typeface="Calibri"/>
              <a:buNone/>
            </a:pPr>
            <a:r>
              <a:t/>
            </a:r>
            <a:endParaRPr sz="2800"/>
          </a:p>
          <a:p>
            <a:pPr indent="-457200" lvl="0" marL="457200" rtl="0" algn="just">
              <a:lnSpc>
                <a:spcPct val="85000"/>
              </a:lnSpc>
              <a:spcBef>
                <a:spcPts val="1300"/>
              </a:spcBef>
              <a:spcAft>
                <a:spcPts val="0"/>
              </a:spcAft>
              <a:buClr>
                <a:srgbClr val="262626"/>
              </a:buClr>
              <a:buSzPts val="2800"/>
              <a:buFont typeface="Calibri"/>
              <a:buAutoNum type="arabicPeriod" startAt="3"/>
            </a:pPr>
            <a:r>
              <a:rPr b="1" lang="en-US" sz="2800"/>
              <a:t>Production: </a:t>
            </a:r>
            <a:r>
              <a:rPr lang="en-US" sz="2800"/>
              <a:t>of a grammar specify the manner in which the terminals and non terminals can be combined to form strings. Each production consists of:</a:t>
            </a:r>
            <a:endParaRPr/>
          </a:p>
          <a:p>
            <a:pPr indent="-457200" lvl="1" marL="713232" rtl="0" algn="just">
              <a:lnSpc>
                <a:spcPct val="85000"/>
              </a:lnSpc>
              <a:spcBef>
                <a:spcPts val="600"/>
              </a:spcBef>
              <a:spcAft>
                <a:spcPts val="0"/>
              </a:spcAft>
              <a:buClr>
                <a:srgbClr val="262626"/>
              </a:buClr>
              <a:buSzPts val="2800"/>
              <a:buAutoNum type="alphaLcPeriod"/>
            </a:pPr>
            <a:r>
              <a:rPr lang="en-US" sz="2800"/>
              <a:t>A non terminal called the </a:t>
            </a:r>
            <a:r>
              <a:rPr b="1" lang="en-US" sz="2800"/>
              <a:t>head or left side </a:t>
            </a:r>
            <a:r>
              <a:rPr lang="en-US" sz="2800"/>
              <a:t>of the production; this production defines some of the strings denoted by the head.</a:t>
            </a:r>
            <a:endParaRPr/>
          </a:p>
          <a:p>
            <a:pPr indent="-457200" lvl="1" marL="713232" rtl="0" algn="just">
              <a:lnSpc>
                <a:spcPct val="85000"/>
              </a:lnSpc>
              <a:spcBef>
                <a:spcPts val="600"/>
              </a:spcBef>
              <a:spcAft>
                <a:spcPts val="0"/>
              </a:spcAft>
              <a:buClr>
                <a:srgbClr val="262626"/>
              </a:buClr>
              <a:buSzPts val="2800"/>
              <a:buAutoNum type="alphaLcPeriod"/>
            </a:pPr>
            <a:r>
              <a:rPr lang="en-US" sz="2800"/>
              <a:t>The symbol </a:t>
            </a:r>
            <a:r>
              <a:rPr b="1" lang="en-US" sz="2800"/>
              <a:t>-&gt;</a:t>
            </a:r>
            <a:r>
              <a:rPr lang="en-US" sz="2800"/>
              <a:t> sometimes </a:t>
            </a:r>
            <a:r>
              <a:rPr b="1" lang="en-US" sz="2800"/>
              <a:t>::=</a:t>
            </a:r>
            <a:r>
              <a:rPr lang="en-US" sz="2800"/>
              <a:t> has been used in place of arrow.</a:t>
            </a:r>
            <a:endParaRPr/>
          </a:p>
          <a:p>
            <a:pPr indent="-457200" lvl="1" marL="713232" rtl="0" algn="just">
              <a:lnSpc>
                <a:spcPct val="85000"/>
              </a:lnSpc>
              <a:spcBef>
                <a:spcPts val="600"/>
              </a:spcBef>
              <a:spcAft>
                <a:spcPts val="0"/>
              </a:spcAft>
              <a:buClr>
                <a:srgbClr val="262626"/>
              </a:buClr>
              <a:buSzPts val="2800"/>
              <a:buAutoNum type="alphaLcPeriod"/>
            </a:pPr>
            <a:r>
              <a:rPr lang="en-US" sz="2800"/>
              <a:t>A </a:t>
            </a:r>
            <a:r>
              <a:rPr b="1" lang="en-US" sz="2800"/>
              <a:t>body or right side </a:t>
            </a:r>
            <a:r>
              <a:rPr lang="en-US" sz="2800"/>
              <a:t>consisting of zero or more terminals and non terminals. The components of the body describe one way in which strings of the non terminal at the head can be constructed.</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657224" y="499533"/>
            <a:ext cx="10772775" cy="739332"/>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Notational Conventions:</a:t>
            </a:r>
            <a:endParaRPr b="1">
              <a:solidFill>
                <a:srgbClr val="215E6A"/>
              </a:solidFill>
            </a:endParaRPr>
          </a:p>
        </p:txBody>
      </p:sp>
      <p:sp>
        <p:nvSpPr>
          <p:cNvPr id="158" name="Google Shape;158;p25"/>
          <p:cNvSpPr txBox="1"/>
          <p:nvPr>
            <p:ph idx="1" type="body"/>
          </p:nvPr>
        </p:nvSpPr>
        <p:spPr>
          <a:xfrm>
            <a:off x="676656" y="1238866"/>
            <a:ext cx="10753725" cy="4539000"/>
          </a:xfrm>
          <a:prstGeom prst="rect">
            <a:avLst/>
          </a:prstGeom>
          <a:noFill/>
          <a:ln>
            <a:noFill/>
          </a:ln>
        </p:spPr>
        <p:txBody>
          <a:bodyPr anchorCtr="0" anchor="t" bIns="45700" lIns="91425" spcFirstLastPara="1" rIns="91425" wrap="square" tIns="45700">
            <a:normAutofit/>
          </a:bodyPr>
          <a:lstStyle/>
          <a:p>
            <a:pPr indent="-457200" lvl="0" marL="457200" rtl="0" algn="just">
              <a:lnSpc>
                <a:spcPct val="85000"/>
              </a:lnSpc>
              <a:spcBef>
                <a:spcPts val="0"/>
              </a:spcBef>
              <a:spcAft>
                <a:spcPts val="0"/>
              </a:spcAft>
              <a:buClr>
                <a:srgbClr val="262626"/>
              </a:buClr>
              <a:buSzPts val="2800"/>
              <a:buAutoNum type="arabicPeriod"/>
            </a:pPr>
            <a:r>
              <a:rPr lang="en-US" sz="2800"/>
              <a:t>These symbols are </a:t>
            </a:r>
            <a:r>
              <a:rPr b="1" lang="en-US" sz="2800"/>
              <a:t>terminals: </a:t>
            </a:r>
            <a:endParaRPr/>
          </a:p>
          <a:p>
            <a:pPr indent="-457200" lvl="0" marL="457200" rtl="0" algn="just">
              <a:lnSpc>
                <a:spcPct val="85000"/>
              </a:lnSpc>
              <a:spcBef>
                <a:spcPts val="1300"/>
              </a:spcBef>
              <a:spcAft>
                <a:spcPts val="0"/>
              </a:spcAft>
              <a:buClr>
                <a:srgbClr val="262626"/>
              </a:buClr>
              <a:buSzPts val="2800"/>
              <a:buAutoNum type="alphaLcParenBoth"/>
            </a:pPr>
            <a:r>
              <a:rPr lang="en-US" sz="2800"/>
              <a:t>Lowercase letters early in the alphabet, such as a, b, c, d, etc. </a:t>
            </a:r>
            <a:endParaRPr/>
          </a:p>
          <a:p>
            <a:pPr indent="-457200" lvl="0" marL="457200" rtl="0" algn="just">
              <a:lnSpc>
                <a:spcPct val="85000"/>
              </a:lnSpc>
              <a:spcBef>
                <a:spcPts val="1300"/>
              </a:spcBef>
              <a:spcAft>
                <a:spcPts val="0"/>
              </a:spcAft>
              <a:buClr>
                <a:srgbClr val="262626"/>
              </a:buClr>
              <a:buSzPts val="2800"/>
              <a:buAutoNum type="alphaLcParenBoth"/>
            </a:pPr>
            <a:r>
              <a:rPr lang="en-US" sz="2800"/>
              <a:t>Operator symbols such as +, *,-, /, and so on. </a:t>
            </a:r>
            <a:endParaRPr/>
          </a:p>
          <a:p>
            <a:pPr indent="-457200" lvl="0" marL="457200" rtl="0" algn="just">
              <a:lnSpc>
                <a:spcPct val="85000"/>
              </a:lnSpc>
              <a:spcBef>
                <a:spcPts val="1300"/>
              </a:spcBef>
              <a:spcAft>
                <a:spcPts val="0"/>
              </a:spcAft>
              <a:buClr>
                <a:srgbClr val="262626"/>
              </a:buClr>
              <a:buSzPts val="2800"/>
              <a:buAutoNum type="alphaLcParenBoth"/>
            </a:pPr>
            <a:r>
              <a:rPr lang="en-US" sz="2800"/>
              <a:t>Punctuation symbols such as parentheses, comma, and so on. </a:t>
            </a:r>
            <a:endParaRPr/>
          </a:p>
          <a:p>
            <a:pPr indent="-457200" lvl="0" marL="457200" rtl="0" algn="just">
              <a:lnSpc>
                <a:spcPct val="85000"/>
              </a:lnSpc>
              <a:spcBef>
                <a:spcPts val="1300"/>
              </a:spcBef>
              <a:spcAft>
                <a:spcPts val="0"/>
              </a:spcAft>
              <a:buClr>
                <a:srgbClr val="262626"/>
              </a:buClr>
              <a:buSzPts val="2800"/>
              <a:buAutoNum type="alphaLcParenBoth"/>
            </a:pPr>
            <a:r>
              <a:rPr lang="en-US" sz="2800"/>
              <a:t>The digits 0, 1. . . 9. </a:t>
            </a:r>
            <a:endParaRPr/>
          </a:p>
          <a:p>
            <a:pPr indent="-457200" lvl="0" marL="457200" rtl="0" algn="just">
              <a:lnSpc>
                <a:spcPct val="85000"/>
              </a:lnSpc>
              <a:spcBef>
                <a:spcPts val="1300"/>
              </a:spcBef>
              <a:spcAft>
                <a:spcPts val="0"/>
              </a:spcAft>
              <a:buClr>
                <a:srgbClr val="262626"/>
              </a:buClr>
              <a:buSzPts val="2800"/>
              <a:buAutoNum type="alphaLcParenBoth"/>
            </a:pPr>
            <a:r>
              <a:rPr lang="en-US" sz="2800"/>
              <a:t>Boldface strings such as ‘id’ or ‘if’, each of which represents a single terminal symbol.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idx="1" type="body"/>
          </p:nvPr>
        </p:nvSpPr>
        <p:spPr>
          <a:xfrm>
            <a:off x="676656" y="575188"/>
            <a:ext cx="10753725" cy="520267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85000"/>
              </a:lnSpc>
              <a:spcBef>
                <a:spcPts val="0"/>
              </a:spcBef>
              <a:spcAft>
                <a:spcPts val="0"/>
              </a:spcAft>
              <a:buClr>
                <a:srgbClr val="262626"/>
              </a:buClr>
              <a:buSzPct val="100000"/>
              <a:buNone/>
            </a:pPr>
            <a:r>
              <a:rPr lang="en-US" sz="2800"/>
              <a:t>2. These symbols are </a:t>
            </a:r>
            <a:r>
              <a:rPr b="1" lang="en-US" sz="2800"/>
              <a:t>non terminals:</a:t>
            </a:r>
            <a:endParaRPr/>
          </a:p>
          <a:p>
            <a:pPr indent="-457200" lvl="0" marL="457200" rtl="0" algn="just">
              <a:lnSpc>
                <a:spcPct val="85000"/>
              </a:lnSpc>
              <a:spcBef>
                <a:spcPts val="1300"/>
              </a:spcBef>
              <a:spcAft>
                <a:spcPts val="0"/>
              </a:spcAft>
              <a:buClr>
                <a:srgbClr val="262626"/>
              </a:buClr>
              <a:buSzPct val="100000"/>
              <a:buAutoNum type="alphaLcParenBoth"/>
            </a:pPr>
            <a:r>
              <a:rPr lang="en-US" sz="2800"/>
              <a:t>Uppercase letters in the alphabet, such as A, B, C. </a:t>
            </a:r>
            <a:endParaRPr/>
          </a:p>
          <a:p>
            <a:pPr indent="-457200" lvl="0" marL="457200" rtl="0" algn="just">
              <a:lnSpc>
                <a:spcPct val="85000"/>
              </a:lnSpc>
              <a:spcBef>
                <a:spcPts val="1300"/>
              </a:spcBef>
              <a:spcAft>
                <a:spcPts val="0"/>
              </a:spcAft>
              <a:buClr>
                <a:srgbClr val="262626"/>
              </a:buClr>
              <a:buSzPct val="100000"/>
              <a:buAutoNum type="alphaLcParenBoth"/>
            </a:pPr>
            <a:r>
              <a:rPr lang="en-US" sz="2800"/>
              <a:t>The letter S, which, when it appears, is usually the start symbol. </a:t>
            </a:r>
            <a:endParaRPr/>
          </a:p>
          <a:p>
            <a:pPr indent="-457200" lvl="0" marL="457200" rtl="0" algn="just">
              <a:lnSpc>
                <a:spcPct val="85000"/>
              </a:lnSpc>
              <a:spcBef>
                <a:spcPts val="1300"/>
              </a:spcBef>
              <a:spcAft>
                <a:spcPts val="0"/>
              </a:spcAft>
              <a:buClr>
                <a:srgbClr val="262626"/>
              </a:buClr>
              <a:buSzPct val="100000"/>
              <a:buAutoNum type="alphaLcParenBoth"/>
            </a:pPr>
            <a:r>
              <a:rPr lang="en-US" sz="2800"/>
              <a:t>Lowercase, italic names such as expr or stmt. </a:t>
            </a:r>
            <a:endParaRPr/>
          </a:p>
          <a:p>
            <a:pPr indent="-457200" lvl="0" marL="457200" rtl="0" algn="just">
              <a:lnSpc>
                <a:spcPct val="85000"/>
              </a:lnSpc>
              <a:spcBef>
                <a:spcPts val="1300"/>
              </a:spcBef>
              <a:spcAft>
                <a:spcPts val="0"/>
              </a:spcAft>
              <a:buClr>
                <a:srgbClr val="262626"/>
              </a:buClr>
              <a:buSzPct val="100000"/>
              <a:buAutoNum type="alphaLcParenBoth"/>
            </a:pPr>
            <a:r>
              <a:rPr lang="en-US" sz="2800"/>
              <a:t>When discussing programming constructs, uppercase letters may be used to represent Non terminals for the constructs. For example, non terminal for expressions, terms, and factors are often represented by E, T, and F, respectively.</a:t>
            </a:r>
            <a:endParaRPr/>
          </a:p>
          <a:p>
            <a:pPr indent="0" lvl="0" marL="0" rtl="0" algn="just">
              <a:lnSpc>
                <a:spcPct val="85000"/>
              </a:lnSpc>
              <a:spcBef>
                <a:spcPts val="1300"/>
              </a:spcBef>
              <a:spcAft>
                <a:spcPts val="0"/>
              </a:spcAft>
              <a:buClr>
                <a:srgbClr val="262626"/>
              </a:buClr>
              <a:buSzPct val="100000"/>
              <a:buNone/>
            </a:pPr>
            <a:r>
              <a:t/>
            </a:r>
            <a:endParaRPr sz="2800"/>
          </a:p>
          <a:p>
            <a:pPr indent="-457200" lvl="0" marL="457200" rtl="0" algn="just">
              <a:lnSpc>
                <a:spcPct val="85000"/>
              </a:lnSpc>
              <a:spcBef>
                <a:spcPts val="1300"/>
              </a:spcBef>
              <a:spcAft>
                <a:spcPts val="0"/>
              </a:spcAft>
              <a:buClr>
                <a:srgbClr val="262626"/>
              </a:buClr>
              <a:buSzPct val="100000"/>
              <a:buFont typeface="Calibri"/>
              <a:buAutoNum type="arabicPeriod" startAt="3"/>
            </a:pPr>
            <a:r>
              <a:rPr lang="en-US" sz="2800"/>
              <a:t>Uppercase letters in the alphabet, such as, X, Y, Z, represent grammar symbols; i.e., either non-terminals of terminals.</a:t>
            </a:r>
            <a:endParaRPr/>
          </a:p>
          <a:p>
            <a:pPr indent="-457200" lvl="0" marL="457200" rtl="0" algn="just">
              <a:lnSpc>
                <a:spcPct val="85000"/>
              </a:lnSpc>
              <a:spcBef>
                <a:spcPts val="1300"/>
              </a:spcBef>
              <a:spcAft>
                <a:spcPts val="0"/>
              </a:spcAft>
              <a:buClr>
                <a:srgbClr val="262626"/>
              </a:buClr>
              <a:buSzPct val="100000"/>
              <a:buFont typeface="Calibri"/>
              <a:buAutoNum type="arabicPeriod" startAt="3"/>
            </a:pPr>
            <a:r>
              <a:rPr lang="en-US" sz="2800"/>
              <a:t>Lowercase letters in the alphabet, u, v, …., z, represents (possibly empty) strings of terminals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idx="1" type="body"/>
          </p:nvPr>
        </p:nvSpPr>
        <p:spPr>
          <a:xfrm>
            <a:off x="676656" y="766916"/>
            <a:ext cx="10753725" cy="5010949"/>
          </a:xfrm>
          <a:prstGeom prst="rect">
            <a:avLst/>
          </a:prstGeom>
          <a:noFill/>
          <a:ln>
            <a:noFill/>
          </a:ln>
        </p:spPr>
        <p:txBody>
          <a:bodyPr anchorCtr="0" anchor="t" bIns="45700" lIns="91425" spcFirstLastPara="1" rIns="91425" wrap="square" tIns="45700">
            <a:normAutofit/>
          </a:bodyPr>
          <a:lstStyle/>
          <a:p>
            <a:pPr indent="-457200" lvl="0" marL="457200" rtl="0" algn="just">
              <a:lnSpc>
                <a:spcPct val="85000"/>
              </a:lnSpc>
              <a:spcBef>
                <a:spcPts val="0"/>
              </a:spcBef>
              <a:spcAft>
                <a:spcPts val="0"/>
              </a:spcAft>
              <a:buClr>
                <a:srgbClr val="262626"/>
              </a:buClr>
              <a:buSzPts val="2800"/>
              <a:buFont typeface="Calibri"/>
              <a:buAutoNum type="arabicPeriod" startAt="5"/>
            </a:pPr>
            <a:r>
              <a:rPr lang="en-US" sz="2800"/>
              <a:t>Lowercase Greek letters, α, β, γ, for example, represent strings of grammar symbols. Thus, a generic production can be written as, A -&gt; α, where A is the head and α is the body.</a:t>
            </a:r>
            <a:endParaRPr/>
          </a:p>
          <a:p>
            <a:pPr indent="-457200" lvl="0" marL="457200" rtl="0" algn="just">
              <a:lnSpc>
                <a:spcPct val="85000"/>
              </a:lnSpc>
              <a:spcBef>
                <a:spcPts val="1300"/>
              </a:spcBef>
              <a:spcAft>
                <a:spcPts val="0"/>
              </a:spcAft>
              <a:buClr>
                <a:srgbClr val="262626"/>
              </a:buClr>
              <a:buSzPts val="2800"/>
              <a:buFont typeface="Calibri"/>
              <a:buAutoNum type="arabicPeriod" startAt="5"/>
            </a:pPr>
            <a:r>
              <a:rPr lang="en-US" sz="2800"/>
              <a:t>A set of productions, A -&gt; α1, A -&gt; α2, … A -&gt; αk with a common head A, may be written as A -&gt; α1| α2|…| αk.</a:t>
            </a:r>
            <a:endParaRPr/>
          </a:p>
          <a:p>
            <a:pPr indent="-457200" lvl="0" marL="457200" rtl="0" algn="just">
              <a:lnSpc>
                <a:spcPct val="85000"/>
              </a:lnSpc>
              <a:spcBef>
                <a:spcPts val="1300"/>
              </a:spcBef>
              <a:spcAft>
                <a:spcPts val="0"/>
              </a:spcAft>
              <a:buClr>
                <a:srgbClr val="262626"/>
              </a:buClr>
              <a:buSzPts val="2800"/>
              <a:buFont typeface="Calibri"/>
              <a:buAutoNum type="arabicPeriod" startAt="5"/>
            </a:pPr>
            <a:r>
              <a:rPr lang="en-US" sz="2800"/>
              <a:t>Unless stated otherwise, the head of the first production is the start symbol.</a:t>
            </a:r>
            <a:endParaRPr sz="2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2" name="Shape 172"/>
        <p:cNvGrpSpPr/>
        <p:nvPr/>
      </p:nvGrpSpPr>
      <p:grpSpPr>
        <a:xfrm>
          <a:off x="0" y="0"/>
          <a:ext cx="0" cy="0"/>
          <a:chOff x="0" y="0"/>
          <a:chExt cx="0" cy="0"/>
        </a:xfrm>
      </p:grpSpPr>
      <p:pic>
        <p:nvPicPr>
          <p:cNvPr id="173" name="Google Shape;173;p28"/>
          <p:cNvPicPr preferRelativeResize="0"/>
          <p:nvPr/>
        </p:nvPicPr>
        <p:blipFill rotWithShape="1">
          <a:blip r:embed="rId3">
            <a:alphaModFix/>
          </a:blip>
          <a:srcRect b="0" l="0" r="0" t="0"/>
          <a:stretch/>
        </p:blipFill>
        <p:spPr>
          <a:xfrm>
            <a:off x="128337" y="0"/>
            <a:ext cx="11935326"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9"/>
          <p:cNvSpPr txBox="1"/>
          <p:nvPr>
            <p:ph type="title"/>
          </p:nvPr>
        </p:nvSpPr>
        <p:spPr>
          <a:xfrm>
            <a:off x="657224" y="499533"/>
            <a:ext cx="10772775" cy="724583"/>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Derivations:</a:t>
            </a:r>
            <a:endParaRPr b="1">
              <a:solidFill>
                <a:srgbClr val="215E6A"/>
              </a:solidFill>
            </a:endParaRPr>
          </a:p>
        </p:txBody>
      </p:sp>
      <p:sp>
        <p:nvSpPr>
          <p:cNvPr id="179" name="Google Shape;179;p29"/>
          <p:cNvSpPr txBox="1"/>
          <p:nvPr>
            <p:ph idx="1" type="body"/>
          </p:nvPr>
        </p:nvSpPr>
        <p:spPr>
          <a:xfrm>
            <a:off x="676656" y="1445342"/>
            <a:ext cx="10753725" cy="4332523"/>
          </a:xfrm>
          <a:prstGeom prst="rect">
            <a:avLst/>
          </a:prstGeom>
          <a:noFill/>
          <a:ln>
            <a:noFill/>
          </a:ln>
        </p:spPr>
        <p:txBody>
          <a:bodyPr anchorCtr="0" anchor="t" bIns="45700" lIns="91425" spcFirstLastPara="1" rIns="91425" wrap="square" tIns="45700">
            <a:normAutofit/>
          </a:bodyPr>
          <a:lstStyle/>
          <a:p>
            <a:pPr indent="-152400" lvl="0" marL="91440" rtl="0" algn="l">
              <a:lnSpc>
                <a:spcPct val="85000"/>
              </a:lnSpc>
              <a:spcBef>
                <a:spcPts val="0"/>
              </a:spcBef>
              <a:spcAft>
                <a:spcPts val="0"/>
              </a:spcAft>
              <a:buClr>
                <a:srgbClr val="262626"/>
              </a:buClr>
              <a:buSzPts val="2400"/>
              <a:buFont typeface="Arial"/>
              <a:buChar char="•"/>
            </a:pPr>
            <a:r>
              <a:rPr b="1" lang="en-US"/>
              <a:t>Definition: </a:t>
            </a:r>
            <a:r>
              <a:rPr lang="en-US"/>
              <a:t>The process of obtaining string of terminals and/or non-terminals from the start symbol by applying some set of production (or all productions) is called </a:t>
            </a:r>
            <a:r>
              <a:rPr b="1" lang="en-US"/>
              <a:t>derivation</a:t>
            </a:r>
            <a:r>
              <a:rPr lang="en-US"/>
              <a:t>.</a:t>
            </a:r>
            <a:endParaRPr/>
          </a:p>
          <a:p>
            <a:pPr indent="-152400" lvl="0" marL="91440" rtl="0" algn="l">
              <a:lnSpc>
                <a:spcPct val="85000"/>
              </a:lnSpc>
              <a:spcBef>
                <a:spcPts val="1300"/>
              </a:spcBef>
              <a:spcAft>
                <a:spcPts val="0"/>
              </a:spcAft>
              <a:buClr>
                <a:srgbClr val="262626"/>
              </a:buClr>
              <a:buSzPts val="2400"/>
              <a:buFont typeface="Arial"/>
              <a:buChar char="•"/>
            </a:pPr>
            <a:r>
              <a:rPr lang="en-US"/>
              <a:t>E.g.: if A -&gt; αBγ and B -&gt; β are the productions, the string αβγ  can be obtained from A-production as shown,</a:t>
            </a:r>
            <a:endParaRPr/>
          </a:p>
          <a:p>
            <a:pPr indent="0" lvl="0" marL="91440" rtl="0" algn="l">
              <a:lnSpc>
                <a:spcPct val="85000"/>
              </a:lnSpc>
              <a:spcBef>
                <a:spcPts val="1300"/>
              </a:spcBef>
              <a:spcAft>
                <a:spcPts val="0"/>
              </a:spcAft>
              <a:buClr>
                <a:srgbClr val="262626"/>
              </a:buClr>
              <a:buSzPts val="2400"/>
              <a:buNone/>
            </a:pPr>
            <a:r>
              <a:t/>
            </a:r>
            <a:endParaRPr/>
          </a:p>
          <a:p>
            <a:pPr indent="-152400" lvl="0" marL="91440" rtl="0" algn="ctr">
              <a:lnSpc>
                <a:spcPct val="85000"/>
              </a:lnSpc>
              <a:spcBef>
                <a:spcPts val="1300"/>
              </a:spcBef>
              <a:spcAft>
                <a:spcPts val="0"/>
              </a:spcAft>
              <a:buClr>
                <a:srgbClr val="262626"/>
              </a:buClr>
              <a:buSzPts val="2400"/>
              <a:buChar char=" "/>
            </a:pPr>
            <a:r>
              <a:rPr lang="en-US"/>
              <a:t>A =&gt; αBγ </a:t>
            </a:r>
            <a:endParaRPr/>
          </a:p>
          <a:p>
            <a:pPr indent="-152400" lvl="0" marL="91440" rtl="0" algn="ctr">
              <a:lnSpc>
                <a:spcPct val="85000"/>
              </a:lnSpc>
              <a:spcBef>
                <a:spcPts val="1300"/>
              </a:spcBef>
              <a:spcAft>
                <a:spcPts val="0"/>
              </a:spcAft>
              <a:buClr>
                <a:srgbClr val="262626"/>
              </a:buClr>
              <a:buSzPts val="2400"/>
              <a:buChar char=" "/>
            </a:pPr>
            <a:r>
              <a:rPr lang="en-US"/>
              <a:t>A =&gt; αβγ </a:t>
            </a:r>
            <a:endParaRPr/>
          </a:p>
          <a:p>
            <a:pPr indent="-152400" lvl="0" marL="91440" rtl="0" algn="l">
              <a:lnSpc>
                <a:spcPct val="85000"/>
              </a:lnSpc>
              <a:spcBef>
                <a:spcPts val="1300"/>
              </a:spcBef>
              <a:spcAft>
                <a:spcPts val="0"/>
              </a:spcAft>
              <a:buClr>
                <a:srgbClr val="262626"/>
              </a:buClr>
              <a:buSzPts val="2400"/>
              <a:buFont typeface="Arial"/>
              <a:buChar char="•"/>
            </a:pPr>
            <a:r>
              <a:rPr lang="en-US"/>
              <a:t> the above derivation can also be written as:</a:t>
            </a:r>
            <a:endParaRPr/>
          </a:p>
          <a:p>
            <a:pPr indent="-152400" lvl="0" marL="91440" rtl="0" algn="l">
              <a:lnSpc>
                <a:spcPct val="85000"/>
              </a:lnSpc>
              <a:spcBef>
                <a:spcPts val="1300"/>
              </a:spcBef>
              <a:spcAft>
                <a:spcPts val="0"/>
              </a:spcAft>
              <a:buClr>
                <a:srgbClr val="262626"/>
              </a:buClr>
              <a:buSzPts val="2400"/>
              <a:buFont typeface="Arial"/>
              <a:buChar char="•"/>
            </a:pPr>
            <a:r>
              <a:rPr lang="en-US"/>
              <a:t> A =&gt; αβγ </a:t>
            </a:r>
            <a:endParaRPr/>
          </a:p>
          <a:p>
            <a:pPr indent="0" lvl="0" marL="91440" rtl="0" algn="l">
              <a:lnSpc>
                <a:spcPct val="85000"/>
              </a:lnSpc>
              <a:spcBef>
                <a:spcPts val="1300"/>
              </a:spcBef>
              <a:spcAft>
                <a:spcPts val="0"/>
              </a:spcAft>
              <a:buClr>
                <a:srgbClr val="262626"/>
              </a:buClr>
              <a:buSzPts val="2400"/>
              <a:buFont typeface="Arial"/>
              <a:buNone/>
            </a:pPr>
            <a:r>
              <a:t/>
            </a:r>
            <a:endParaRPr b="1">
              <a:solidFill>
                <a:srgbClr val="FF0000"/>
              </a:solidFill>
            </a:endParaRPr>
          </a:p>
        </p:txBody>
      </p:sp>
      <p:sp>
        <p:nvSpPr>
          <p:cNvPr id="180" name="Google Shape;180;p29"/>
          <p:cNvSpPr txBox="1"/>
          <p:nvPr/>
        </p:nvSpPr>
        <p:spPr>
          <a:xfrm>
            <a:off x="1150374" y="5043326"/>
            <a:ext cx="5014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 type="body"/>
          </p:nvPr>
        </p:nvSpPr>
        <p:spPr>
          <a:xfrm>
            <a:off x="676656" y="796414"/>
            <a:ext cx="10753725" cy="4981452"/>
          </a:xfrm>
          <a:prstGeom prst="rect">
            <a:avLst/>
          </a:prstGeom>
          <a:noFill/>
          <a:ln>
            <a:noFill/>
          </a:ln>
        </p:spPr>
        <p:txBody>
          <a:bodyPr anchorCtr="0" anchor="t" bIns="45700" lIns="91425" spcFirstLastPara="1" rIns="91425" wrap="square" tIns="45700">
            <a:normAutofit/>
          </a:bodyPr>
          <a:lstStyle/>
          <a:p>
            <a:pPr indent="-152400" lvl="0" marL="91440" rtl="0" algn="just">
              <a:lnSpc>
                <a:spcPct val="85000"/>
              </a:lnSpc>
              <a:spcBef>
                <a:spcPts val="0"/>
              </a:spcBef>
              <a:spcAft>
                <a:spcPts val="0"/>
              </a:spcAft>
              <a:buClr>
                <a:srgbClr val="262626"/>
              </a:buClr>
              <a:buSzPts val="2400"/>
              <a:buFont typeface="Arial"/>
              <a:buChar char="•"/>
            </a:pPr>
            <a:r>
              <a:rPr b="1" lang="en-US"/>
              <a:t>The two types of derivations are:</a:t>
            </a:r>
            <a:endParaRPr/>
          </a:p>
          <a:p>
            <a:pPr indent="-457200" lvl="0" marL="457200" rtl="0" algn="just">
              <a:lnSpc>
                <a:spcPct val="85000"/>
              </a:lnSpc>
              <a:spcBef>
                <a:spcPts val="1300"/>
              </a:spcBef>
              <a:spcAft>
                <a:spcPts val="0"/>
              </a:spcAft>
              <a:buClr>
                <a:srgbClr val="262626"/>
              </a:buClr>
              <a:buSzPts val="2400"/>
              <a:buAutoNum type="arabicPeriod"/>
            </a:pPr>
            <a:r>
              <a:rPr b="1" lang="en-US"/>
              <a:t>Leftmost derivation (LMD):  </a:t>
            </a:r>
            <a:endParaRPr/>
          </a:p>
          <a:p>
            <a:pPr indent="-342900" lvl="1" marL="347472" rtl="0" algn="just">
              <a:lnSpc>
                <a:spcPct val="85000"/>
              </a:lnSpc>
              <a:spcBef>
                <a:spcPts val="600"/>
              </a:spcBef>
              <a:spcAft>
                <a:spcPts val="0"/>
              </a:spcAft>
              <a:buClr>
                <a:srgbClr val="262626"/>
              </a:buClr>
              <a:buSzPts val="2400"/>
              <a:buFont typeface="Arial"/>
              <a:buChar char="•"/>
            </a:pPr>
            <a:r>
              <a:rPr lang="en-US"/>
              <a:t>The process of obtaining a string of terminals from the sequence of replacements such that only leftmost non-terminal is replaced at each and every step is called leftmost derivation.</a:t>
            </a:r>
            <a:endParaRPr/>
          </a:p>
          <a:p>
            <a:pPr indent="0" lvl="0" marL="0" rtl="0" algn="just">
              <a:lnSpc>
                <a:spcPct val="85000"/>
              </a:lnSpc>
              <a:spcBef>
                <a:spcPts val="1300"/>
              </a:spcBef>
              <a:spcAft>
                <a:spcPts val="0"/>
              </a:spcAft>
              <a:buClr>
                <a:srgbClr val="262626"/>
              </a:buClr>
              <a:buSzPts val="2400"/>
              <a:buNone/>
            </a:pPr>
            <a:r>
              <a:t/>
            </a:r>
            <a:endParaRPr/>
          </a:p>
          <a:p>
            <a:pPr indent="-457200" lvl="0" marL="457200" rtl="0" algn="just">
              <a:lnSpc>
                <a:spcPct val="85000"/>
              </a:lnSpc>
              <a:spcBef>
                <a:spcPts val="1300"/>
              </a:spcBef>
              <a:spcAft>
                <a:spcPts val="0"/>
              </a:spcAft>
              <a:buClr>
                <a:srgbClr val="262626"/>
              </a:buClr>
              <a:buSzPts val="2400"/>
              <a:buFont typeface="Calibri"/>
              <a:buAutoNum type="arabicPeriod"/>
            </a:pPr>
            <a:r>
              <a:rPr b="1" lang="en-US"/>
              <a:t>Rightmost Derivation (RMD): </a:t>
            </a:r>
            <a:endParaRPr/>
          </a:p>
          <a:p>
            <a:pPr indent="-342900" lvl="1" marL="347472" rtl="0" algn="just">
              <a:lnSpc>
                <a:spcPct val="85000"/>
              </a:lnSpc>
              <a:spcBef>
                <a:spcPts val="600"/>
              </a:spcBef>
              <a:spcAft>
                <a:spcPts val="0"/>
              </a:spcAft>
              <a:buClr>
                <a:srgbClr val="262626"/>
              </a:buClr>
              <a:buSzPts val="2400"/>
              <a:buFont typeface="Arial"/>
              <a:buChar char="•"/>
            </a:pPr>
            <a:r>
              <a:rPr lang="en-US"/>
              <a:t>The process of obtaining a string of terminals from the sequence of replacements such that only rightmost non-terminal is replaced at each and every step is called rightmost derivation.</a:t>
            </a:r>
            <a:endParaRPr/>
          </a:p>
          <a:p>
            <a:pPr indent="-152400" lvl="0" marL="91440" rtl="0" algn="just">
              <a:lnSpc>
                <a:spcPct val="85000"/>
              </a:lnSpc>
              <a:spcBef>
                <a:spcPts val="1300"/>
              </a:spcBef>
              <a:spcAft>
                <a:spcPts val="0"/>
              </a:spcAft>
              <a:buClr>
                <a:srgbClr val="262626"/>
              </a:buClr>
              <a:buSzPts val="2400"/>
              <a:buFont typeface="Arial"/>
              <a:buChar char="•"/>
            </a:pPr>
            <a:r>
              <a:rPr lang="en-US"/>
              <a:t> Example: E -&gt; E+E| E*E| (E) | id</a:t>
            </a:r>
            <a:endParaRPr/>
          </a:p>
          <a:p>
            <a:pPr indent="0" lvl="0" marL="0" rtl="0" algn="just">
              <a:lnSpc>
                <a:spcPct val="85000"/>
              </a:lnSpc>
              <a:spcBef>
                <a:spcPts val="1300"/>
              </a:spcBef>
              <a:spcAft>
                <a:spcPts val="0"/>
              </a:spcAft>
              <a:buClr>
                <a:srgbClr val="262626"/>
              </a:buClr>
              <a:buSzPts val="2400"/>
              <a:buNone/>
            </a:pPr>
            <a:r>
              <a:rPr lang="en-US"/>
              <a:t>	Obtain string: id+id*id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657224" y="499533"/>
            <a:ext cx="10772775" cy="580602"/>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Sentential Form of G (Sentence of G):</a:t>
            </a:r>
            <a:endParaRPr b="1">
              <a:solidFill>
                <a:srgbClr val="215E6A"/>
              </a:solidFill>
            </a:endParaRPr>
          </a:p>
        </p:txBody>
      </p:sp>
      <p:sp>
        <p:nvSpPr>
          <p:cNvPr id="196" name="Google Shape;196;p32"/>
          <p:cNvSpPr txBox="1"/>
          <p:nvPr>
            <p:ph idx="1" type="body"/>
          </p:nvPr>
        </p:nvSpPr>
        <p:spPr>
          <a:xfrm>
            <a:off x="676274" y="1327355"/>
            <a:ext cx="10753725" cy="4494755"/>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lang="en-US" sz="2800"/>
              <a:t>If S =&gt; α, where S is the start symbol of the grammar G, we say that α is a sentential form of G.</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 sentential form may contain both terminals and non-terminals and may be empty.</a:t>
            </a:r>
            <a:endParaRPr/>
          </a:p>
          <a:p>
            <a:pPr indent="-177800" lvl="0" marL="91440" rtl="0" algn="just">
              <a:lnSpc>
                <a:spcPct val="85000"/>
              </a:lnSpc>
              <a:spcBef>
                <a:spcPts val="1300"/>
              </a:spcBef>
              <a:spcAft>
                <a:spcPts val="0"/>
              </a:spcAft>
              <a:buClr>
                <a:srgbClr val="262626"/>
              </a:buClr>
              <a:buSzPts val="2800"/>
              <a:buFont typeface="Arial"/>
              <a:buChar char="•"/>
            </a:pPr>
            <a:r>
              <a:rPr lang="en-US" sz="2800"/>
              <a:t>A sentence of G is a sentential form with no non-terminals.</a:t>
            </a:r>
            <a:endParaRPr/>
          </a:p>
          <a:p>
            <a:pPr indent="-177800" lvl="0" marL="91440" rtl="0" algn="just">
              <a:lnSpc>
                <a:spcPct val="100000"/>
              </a:lnSpc>
              <a:spcBef>
                <a:spcPts val="1300"/>
              </a:spcBef>
              <a:spcAft>
                <a:spcPts val="0"/>
              </a:spcAft>
              <a:buClr>
                <a:srgbClr val="262626"/>
              </a:buClr>
              <a:buSzPts val="2800"/>
              <a:buFont typeface="Arial"/>
              <a:buChar char="•"/>
            </a:pPr>
            <a:r>
              <a:rPr lang="en-US" sz="2800"/>
              <a:t>The language generated by a grammar is its set of sentences. Thus, a string of terminals w is in L(G), the language generated by G, if and only if w is a sentences of G (or S =&gt; w).</a:t>
            </a:r>
            <a:endParaRPr/>
          </a:p>
          <a:p>
            <a:pPr indent="-177800" lvl="0" marL="91440" rtl="0" algn="just">
              <a:lnSpc>
                <a:spcPct val="85000"/>
              </a:lnSpc>
              <a:spcBef>
                <a:spcPts val="1300"/>
              </a:spcBef>
              <a:spcAft>
                <a:spcPts val="0"/>
              </a:spcAft>
              <a:buClr>
                <a:srgbClr val="262626"/>
              </a:buClr>
              <a:buSzPts val="2800"/>
              <a:buFont typeface="Arial"/>
              <a:buChar char="•"/>
            </a:pPr>
            <a:r>
              <a:rPr lang="en-US" sz="2800"/>
              <a:t>A language that can be generated by a grammar is context-free grammar.</a:t>
            </a:r>
            <a:endParaRPr sz="2800"/>
          </a:p>
        </p:txBody>
      </p:sp>
      <p:sp>
        <p:nvSpPr>
          <p:cNvPr id="197" name="Google Shape;197;p32"/>
          <p:cNvSpPr txBox="1"/>
          <p:nvPr/>
        </p:nvSpPr>
        <p:spPr>
          <a:xfrm>
            <a:off x="1371600" y="1231177"/>
            <a:ext cx="5456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98" name="Google Shape;198;p32"/>
          <p:cNvSpPr txBox="1"/>
          <p:nvPr/>
        </p:nvSpPr>
        <p:spPr>
          <a:xfrm>
            <a:off x="4606413" y="4465986"/>
            <a:ext cx="5456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idx="1" type="body"/>
          </p:nvPr>
        </p:nvSpPr>
        <p:spPr>
          <a:xfrm>
            <a:off x="676656" y="722672"/>
            <a:ext cx="10753725" cy="5589638"/>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lang="en-US" sz="2800"/>
              <a:t> </a:t>
            </a:r>
            <a:r>
              <a:rPr b="1" lang="en-US" sz="2800"/>
              <a:t>Type of Sentential Form:</a:t>
            </a:r>
            <a:endParaRPr/>
          </a:p>
          <a:p>
            <a:pPr indent="-457200" lvl="0" marL="457200" rtl="0" algn="just">
              <a:lnSpc>
                <a:spcPct val="85000"/>
              </a:lnSpc>
              <a:spcBef>
                <a:spcPts val="1300"/>
              </a:spcBef>
              <a:spcAft>
                <a:spcPts val="0"/>
              </a:spcAft>
              <a:buClr>
                <a:srgbClr val="262626"/>
              </a:buClr>
              <a:buSzPts val="2800"/>
              <a:buAutoNum type="arabicPeriod"/>
            </a:pPr>
            <a:r>
              <a:rPr b="1" lang="en-US" sz="2800"/>
              <a:t>Left Sentential Form: </a:t>
            </a:r>
            <a:endParaRPr/>
          </a:p>
          <a:p>
            <a:pPr indent="-342900" lvl="1" marL="347472" rtl="0" algn="just">
              <a:lnSpc>
                <a:spcPct val="85000"/>
              </a:lnSpc>
              <a:spcBef>
                <a:spcPts val="600"/>
              </a:spcBef>
              <a:spcAft>
                <a:spcPts val="0"/>
              </a:spcAft>
              <a:buClr>
                <a:srgbClr val="262626"/>
              </a:buClr>
              <a:buSzPts val="2800"/>
              <a:buFont typeface="Arial"/>
              <a:buChar char="•"/>
            </a:pPr>
            <a:r>
              <a:rPr lang="en-US" sz="2800"/>
              <a:t>If there is a derivation of the form S=&gt;α , where at each step in the derivation process only a leftmost variable is replaced, then α is called left-sentential form of G.</a:t>
            </a:r>
            <a:endParaRPr/>
          </a:p>
          <a:p>
            <a:pPr indent="-457200" lvl="0" marL="457200" rtl="0" algn="just">
              <a:lnSpc>
                <a:spcPct val="85000"/>
              </a:lnSpc>
              <a:spcBef>
                <a:spcPts val="1300"/>
              </a:spcBef>
              <a:spcAft>
                <a:spcPts val="0"/>
              </a:spcAft>
              <a:buClr>
                <a:srgbClr val="262626"/>
              </a:buClr>
              <a:buSzPts val="2800"/>
              <a:buFont typeface="Arial"/>
              <a:buAutoNum type="arabicPeriod"/>
            </a:pPr>
            <a:r>
              <a:rPr b="1" lang="en-US" sz="2800"/>
              <a:t>Right Sentential Form: </a:t>
            </a:r>
            <a:endParaRPr/>
          </a:p>
          <a:p>
            <a:pPr indent="-342900" lvl="1" marL="347472" rtl="0" algn="just">
              <a:lnSpc>
                <a:spcPct val="85000"/>
              </a:lnSpc>
              <a:spcBef>
                <a:spcPts val="600"/>
              </a:spcBef>
              <a:spcAft>
                <a:spcPts val="0"/>
              </a:spcAft>
              <a:buClr>
                <a:srgbClr val="262626"/>
              </a:buClr>
              <a:buSzPts val="2800"/>
              <a:buFont typeface="Arial"/>
              <a:buChar char="•"/>
            </a:pPr>
            <a:r>
              <a:rPr lang="en-US" sz="2800"/>
              <a:t>If there is a derivation of the form S=&gt;α , where at each step in the derivation process only a rightmost variable is replaced, then α is called right-sentential form of G.</a:t>
            </a:r>
            <a:endParaRPr/>
          </a:p>
          <a:p>
            <a:pPr indent="-342900" lvl="1" marL="347472" rtl="0" algn="just">
              <a:lnSpc>
                <a:spcPct val="85000"/>
              </a:lnSpc>
              <a:spcBef>
                <a:spcPts val="600"/>
              </a:spcBef>
              <a:spcAft>
                <a:spcPts val="0"/>
              </a:spcAft>
              <a:buClr>
                <a:srgbClr val="262626"/>
              </a:buClr>
              <a:buSzPts val="2800"/>
              <a:buFont typeface="Arial"/>
              <a:buChar char="•"/>
            </a:pPr>
            <a:r>
              <a:rPr lang="en-US" sz="2800"/>
              <a:t>Example: E -&gt; E+E| E*E| (E) | id</a:t>
            </a:r>
            <a:endParaRPr/>
          </a:p>
          <a:p>
            <a:pPr indent="-342900" lvl="1" marL="347472" rtl="0" algn="just">
              <a:lnSpc>
                <a:spcPct val="85000"/>
              </a:lnSpc>
              <a:spcBef>
                <a:spcPts val="600"/>
              </a:spcBef>
              <a:spcAft>
                <a:spcPts val="0"/>
              </a:spcAft>
              <a:buClr>
                <a:srgbClr val="262626"/>
              </a:buClr>
              <a:buSzPts val="2800"/>
              <a:buFont typeface="Arial"/>
              <a:buChar char="•"/>
            </a:pPr>
            <a:r>
              <a:rPr lang="en-US" sz="2800"/>
              <a:t>Derive the leftmost derivation for the above grammar.</a:t>
            </a:r>
            <a:endParaRPr/>
          </a:p>
          <a:p>
            <a:pPr indent="0" lvl="1" marL="4572" rtl="0" algn="just">
              <a:lnSpc>
                <a:spcPct val="85000"/>
              </a:lnSpc>
              <a:spcBef>
                <a:spcPts val="600"/>
              </a:spcBef>
              <a:spcAft>
                <a:spcPts val="0"/>
              </a:spcAft>
              <a:buClr>
                <a:srgbClr val="262626"/>
              </a:buClr>
              <a:buSzPts val="2800"/>
              <a:buNone/>
            </a:pPr>
            <a:r>
              <a:rPr lang="en-US" sz="2800"/>
              <a:t>{The string of grammar symbols obtained in each step of leftmost derivation are the various left-sentential form of G.}</a:t>
            </a:r>
            <a:endParaRPr/>
          </a:p>
        </p:txBody>
      </p:sp>
      <p:sp>
        <p:nvSpPr>
          <p:cNvPr id="204" name="Google Shape;204;p33"/>
          <p:cNvSpPr txBox="1"/>
          <p:nvPr/>
        </p:nvSpPr>
        <p:spPr>
          <a:xfrm>
            <a:off x="6530381" y="1625074"/>
            <a:ext cx="4031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205" name="Google Shape;205;p33"/>
          <p:cNvSpPr txBox="1"/>
          <p:nvPr/>
        </p:nvSpPr>
        <p:spPr>
          <a:xfrm>
            <a:off x="6530382" y="3310385"/>
            <a:ext cx="4031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657224" y="499533"/>
            <a:ext cx="10772775" cy="75408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Clr>
                <a:srgbClr val="215E6A"/>
              </a:buClr>
              <a:buSzPct val="100000"/>
              <a:buFont typeface="Calibri"/>
              <a:buNone/>
            </a:pPr>
            <a:r>
              <a:rPr b="1" lang="en-US">
                <a:solidFill>
                  <a:srgbClr val="215E6A"/>
                </a:solidFill>
              </a:rPr>
              <a:t>Parse Trees and Derivations:</a:t>
            </a:r>
            <a:endParaRPr b="1">
              <a:solidFill>
                <a:srgbClr val="215E6A"/>
              </a:solidFill>
            </a:endParaRPr>
          </a:p>
        </p:txBody>
      </p:sp>
      <p:sp>
        <p:nvSpPr>
          <p:cNvPr id="211" name="Google Shape;211;p34"/>
          <p:cNvSpPr txBox="1"/>
          <p:nvPr>
            <p:ph idx="1" type="body"/>
          </p:nvPr>
        </p:nvSpPr>
        <p:spPr>
          <a:xfrm>
            <a:off x="676656" y="1401098"/>
            <a:ext cx="10753725" cy="4376768"/>
          </a:xfrm>
          <a:prstGeom prst="rect">
            <a:avLst/>
          </a:prstGeom>
          <a:noFill/>
          <a:ln>
            <a:noFill/>
          </a:ln>
        </p:spPr>
        <p:txBody>
          <a:bodyPr anchorCtr="0" anchor="t" bIns="45700" lIns="91425" spcFirstLastPara="1" rIns="91425" wrap="square" tIns="45700">
            <a:noAutofit/>
          </a:bodyPr>
          <a:lstStyle/>
          <a:p>
            <a:pPr indent="-165100" lvl="0" marL="91440" rtl="0" algn="just">
              <a:lnSpc>
                <a:spcPct val="85000"/>
              </a:lnSpc>
              <a:spcBef>
                <a:spcPts val="0"/>
              </a:spcBef>
              <a:spcAft>
                <a:spcPts val="0"/>
              </a:spcAft>
              <a:buClr>
                <a:srgbClr val="262626"/>
              </a:buClr>
              <a:buSzPts val="2600"/>
              <a:buFont typeface="Arial"/>
              <a:buChar char="•"/>
            </a:pPr>
            <a:r>
              <a:rPr lang="en-US" sz="2600"/>
              <a:t>A </a:t>
            </a:r>
            <a:r>
              <a:rPr b="1" lang="en-US" sz="2600"/>
              <a:t>parse tree </a:t>
            </a:r>
            <a:r>
              <a:rPr lang="en-US" sz="2600"/>
              <a:t>is a graphical representation of a derivation that filters out the order in which productions are applied to replace non-terminals.</a:t>
            </a:r>
            <a:endParaRPr/>
          </a:p>
          <a:p>
            <a:pPr indent="-165100" lvl="0" marL="91440" rtl="0" algn="just">
              <a:lnSpc>
                <a:spcPct val="85000"/>
              </a:lnSpc>
              <a:spcBef>
                <a:spcPts val="1300"/>
              </a:spcBef>
              <a:spcAft>
                <a:spcPts val="0"/>
              </a:spcAft>
              <a:buClr>
                <a:srgbClr val="262626"/>
              </a:buClr>
              <a:buSzPts val="2600"/>
              <a:buFont typeface="Arial"/>
              <a:buChar char="•"/>
            </a:pPr>
            <a:r>
              <a:rPr lang="en-US" sz="2600"/>
              <a:t>Each interior node of a parse tree represents the application of the production.</a:t>
            </a:r>
            <a:endParaRPr/>
          </a:p>
          <a:p>
            <a:pPr indent="-165100" lvl="0" marL="91440" rtl="0" algn="just">
              <a:lnSpc>
                <a:spcPct val="85000"/>
              </a:lnSpc>
              <a:spcBef>
                <a:spcPts val="1300"/>
              </a:spcBef>
              <a:spcAft>
                <a:spcPts val="0"/>
              </a:spcAft>
              <a:buClr>
                <a:srgbClr val="262626"/>
              </a:buClr>
              <a:buSzPts val="2600"/>
              <a:buFont typeface="Arial"/>
              <a:buChar char="•"/>
            </a:pPr>
            <a:r>
              <a:rPr lang="en-US" sz="2600"/>
              <a:t>The interior node is labeled with a non-terminal ‘A’ in the head of the production; the children of the node are labeled from left tor right, by the symbols in the body of the production by which this ‘A’ was replaced during the derivation.</a:t>
            </a:r>
            <a:endParaRPr/>
          </a:p>
          <a:p>
            <a:pPr indent="-165100" lvl="0" marL="91440" rtl="0" algn="just">
              <a:lnSpc>
                <a:spcPct val="85000"/>
              </a:lnSpc>
              <a:spcBef>
                <a:spcPts val="1300"/>
              </a:spcBef>
              <a:spcAft>
                <a:spcPts val="0"/>
              </a:spcAft>
              <a:buClr>
                <a:srgbClr val="262626"/>
              </a:buClr>
              <a:buSzPts val="2600"/>
              <a:buFont typeface="Arial"/>
              <a:buChar char="•"/>
            </a:pPr>
            <a:r>
              <a:rPr b="1" lang="en-US" sz="2600"/>
              <a:t>Example: Construct a parse tree for the given grammar: E -&gt; E+E| E*E| (E) | id </a:t>
            </a:r>
            <a:endParaRPr/>
          </a:p>
          <a:p>
            <a:pPr indent="-165100" lvl="0" marL="91440" rtl="0" algn="just">
              <a:lnSpc>
                <a:spcPct val="85000"/>
              </a:lnSpc>
              <a:spcBef>
                <a:spcPts val="1300"/>
              </a:spcBef>
              <a:spcAft>
                <a:spcPts val="0"/>
              </a:spcAft>
              <a:buClr>
                <a:srgbClr val="262626"/>
              </a:buClr>
              <a:buSzPts val="2600"/>
              <a:buFont typeface="Arial"/>
              <a:buChar char="•"/>
            </a:pPr>
            <a:r>
              <a:rPr lang="en-US" sz="2600"/>
              <a:t>The leaves of the parse tree are labelled by non terminals or terminals, and read from left to right, constitute a sentential form, called the yield or frontier of the tree.</a:t>
            </a:r>
            <a:endParaRPr/>
          </a:p>
          <a:p>
            <a:pPr indent="-165100" lvl="0" marL="91440" rtl="0" algn="just">
              <a:lnSpc>
                <a:spcPct val="85000"/>
              </a:lnSpc>
              <a:spcBef>
                <a:spcPts val="1300"/>
              </a:spcBef>
              <a:spcAft>
                <a:spcPts val="0"/>
              </a:spcAft>
              <a:buClr>
                <a:srgbClr val="262626"/>
              </a:buClr>
              <a:buSzPts val="2600"/>
              <a:buFont typeface="Arial"/>
              <a:buChar char="•"/>
            </a:pPr>
            <a:r>
              <a:rPr lang="en-US" sz="2600"/>
              <a:t>Read from left to right: id+id*id, this is the yield of the given parse tree.</a:t>
            </a:r>
            <a:endParaRPr sz="2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35"/>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657224" y="499533"/>
            <a:ext cx="10772775" cy="695086"/>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Ambiguity:</a:t>
            </a:r>
            <a:endParaRPr b="1">
              <a:solidFill>
                <a:srgbClr val="215E6A"/>
              </a:solidFill>
            </a:endParaRPr>
          </a:p>
        </p:txBody>
      </p:sp>
      <p:sp>
        <p:nvSpPr>
          <p:cNvPr id="222" name="Google Shape;222;p36"/>
          <p:cNvSpPr txBox="1"/>
          <p:nvPr>
            <p:ph idx="1" type="body"/>
          </p:nvPr>
        </p:nvSpPr>
        <p:spPr>
          <a:xfrm>
            <a:off x="676656" y="1342102"/>
            <a:ext cx="10900828" cy="5016365"/>
          </a:xfrm>
          <a:prstGeom prst="rect">
            <a:avLst/>
          </a:prstGeom>
          <a:noFill/>
          <a:ln>
            <a:noFill/>
          </a:ln>
        </p:spPr>
        <p:txBody>
          <a:bodyPr anchorCtr="0" anchor="t" bIns="45700" lIns="91425" spcFirstLastPara="1" rIns="91425" wrap="square" tIns="45700">
            <a:normAutofit lnSpcReduction="10000"/>
          </a:bodyPr>
          <a:lstStyle/>
          <a:p>
            <a:pPr indent="-177800" lvl="0" marL="91440" rtl="0" algn="just">
              <a:lnSpc>
                <a:spcPct val="85000"/>
              </a:lnSpc>
              <a:spcBef>
                <a:spcPts val="0"/>
              </a:spcBef>
              <a:spcAft>
                <a:spcPts val="0"/>
              </a:spcAft>
              <a:buClr>
                <a:srgbClr val="262626"/>
              </a:buClr>
              <a:buSzPts val="2800"/>
              <a:buFont typeface="Arial"/>
              <a:buChar char="•"/>
            </a:pPr>
            <a:r>
              <a:rPr lang="en-US" sz="2800"/>
              <a:t>A grammar that produces more than one parse tree for some sentence is said to be ambiguous.</a:t>
            </a:r>
            <a:endParaRPr/>
          </a:p>
          <a:p>
            <a:pPr indent="-177800" lvl="0" marL="91440" rtl="0" algn="just">
              <a:lnSpc>
                <a:spcPct val="85000"/>
              </a:lnSpc>
              <a:spcBef>
                <a:spcPts val="1300"/>
              </a:spcBef>
              <a:spcAft>
                <a:spcPts val="0"/>
              </a:spcAft>
              <a:buClr>
                <a:srgbClr val="262626"/>
              </a:buClr>
              <a:buSzPts val="2800"/>
              <a:buFont typeface="Arial"/>
              <a:buChar char="•"/>
            </a:pPr>
            <a:r>
              <a:rPr lang="en-US" sz="2800"/>
              <a:t>An ambiguous grammar is the one that produces more than one leftmost derivation or more than one right most derivation for the same sentence.</a:t>
            </a:r>
            <a:endParaRPr/>
          </a:p>
          <a:p>
            <a:pPr indent="-177800" lvl="0" marL="91440" rtl="0" algn="just">
              <a:lnSpc>
                <a:spcPct val="85000"/>
              </a:lnSpc>
              <a:spcBef>
                <a:spcPts val="1300"/>
              </a:spcBef>
              <a:spcAft>
                <a:spcPts val="0"/>
              </a:spcAft>
              <a:buClr>
                <a:srgbClr val="262626"/>
              </a:buClr>
              <a:buSzPts val="2800"/>
              <a:buFont typeface="Arial"/>
              <a:buChar char="•"/>
            </a:pPr>
            <a:r>
              <a:rPr lang="en-US" sz="2800"/>
              <a:t>Example: the arithmetic expression grammar below permits 2 distinct leftmost derivation for this sentence: id+id*id.</a:t>
            </a:r>
            <a:endParaRPr/>
          </a:p>
          <a:p>
            <a:pPr indent="-177800" lvl="0" marL="91440" rtl="0" algn="just">
              <a:lnSpc>
                <a:spcPct val="85000"/>
              </a:lnSpc>
              <a:spcBef>
                <a:spcPts val="1300"/>
              </a:spcBef>
              <a:spcAft>
                <a:spcPts val="0"/>
              </a:spcAft>
              <a:buClr>
                <a:srgbClr val="262626"/>
              </a:buClr>
              <a:buSzPts val="2800"/>
              <a:buFont typeface="Arial"/>
              <a:buChar char="•"/>
            </a:pPr>
            <a:r>
              <a:rPr lang="en-US" sz="2800"/>
              <a:t>Grammar: </a:t>
            </a:r>
            <a:r>
              <a:rPr b="1" lang="en-US" sz="2800"/>
              <a:t>E -&gt; E+E| E*E| (E) | id </a:t>
            </a:r>
            <a:endParaRPr sz="2800"/>
          </a:p>
          <a:p>
            <a:pPr indent="-177800" lvl="0" marL="91440" rtl="0" algn="just">
              <a:lnSpc>
                <a:spcPct val="85000"/>
              </a:lnSpc>
              <a:spcBef>
                <a:spcPts val="1300"/>
              </a:spcBef>
              <a:spcAft>
                <a:spcPts val="0"/>
              </a:spcAft>
              <a:buClr>
                <a:srgbClr val="262626"/>
              </a:buClr>
              <a:buSzPts val="2800"/>
              <a:buFont typeface="Arial"/>
              <a:buChar char="•"/>
            </a:pPr>
            <a:r>
              <a:rPr lang="en-US" sz="2800"/>
              <a:t>Since the 2 parse trees are different for the same sentence id+id*id by applying leftmost derivation, the grammar is ambiguous.</a:t>
            </a:r>
            <a:endParaRPr/>
          </a:p>
          <a:p>
            <a:pPr indent="-177800" lvl="0" marL="91440" rtl="0" algn="just">
              <a:lnSpc>
                <a:spcPct val="85000"/>
              </a:lnSpc>
              <a:spcBef>
                <a:spcPts val="1300"/>
              </a:spcBef>
              <a:spcAft>
                <a:spcPts val="0"/>
              </a:spcAft>
              <a:buClr>
                <a:srgbClr val="262626"/>
              </a:buClr>
              <a:buSzPts val="2800"/>
              <a:buFont typeface="Arial"/>
              <a:buChar char="•"/>
            </a:pPr>
            <a:r>
              <a:rPr lang="en-US" sz="2800"/>
              <a:t>It is convenient to use carefully chosen ambiguous grammars, together with  </a:t>
            </a:r>
            <a:r>
              <a:rPr b="1" lang="en-US" sz="2800"/>
              <a:t>disambiguating rules </a:t>
            </a:r>
            <a:r>
              <a:rPr lang="en-US" sz="2800"/>
              <a:t>that ‘throw away’ undesirable parse trees, leaving only one tree for each sentence</a:t>
            </a:r>
            <a:endParaRPr b="1" sz="2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7"/>
          <p:cNvPicPr preferRelativeResize="0"/>
          <p:nvPr/>
        </p:nvPicPr>
        <p:blipFill rotWithShape="1">
          <a:blip r:embed="rId3">
            <a:alphaModFix/>
          </a:blip>
          <a:srcRect b="0" l="0" r="0" t="0"/>
          <a:stretch/>
        </p:blipFill>
        <p:spPr>
          <a:xfrm>
            <a:off x="112295" y="0"/>
            <a:ext cx="1196741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657224" y="499533"/>
            <a:ext cx="10772775" cy="724583"/>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Writing a Grammar:</a:t>
            </a:r>
            <a:endParaRPr b="1">
              <a:solidFill>
                <a:srgbClr val="215E6A"/>
              </a:solidFill>
            </a:endParaRPr>
          </a:p>
        </p:txBody>
      </p:sp>
      <p:sp>
        <p:nvSpPr>
          <p:cNvPr id="233" name="Google Shape;233;p38"/>
          <p:cNvSpPr txBox="1"/>
          <p:nvPr>
            <p:ph idx="1" type="body"/>
          </p:nvPr>
        </p:nvSpPr>
        <p:spPr>
          <a:xfrm>
            <a:off x="676656" y="1445342"/>
            <a:ext cx="10753725" cy="4332523"/>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lang="en-US" sz="2800"/>
              <a:t>Grammars are capable of describing most, but not all, of the syntax of programming languages.</a:t>
            </a:r>
            <a:endParaRPr/>
          </a:p>
          <a:p>
            <a:pPr indent="-177800" lvl="0" marL="91440" rtl="0" algn="just">
              <a:lnSpc>
                <a:spcPct val="85000"/>
              </a:lnSpc>
              <a:spcBef>
                <a:spcPts val="1300"/>
              </a:spcBef>
              <a:spcAft>
                <a:spcPts val="0"/>
              </a:spcAft>
              <a:buClr>
                <a:srgbClr val="262626"/>
              </a:buClr>
              <a:buSzPts val="2800"/>
              <a:buFont typeface="Arial"/>
              <a:buChar char="•"/>
            </a:pPr>
            <a:r>
              <a:rPr lang="en-US" sz="2800"/>
              <a:t>For instance, the requirement that identifies be declared before they are used, cannot be described by a context free grammar.</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Therefore, the sequences of tokens accepted by a parser form a superset of the programming language; subsequent faces of the company must analyse the output of the parser to ensure compliance with rules that are not checked by the parser.</a:t>
            </a:r>
            <a:endParaRPr/>
          </a:p>
          <a:p>
            <a:pPr indent="0" lvl="0" marL="91440" rtl="0" algn="just">
              <a:lnSpc>
                <a:spcPct val="85000"/>
              </a:lnSpc>
              <a:spcBef>
                <a:spcPts val="1300"/>
              </a:spcBef>
              <a:spcAft>
                <a:spcPts val="0"/>
              </a:spcAft>
              <a:buClr>
                <a:srgbClr val="262626"/>
              </a:buClr>
              <a:buSzPts val="2800"/>
              <a:buFont typeface="Arial"/>
              <a:buNone/>
            </a:pPr>
            <a:r>
              <a:t/>
            </a:r>
            <a:endParaRPr sz="2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657224" y="499533"/>
            <a:ext cx="10772775" cy="580602"/>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Lexical vs. Syntactic Analysis:</a:t>
            </a:r>
            <a:endParaRPr b="1">
              <a:solidFill>
                <a:srgbClr val="215E6A"/>
              </a:solidFill>
            </a:endParaRPr>
          </a:p>
        </p:txBody>
      </p:sp>
      <p:sp>
        <p:nvSpPr>
          <p:cNvPr id="239" name="Google Shape;239;p39"/>
          <p:cNvSpPr txBox="1"/>
          <p:nvPr>
            <p:ph idx="1" type="body"/>
          </p:nvPr>
        </p:nvSpPr>
        <p:spPr>
          <a:xfrm>
            <a:off x="676656" y="1268362"/>
            <a:ext cx="10753725" cy="4509504"/>
          </a:xfrm>
          <a:prstGeom prst="rect">
            <a:avLst/>
          </a:prstGeom>
          <a:noFill/>
          <a:ln>
            <a:noFill/>
          </a:ln>
        </p:spPr>
        <p:txBody>
          <a:bodyPr anchorCtr="0" anchor="t" bIns="45700" lIns="91425" spcFirstLastPara="1" rIns="91425" wrap="square" tIns="45700">
            <a:normAutofit/>
          </a:bodyPr>
          <a:lstStyle/>
          <a:p>
            <a:pPr indent="-165100" lvl="0" marL="91440" rtl="0" algn="just">
              <a:lnSpc>
                <a:spcPct val="85000"/>
              </a:lnSpc>
              <a:spcBef>
                <a:spcPts val="0"/>
              </a:spcBef>
              <a:spcAft>
                <a:spcPts val="0"/>
              </a:spcAft>
              <a:buClr>
                <a:srgbClr val="262626"/>
              </a:buClr>
              <a:buSzPts val="2600"/>
              <a:buFont typeface="Arial"/>
              <a:buChar char="•"/>
            </a:pPr>
            <a:r>
              <a:rPr lang="en-US" sz="2600"/>
              <a:t>To use regular expressions to define the lexical syntax of a language, there are several reasons.</a:t>
            </a:r>
            <a:endParaRPr/>
          </a:p>
          <a:p>
            <a:pPr indent="-457200" lvl="0" marL="457200" rtl="0" algn="just">
              <a:lnSpc>
                <a:spcPct val="85000"/>
              </a:lnSpc>
              <a:spcBef>
                <a:spcPts val="1300"/>
              </a:spcBef>
              <a:spcAft>
                <a:spcPts val="0"/>
              </a:spcAft>
              <a:buClr>
                <a:srgbClr val="262626"/>
              </a:buClr>
              <a:buSzPts val="2600"/>
              <a:buAutoNum type="arabicPeriod"/>
            </a:pPr>
            <a:r>
              <a:rPr lang="en-US" sz="2600"/>
              <a:t>Separating the syntactic structure of a language into lexical and non lexical paths provides a convenient way of modularization the front end of a compiler into 2 manageable sized components.</a:t>
            </a:r>
            <a:endParaRPr/>
          </a:p>
          <a:p>
            <a:pPr indent="-457200" lvl="0" marL="457200" rtl="0" algn="just">
              <a:lnSpc>
                <a:spcPct val="85000"/>
              </a:lnSpc>
              <a:spcBef>
                <a:spcPts val="1300"/>
              </a:spcBef>
              <a:spcAft>
                <a:spcPts val="0"/>
              </a:spcAft>
              <a:buClr>
                <a:srgbClr val="262626"/>
              </a:buClr>
              <a:buSzPts val="2600"/>
              <a:buAutoNum type="arabicPeriod"/>
            </a:pPr>
            <a:r>
              <a:rPr lang="en-US" sz="2600"/>
              <a:t>The lexical rules of a language are frequently quite simple, hi to describe them we do not need a notation as powerful as grammars.</a:t>
            </a:r>
            <a:endParaRPr/>
          </a:p>
          <a:p>
            <a:pPr indent="-457200" lvl="0" marL="457200" rtl="0" algn="just">
              <a:lnSpc>
                <a:spcPct val="85000"/>
              </a:lnSpc>
              <a:spcBef>
                <a:spcPts val="1300"/>
              </a:spcBef>
              <a:spcAft>
                <a:spcPts val="0"/>
              </a:spcAft>
              <a:buClr>
                <a:srgbClr val="262626"/>
              </a:buClr>
              <a:buSzPts val="2600"/>
              <a:buAutoNum type="arabicPeriod"/>
            </a:pPr>
            <a:r>
              <a:rPr lang="en-US" sz="2600"/>
              <a:t>Regular expressions generally provide a more concise hand easier to understand for tokens than grammars.</a:t>
            </a:r>
            <a:endParaRPr/>
          </a:p>
          <a:p>
            <a:pPr indent="-457200" lvl="0" marL="457200" rtl="0" algn="just">
              <a:lnSpc>
                <a:spcPct val="85000"/>
              </a:lnSpc>
              <a:spcBef>
                <a:spcPts val="1300"/>
              </a:spcBef>
              <a:spcAft>
                <a:spcPts val="0"/>
              </a:spcAft>
              <a:buClr>
                <a:srgbClr val="262626"/>
              </a:buClr>
              <a:buSzPts val="2600"/>
              <a:buAutoNum type="arabicPeriod"/>
            </a:pPr>
            <a:r>
              <a:rPr lang="en-US" sz="2600"/>
              <a:t>More efficient lexical analysers can be constructed automatically from regular expression than from arbitrary grammar.</a:t>
            </a:r>
            <a:endParaRPr/>
          </a:p>
          <a:p>
            <a:pPr indent="-304800" lvl="0" marL="457200" rtl="0" algn="l">
              <a:lnSpc>
                <a:spcPct val="85000"/>
              </a:lnSpc>
              <a:spcBef>
                <a:spcPts val="1300"/>
              </a:spcBef>
              <a:spcAft>
                <a:spcPts val="0"/>
              </a:spcAft>
              <a:buClr>
                <a:srgbClr val="262626"/>
              </a:buClr>
              <a:buSzPts val="24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0"/>
          <p:cNvSpPr txBox="1"/>
          <p:nvPr>
            <p:ph idx="1" type="body"/>
          </p:nvPr>
        </p:nvSpPr>
        <p:spPr>
          <a:xfrm>
            <a:off x="676656" y="1607574"/>
            <a:ext cx="10753725" cy="4170291"/>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lang="en-US" sz="2800"/>
              <a:t>Regular expressions are most useful for describing the structure of constructs such as identifiers, constants, keywords, and white space.</a:t>
            </a:r>
            <a:endParaRPr/>
          </a:p>
          <a:p>
            <a:pPr indent="-177800" lvl="0" marL="91440" rtl="0" algn="just">
              <a:lnSpc>
                <a:spcPct val="85000"/>
              </a:lnSpc>
              <a:spcBef>
                <a:spcPts val="1300"/>
              </a:spcBef>
              <a:spcAft>
                <a:spcPts val="0"/>
              </a:spcAft>
              <a:buClr>
                <a:srgbClr val="262626"/>
              </a:buClr>
              <a:buSzPts val="2800"/>
              <a:buFont typeface="Arial"/>
              <a:buChar char="•"/>
            </a:pPr>
            <a:r>
              <a:rPr lang="en-US" sz="2800"/>
              <a:t>Grammars are most useful for describing nested structures such as balanced parenthesis, matching begin-end’s, corresponding if-then-else’s, and so on.</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These nested structures cannot be described by regular expressions.</a:t>
            </a:r>
            <a:endParaRPr sz="2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657224" y="499533"/>
            <a:ext cx="10772775" cy="580602"/>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Eliminating Ambiguity:</a:t>
            </a:r>
            <a:endParaRPr b="1">
              <a:solidFill>
                <a:srgbClr val="215E6A"/>
              </a:solidFill>
            </a:endParaRPr>
          </a:p>
        </p:txBody>
      </p:sp>
      <p:sp>
        <p:nvSpPr>
          <p:cNvPr id="250" name="Google Shape;250;p41"/>
          <p:cNvSpPr txBox="1"/>
          <p:nvPr>
            <p:ph idx="1" type="body"/>
          </p:nvPr>
        </p:nvSpPr>
        <p:spPr>
          <a:xfrm>
            <a:off x="676656" y="1430594"/>
            <a:ext cx="10753725" cy="4347271"/>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lang="en-US" sz="2800"/>
              <a:t>Sometimes an ambiguous grammar can be rewritten to eliminate the ambiguity.</a:t>
            </a:r>
            <a:endParaRPr/>
          </a:p>
          <a:p>
            <a:pPr indent="-177800" lvl="0" marL="91440" rtl="0" algn="just">
              <a:lnSpc>
                <a:spcPct val="85000"/>
              </a:lnSpc>
              <a:spcBef>
                <a:spcPts val="1300"/>
              </a:spcBef>
              <a:spcAft>
                <a:spcPts val="0"/>
              </a:spcAft>
              <a:buClr>
                <a:srgbClr val="262626"/>
              </a:buClr>
              <a:buSzPts val="2800"/>
              <a:buFont typeface="Arial"/>
              <a:buChar char="•"/>
            </a:pPr>
            <a:r>
              <a:rPr lang="en-US" sz="2800"/>
              <a:t>Example: eliminate the ambiguity from the following ‘dangling-else’ grammar:</a:t>
            </a:r>
            <a:endParaRPr/>
          </a:p>
          <a:p>
            <a:pPr indent="0" lvl="0" marL="0" rtl="0" algn="just">
              <a:lnSpc>
                <a:spcPct val="85000"/>
              </a:lnSpc>
              <a:spcBef>
                <a:spcPts val="1300"/>
              </a:spcBef>
              <a:spcAft>
                <a:spcPts val="0"/>
              </a:spcAft>
              <a:buClr>
                <a:srgbClr val="262626"/>
              </a:buClr>
              <a:buSzPts val="2800"/>
              <a:buNone/>
            </a:pPr>
            <a:r>
              <a:rPr lang="en-US" sz="2800"/>
              <a:t>	</a:t>
            </a:r>
            <a:r>
              <a:rPr b="1" lang="en-US" sz="2800">
                <a:solidFill>
                  <a:srgbClr val="FF0000"/>
                </a:solidFill>
              </a:rPr>
              <a:t>stmt -&gt; if ‘expr’ then ‘stmt’</a:t>
            </a:r>
            <a:endParaRPr/>
          </a:p>
          <a:p>
            <a:pPr indent="0" lvl="0" marL="0" rtl="0" algn="just">
              <a:lnSpc>
                <a:spcPct val="85000"/>
              </a:lnSpc>
              <a:spcBef>
                <a:spcPts val="1300"/>
              </a:spcBef>
              <a:spcAft>
                <a:spcPts val="0"/>
              </a:spcAft>
              <a:buClr>
                <a:srgbClr val="FF0000"/>
              </a:buClr>
              <a:buSzPts val="2800"/>
              <a:buNone/>
            </a:pPr>
            <a:r>
              <a:rPr b="1" lang="en-US" sz="2800">
                <a:solidFill>
                  <a:srgbClr val="FF0000"/>
                </a:solidFill>
              </a:rPr>
              <a:t>	          | If ‘expr’ then ‘stmt’ else ‘stmt’</a:t>
            </a:r>
            <a:endParaRPr/>
          </a:p>
          <a:p>
            <a:pPr indent="0" lvl="0" marL="0" rtl="0" algn="just">
              <a:lnSpc>
                <a:spcPct val="85000"/>
              </a:lnSpc>
              <a:spcBef>
                <a:spcPts val="1300"/>
              </a:spcBef>
              <a:spcAft>
                <a:spcPts val="0"/>
              </a:spcAft>
              <a:buClr>
                <a:srgbClr val="FF0000"/>
              </a:buClr>
              <a:buSzPts val="2800"/>
              <a:buNone/>
            </a:pPr>
            <a:r>
              <a:rPr b="1" lang="en-US" sz="2800">
                <a:solidFill>
                  <a:srgbClr val="FF0000"/>
                </a:solidFill>
              </a:rPr>
              <a:t>	          | other</a:t>
            </a:r>
            <a:endParaRPr/>
          </a:p>
          <a:p>
            <a:pPr indent="-177800" lvl="0" marL="91440" rtl="0" algn="just">
              <a:lnSpc>
                <a:spcPct val="85000"/>
              </a:lnSpc>
              <a:spcBef>
                <a:spcPts val="1300"/>
              </a:spcBef>
              <a:spcAft>
                <a:spcPts val="0"/>
              </a:spcAft>
              <a:buClr>
                <a:srgbClr val="262626"/>
              </a:buClr>
              <a:buSzPts val="2800"/>
              <a:buFont typeface="Arial"/>
              <a:buChar char="•"/>
            </a:pPr>
            <a:r>
              <a:rPr lang="en-US" sz="2800"/>
              <a:t>Here, other stands for any other statement.</a:t>
            </a:r>
            <a:endParaRPr/>
          </a:p>
          <a:p>
            <a:pPr indent="0" lvl="0" marL="91440" rtl="0" algn="just">
              <a:lnSpc>
                <a:spcPct val="85000"/>
              </a:lnSpc>
              <a:spcBef>
                <a:spcPts val="1300"/>
              </a:spcBef>
              <a:spcAft>
                <a:spcPts val="0"/>
              </a:spcAft>
              <a:buClr>
                <a:srgbClr val="262626"/>
              </a:buClr>
              <a:buSzPts val="2800"/>
              <a:buFont typeface="Arial"/>
              <a:buNone/>
            </a:pPr>
            <a:r>
              <a:t/>
            </a:r>
            <a:endParaRPr sz="2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42"/>
          <p:cNvPicPr preferRelativeResize="0"/>
          <p:nvPr/>
        </p:nvPicPr>
        <p:blipFill rotWithShape="1">
          <a:blip r:embed="rId3">
            <a:alphaModFix/>
          </a:blip>
          <a:srcRect b="0" l="0" r="0" t="0"/>
          <a:stretch/>
        </p:blipFill>
        <p:spPr>
          <a:xfrm>
            <a:off x="112295" y="0"/>
            <a:ext cx="11919284" cy="685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3"/>
          <p:cNvSpPr txBox="1"/>
          <p:nvPr>
            <p:ph idx="1" type="body"/>
          </p:nvPr>
        </p:nvSpPr>
        <p:spPr>
          <a:xfrm>
            <a:off x="676656" y="781666"/>
            <a:ext cx="10753725" cy="4996200"/>
          </a:xfrm>
          <a:prstGeom prst="rect">
            <a:avLst/>
          </a:prstGeom>
          <a:noFill/>
          <a:ln>
            <a:noFill/>
          </a:ln>
        </p:spPr>
        <p:txBody>
          <a:bodyPr anchorCtr="0" anchor="t" bIns="45700" lIns="91425" spcFirstLastPara="1" rIns="91425" wrap="square" tIns="45700">
            <a:normAutofit/>
          </a:bodyPr>
          <a:lstStyle/>
          <a:p>
            <a:pPr indent="-177800" lvl="0" marL="91440" rtl="0" algn="just">
              <a:lnSpc>
                <a:spcPct val="85000"/>
              </a:lnSpc>
              <a:spcBef>
                <a:spcPts val="0"/>
              </a:spcBef>
              <a:spcAft>
                <a:spcPts val="0"/>
              </a:spcAft>
              <a:buClr>
                <a:srgbClr val="262626"/>
              </a:buClr>
              <a:buSzPts val="2800"/>
              <a:buFont typeface="Arial"/>
              <a:buChar char="•"/>
            </a:pPr>
            <a:r>
              <a:rPr lang="en-US" sz="2800"/>
              <a:t>According to the grammar, the compound conditional statement as the parse tree:</a:t>
            </a:r>
            <a:endParaRPr/>
          </a:p>
          <a:p>
            <a:pPr indent="0" lvl="0" marL="0" rtl="0" algn="just">
              <a:lnSpc>
                <a:spcPct val="85000"/>
              </a:lnSpc>
              <a:spcBef>
                <a:spcPts val="1300"/>
              </a:spcBef>
              <a:spcAft>
                <a:spcPts val="0"/>
              </a:spcAft>
              <a:buClr>
                <a:srgbClr val="262626"/>
              </a:buClr>
              <a:buSzPts val="2800"/>
              <a:buNone/>
            </a:pPr>
            <a:r>
              <a:rPr lang="en-US" sz="2800"/>
              <a:t>		</a:t>
            </a:r>
            <a:r>
              <a:rPr b="1" lang="en-US" sz="2800"/>
              <a:t>if E1 then S1 else if E2 then S2 else S3</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 grammar is ambiguous since the string below has 2 parse trees:</a:t>
            </a:r>
            <a:endParaRPr/>
          </a:p>
          <a:p>
            <a:pPr indent="0" lvl="0" marL="0" rtl="0" algn="just">
              <a:lnSpc>
                <a:spcPct val="85000"/>
              </a:lnSpc>
              <a:spcBef>
                <a:spcPts val="1300"/>
              </a:spcBef>
              <a:spcAft>
                <a:spcPts val="0"/>
              </a:spcAft>
              <a:buClr>
                <a:srgbClr val="262626"/>
              </a:buClr>
              <a:buSzPts val="2800"/>
              <a:buNone/>
            </a:pPr>
            <a:r>
              <a:rPr lang="en-US" sz="2800"/>
              <a:t>		</a:t>
            </a:r>
            <a:r>
              <a:rPr b="1" lang="en-US" sz="2800"/>
              <a:t>if E1 then if E2 then S1 else S2</a:t>
            </a:r>
            <a:endParaRPr/>
          </a:p>
          <a:p>
            <a:pPr indent="-177800" lvl="0" marL="91440" rtl="0" algn="just">
              <a:lnSpc>
                <a:spcPct val="85000"/>
              </a:lnSpc>
              <a:spcBef>
                <a:spcPts val="1300"/>
              </a:spcBef>
              <a:spcAft>
                <a:spcPts val="0"/>
              </a:spcAft>
              <a:buClr>
                <a:srgbClr val="262626"/>
              </a:buClr>
              <a:buSzPts val="2800"/>
              <a:buFont typeface="Arial"/>
              <a:buChar char="•"/>
            </a:pPr>
            <a:r>
              <a:rPr lang="en-US" sz="2800"/>
              <a:t>In all programming languages with conditional statements of this form, the first parse tree is preferred.</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 general rule is, ‘Match each else with the closest unmatched then’. This disambiguating rule can theoretically be incorporated directly into a grammar, but in practice it is rarely built into the productions.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44"/>
          <p:cNvPicPr preferRelativeResize="0"/>
          <p:nvPr/>
        </p:nvPicPr>
        <p:blipFill rotWithShape="1">
          <a:blip r:embed="rId3">
            <a:alphaModFix/>
          </a:blip>
          <a:srcRect b="0" l="0" r="0" t="0"/>
          <a:stretch/>
        </p:blipFill>
        <p:spPr>
          <a:xfrm>
            <a:off x="56147" y="0"/>
            <a:ext cx="12079705" cy="668955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5"/>
          <p:cNvSpPr txBox="1"/>
          <p:nvPr>
            <p:ph idx="1" type="body"/>
          </p:nvPr>
        </p:nvSpPr>
        <p:spPr>
          <a:xfrm>
            <a:off x="676656" y="560439"/>
            <a:ext cx="10753725" cy="5604387"/>
          </a:xfrm>
          <a:prstGeom prst="rect">
            <a:avLst/>
          </a:prstGeom>
          <a:noFill/>
          <a:ln>
            <a:noFill/>
          </a:ln>
        </p:spPr>
        <p:txBody>
          <a:bodyPr anchorCtr="0" anchor="t" bIns="45700" lIns="91425" spcFirstLastPara="1" rIns="91425" wrap="square" tIns="45700">
            <a:normAutofit lnSpcReduction="10000"/>
          </a:bodyPr>
          <a:lstStyle/>
          <a:p>
            <a:pPr indent="-152400" lvl="0" marL="91440" rtl="0" algn="l">
              <a:lnSpc>
                <a:spcPct val="85000"/>
              </a:lnSpc>
              <a:spcBef>
                <a:spcPts val="0"/>
              </a:spcBef>
              <a:spcAft>
                <a:spcPts val="0"/>
              </a:spcAft>
              <a:buClr>
                <a:srgbClr val="262626"/>
              </a:buClr>
              <a:buSzPts val="2400"/>
              <a:buFont typeface="Arial"/>
              <a:buChar char="•"/>
            </a:pPr>
            <a:r>
              <a:rPr lang="en-US"/>
              <a:t>Example: consider the expression grammar:</a:t>
            </a:r>
            <a:endParaRPr/>
          </a:p>
          <a:p>
            <a:pPr indent="0" lvl="0" marL="91440" rtl="0" algn="l">
              <a:lnSpc>
                <a:spcPct val="85000"/>
              </a:lnSpc>
              <a:spcBef>
                <a:spcPts val="1300"/>
              </a:spcBef>
              <a:spcAft>
                <a:spcPts val="0"/>
              </a:spcAft>
              <a:buClr>
                <a:srgbClr val="262626"/>
              </a:buClr>
              <a:buSzPts val="2400"/>
              <a:buFont typeface="Arial"/>
              <a:buNone/>
            </a:pPr>
            <a:r>
              <a:t/>
            </a:r>
            <a:endParaRPr/>
          </a:p>
          <a:p>
            <a:pPr indent="0" lvl="0" marL="91440" rtl="0" algn="l">
              <a:lnSpc>
                <a:spcPct val="85000"/>
              </a:lnSpc>
              <a:spcBef>
                <a:spcPts val="1300"/>
              </a:spcBef>
              <a:spcAft>
                <a:spcPts val="0"/>
              </a:spcAft>
              <a:buClr>
                <a:srgbClr val="262626"/>
              </a:buClr>
              <a:buSzPts val="2400"/>
              <a:buFont typeface="Arial"/>
              <a:buNone/>
            </a:pPr>
            <a:r>
              <a:t/>
            </a:r>
            <a:endParaRPr/>
          </a:p>
          <a:p>
            <a:pPr indent="0" lvl="0" marL="0" rtl="0" algn="l">
              <a:lnSpc>
                <a:spcPct val="85000"/>
              </a:lnSpc>
              <a:spcBef>
                <a:spcPts val="1300"/>
              </a:spcBef>
              <a:spcAft>
                <a:spcPts val="0"/>
              </a:spcAft>
              <a:buClr>
                <a:srgbClr val="262626"/>
              </a:buClr>
              <a:buSzPts val="2400"/>
              <a:buNone/>
            </a:pPr>
            <a:r>
              <a:t/>
            </a:r>
            <a:endParaRPr/>
          </a:p>
          <a:p>
            <a:pPr indent="-152400" lvl="0" marL="91440" rtl="0" algn="l">
              <a:lnSpc>
                <a:spcPct val="85000"/>
              </a:lnSpc>
              <a:spcBef>
                <a:spcPts val="1300"/>
              </a:spcBef>
              <a:spcAft>
                <a:spcPts val="0"/>
              </a:spcAft>
              <a:buClr>
                <a:srgbClr val="262626"/>
              </a:buClr>
              <a:buSzPts val="2400"/>
              <a:buFont typeface="Arial"/>
              <a:buChar char="•"/>
            </a:pPr>
            <a:r>
              <a:rPr lang="en-US"/>
              <a:t>The non-left recursive expression grammar:</a:t>
            </a:r>
            <a:endParaRPr/>
          </a:p>
          <a:p>
            <a:pPr indent="0" lvl="0" marL="91440" rtl="0" algn="l">
              <a:lnSpc>
                <a:spcPct val="85000"/>
              </a:lnSpc>
              <a:spcBef>
                <a:spcPts val="1300"/>
              </a:spcBef>
              <a:spcAft>
                <a:spcPts val="0"/>
              </a:spcAft>
              <a:buClr>
                <a:srgbClr val="262626"/>
              </a:buClr>
              <a:buSzPts val="2400"/>
              <a:buFont typeface="Arial"/>
              <a:buNone/>
            </a:pPr>
            <a:r>
              <a:t/>
            </a:r>
            <a:endParaRPr/>
          </a:p>
          <a:p>
            <a:pPr indent="0" lvl="0" marL="91440" rtl="0" algn="l">
              <a:lnSpc>
                <a:spcPct val="85000"/>
              </a:lnSpc>
              <a:spcBef>
                <a:spcPts val="1300"/>
              </a:spcBef>
              <a:spcAft>
                <a:spcPts val="0"/>
              </a:spcAft>
              <a:buClr>
                <a:srgbClr val="262626"/>
              </a:buClr>
              <a:buSzPts val="2400"/>
              <a:buFont typeface="Arial"/>
              <a:buNone/>
            </a:pPr>
            <a:r>
              <a:t/>
            </a:r>
            <a:endParaRPr/>
          </a:p>
          <a:p>
            <a:pPr indent="0" lvl="0" marL="91440" rtl="0" algn="l">
              <a:lnSpc>
                <a:spcPct val="85000"/>
              </a:lnSpc>
              <a:spcBef>
                <a:spcPts val="1300"/>
              </a:spcBef>
              <a:spcAft>
                <a:spcPts val="0"/>
              </a:spcAft>
              <a:buClr>
                <a:srgbClr val="262626"/>
              </a:buClr>
              <a:buSzPts val="2400"/>
              <a:buFont typeface="Arial"/>
              <a:buNone/>
            </a:pPr>
            <a:r>
              <a:t/>
            </a:r>
            <a:endParaRPr/>
          </a:p>
          <a:p>
            <a:pPr indent="0" lvl="0" marL="91440" rtl="0" algn="l">
              <a:lnSpc>
                <a:spcPct val="85000"/>
              </a:lnSpc>
              <a:spcBef>
                <a:spcPts val="1300"/>
              </a:spcBef>
              <a:spcAft>
                <a:spcPts val="0"/>
              </a:spcAft>
              <a:buClr>
                <a:srgbClr val="262626"/>
              </a:buClr>
              <a:buSzPts val="2400"/>
              <a:buFont typeface="Arial"/>
              <a:buNone/>
            </a:pPr>
            <a:r>
              <a:t/>
            </a:r>
            <a:endParaRPr/>
          </a:p>
          <a:p>
            <a:pPr indent="0" lvl="0" marL="0" rtl="0" algn="l">
              <a:lnSpc>
                <a:spcPct val="85000"/>
              </a:lnSpc>
              <a:spcBef>
                <a:spcPts val="1300"/>
              </a:spcBef>
              <a:spcAft>
                <a:spcPts val="0"/>
              </a:spcAft>
              <a:buClr>
                <a:srgbClr val="262626"/>
              </a:buClr>
              <a:buSzPts val="2400"/>
              <a:buNone/>
            </a:pPr>
            <a:r>
              <a:rPr lang="en-US"/>
              <a:t>is obtained by eliminating immediate left recursion from the expression grammar. </a:t>
            </a:r>
            <a:endParaRPr/>
          </a:p>
          <a:p>
            <a:pPr indent="-152400" lvl="0" marL="91440" rtl="0" algn="just">
              <a:lnSpc>
                <a:spcPct val="85000"/>
              </a:lnSpc>
              <a:spcBef>
                <a:spcPts val="1300"/>
              </a:spcBef>
              <a:spcAft>
                <a:spcPts val="0"/>
              </a:spcAft>
              <a:buClr>
                <a:srgbClr val="262626"/>
              </a:buClr>
              <a:buSzPts val="2400"/>
              <a:buFont typeface="Arial"/>
              <a:buChar char="•"/>
            </a:pPr>
            <a:r>
              <a:rPr lang="en-US"/>
              <a:t>The left recursive pair of productions E -&gt; E+T|T are replaced by E-&gt;TE` and </a:t>
            </a:r>
            <a:endParaRPr/>
          </a:p>
          <a:p>
            <a:pPr indent="0" lvl="0" marL="0" rtl="0" algn="just">
              <a:lnSpc>
                <a:spcPct val="85000"/>
              </a:lnSpc>
              <a:spcBef>
                <a:spcPts val="1300"/>
              </a:spcBef>
              <a:spcAft>
                <a:spcPts val="0"/>
              </a:spcAft>
              <a:buClr>
                <a:srgbClr val="262626"/>
              </a:buClr>
              <a:buSzPts val="2400"/>
              <a:buNone/>
            </a:pPr>
            <a:r>
              <a:rPr lang="en-US"/>
              <a:t>E`-&gt; +TE`|€</a:t>
            </a:r>
            <a:endParaRPr/>
          </a:p>
          <a:p>
            <a:pPr indent="0" lvl="0" marL="91440" rtl="0" algn="l">
              <a:lnSpc>
                <a:spcPct val="85000"/>
              </a:lnSpc>
              <a:spcBef>
                <a:spcPts val="1300"/>
              </a:spcBef>
              <a:spcAft>
                <a:spcPts val="0"/>
              </a:spcAft>
              <a:buClr>
                <a:srgbClr val="262626"/>
              </a:buClr>
              <a:buSzPts val="2400"/>
              <a:buFont typeface="Arial"/>
              <a:buNone/>
            </a:pPr>
            <a:r>
              <a:t/>
            </a:r>
            <a:endParaRPr/>
          </a:p>
        </p:txBody>
      </p:sp>
      <p:pic>
        <p:nvPicPr>
          <p:cNvPr descr="A close-up of a white background&#10;&#10;AI-generated content may be incorrect." id="271" name="Google Shape;271;p45"/>
          <p:cNvPicPr preferRelativeResize="0"/>
          <p:nvPr/>
        </p:nvPicPr>
        <p:blipFill rotWithShape="1">
          <a:blip r:embed="rId3">
            <a:alphaModFix/>
          </a:blip>
          <a:srcRect b="0" l="0" r="0" t="0"/>
          <a:stretch/>
        </p:blipFill>
        <p:spPr>
          <a:xfrm>
            <a:off x="3861466" y="1063578"/>
            <a:ext cx="3778199" cy="1310913"/>
          </a:xfrm>
          <a:prstGeom prst="rect">
            <a:avLst/>
          </a:prstGeom>
          <a:noFill/>
          <a:ln>
            <a:noFill/>
          </a:ln>
        </p:spPr>
      </p:pic>
      <p:pic>
        <p:nvPicPr>
          <p:cNvPr descr="A white background with blue lines and text&#10;&#10;AI-generated content may be incorrect." id="272" name="Google Shape;272;p45"/>
          <p:cNvPicPr preferRelativeResize="0"/>
          <p:nvPr/>
        </p:nvPicPr>
        <p:blipFill rotWithShape="1">
          <a:blip r:embed="rId4">
            <a:alphaModFix/>
          </a:blip>
          <a:srcRect b="-2049" l="1110" r="71049" t="62618"/>
          <a:stretch/>
        </p:blipFill>
        <p:spPr>
          <a:xfrm>
            <a:off x="6501427" y="2564595"/>
            <a:ext cx="3055528" cy="19189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6"/>
          <p:cNvSpPr txBox="1"/>
          <p:nvPr>
            <p:ph idx="1" type="body"/>
          </p:nvPr>
        </p:nvSpPr>
        <p:spPr>
          <a:xfrm>
            <a:off x="676656" y="619432"/>
            <a:ext cx="10753725" cy="5545394"/>
          </a:xfrm>
          <a:prstGeom prst="rect">
            <a:avLst/>
          </a:prstGeom>
          <a:noFill/>
          <a:ln>
            <a:noFill/>
          </a:ln>
        </p:spPr>
        <p:txBody>
          <a:bodyPr anchorCtr="0" anchor="t" bIns="45700" lIns="91425" spcFirstLastPara="1" rIns="91425" wrap="square" tIns="45700">
            <a:normAutofit lnSpcReduction="10000"/>
          </a:bodyPr>
          <a:lstStyle/>
          <a:p>
            <a:pPr indent="-177800" lvl="0" marL="91440" rtl="0" algn="just">
              <a:lnSpc>
                <a:spcPct val="85000"/>
              </a:lnSpc>
              <a:spcBef>
                <a:spcPts val="0"/>
              </a:spcBef>
              <a:spcAft>
                <a:spcPts val="0"/>
              </a:spcAft>
              <a:buClr>
                <a:srgbClr val="262626"/>
              </a:buClr>
              <a:buSzPts val="2800"/>
              <a:buFont typeface="Arial"/>
              <a:buChar char="•"/>
            </a:pPr>
            <a:r>
              <a:rPr lang="en-US" sz="2800"/>
              <a:t>Immediate left recursion can be eliminated by the following technique, which works for any number of A-productions.</a:t>
            </a:r>
            <a:endParaRPr/>
          </a:p>
          <a:p>
            <a:pPr indent="-177800" lvl="0" marL="91440" rtl="0" algn="just">
              <a:lnSpc>
                <a:spcPct val="85000"/>
              </a:lnSpc>
              <a:spcBef>
                <a:spcPts val="1300"/>
              </a:spcBef>
              <a:spcAft>
                <a:spcPts val="0"/>
              </a:spcAft>
              <a:buClr>
                <a:srgbClr val="262626"/>
              </a:buClr>
              <a:buSzPts val="2800"/>
              <a:buFont typeface="Arial"/>
              <a:buChar char="•"/>
            </a:pPr>
            <a:r>
              <a:rPr lang="en-US" sz="2800"/>
              <a:t>First, group the productions as:</a:t>
            </a:r>
            <a:endParaRPr/>
          </a:p>
          <a:p>
            <a:pPr indent="0" lvl="1" marL="4572" rtl="0" algn="just">
              <a:lnSpc>
                <a:spcPct val="85000"/>
              </a:lnSpc>
              <a:spcBef>
                <a:spcPts val="600"/>
              </a:spcBef>
              <a:spcAft>
                <a:spcPts val="0"/>
              </a:spcAft>
              <a:buClr>
                <a:srgbClr val="262626"/>
              </a:buClr>
              <a:buSzPts val="2800"/>
              <a:buNone/>
            </a:pPr>
            <a:r>
              <a:rPr lang="en-US" sz="2800"/>
              <a:t>	</a:t>
            </a:r>
            <a:r>
              <a:rPr b="1" lang="en-US" sz="2800">
                <a:solidFill>
                  <a:srgbClr val="FF0000"/>
                </a:solidFill>
              </a:rPr>
              <a:t>	A-&gt; Aα1 | Aα2 | Aα3|…..|Aαm|β1 | β2 | β3|….| βm</a:t>
            </a:r>
            <a:endParaRPr/>
          </a:p>
          <a:p>
            <a:pPr indent="0" lvl="0" marL="0" rtl="0" algn="just">
              <a:lnSpc>
                <a:spcPct val="85000"/>
              </a:lnSpc>
              <a:spcBef>
                <a:spcPts val="1300"/>
              </a:spcBef>
              <a:spcAft>
                <a:spcPts val="0"/>
              </a:spcAft>
              <a:buClr>
                <a:srgbClr val="262626"/>
              </a:buClr>
              <a:buSzPts val="2800"/>
              <a:buNone/>
            </a:pPr>
            <a:r>
              <a:rPr lang="en-US" sz="2800"/>
              <a:t>	where no βi begins with an A.</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Then, replace the A-production by,</a:t>
            </a:r>
            <a:endParaRPr/>
          </a:p>
          <a:p>
            <a:pPr indent="0" lvl="0" marL="0" rtl="0" algn="just">
              <a:lnSpc>
                <a:spcPct val="85000"/>
              </a:lnSpc>
              <a:spcBef>
                <a:spcPts val="1300"/>
              </a:spcBef>
              <a:spcAft>
                <a:spcPts val="0"/>
              </a:spcAft>
              <a:buClr>
                <a:srgbClr val="262626"/>
              </a:buClr>
              <a:buSzPts val="2800"/>
              <a:buNone/>
            </a:pPr>
            <a:r>
              <a:rPr lang="en-US" sz="2800"/>
              <a:t>		</a:t>
            </a:r>
            <a:r>
              <a:rPr b="1" lang="en-US" sz="2800">
                <a:solidFill>
                  <a:srgbClr val="FF0000"/>
                </a:solidFill>
              </a:rPr>
              <a:t>A -&gt; β1A`| β2A1|…..| βnA`</a:t>
            </a:r>
            <a:endParaRPr/>
          </a:p>
          <a:p>
            <a:pPr indent="0" lvl="0" marL="0" rtl="0" algn="just">
              <a:lnSpc>
                <a:spcPct val="85000"/>
              </a:lnSpc>
              <a:spcBef>
                <a:spcPts val="1300"/>
              </a:spcBef>
              <a:spcAft>
                <a:spcPts val="0"/>
              </a:spcAft>
              <a:buClr>
                <a:srgbClr val="FF0000"/>
              </a:buClr>
              <a:buSzPts val="2800"/>
              <a:buNone/>
            </a:pPr>
            <a:r>
              <a:rPr b="1" lang="en-US" sz="2800">
                <a:solidFill>
                  <a:srgbClr val="FF0000"/>
                </a:solidFill>
              </a:rPr>
              <a:t>		A`-&gt; α1A`| α2A`|…..| αmA`|€</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 non-terminal A generates the C strings as before but is no longer left recursive.</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This procedure eliminates all left recursion from theA and A` productions, but it does not eliminate left recursion involving derivations of 2 or more steps. </a:t>
            </a:r>
            <a:endParaRPr sz="2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47"/>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48"/>
          <p:cNvPicPr preferRelativeResize="0"/>
          <p:nvPr/>
        </p:nvPicPr>
        <p:blipFill rotWithShape="1">
          <a:blip r:embed="rId3">
            <a:alphaModFix/>
          </a:blip>
          <a:srcRect b="0" l="0" r="0" t="0"/>
          <a:stretch/>
        </p:blipFill>
        <p:spPr>
          <a:xfrm>
            <a:off x="1" y="0"/>
            <a:ext cx="12192000"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49"/>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 name="Shape 296"/>
        <p:cNvGrpSpPr/>
        <p:nvPr/>
      </p:nvGrpSpPr>
      <p:grpSpPr>
        <a:xfrm>
          <a:off x="0" y="0"/>
          <a:ext cx="0" cy="0"/>
          <a:chOff x="0" y="0"/>
          <a:chExt cx="0" cy="0"/>
        </a:xfrm>
      </p:grpSpPr>
      <p:pic>
        <p:nvPicPr>
          <p:cNvPr descr="A blue background with green text&#10;&#10;AI-generated content may be incorrect." id="297" name="Google Shape;297;p50"/>
          <p:cNvPicPr preferRelativeResize="0"/>
          <p:nvPr/>
        </p:nvPicPr>
        <p:blipFill rotWithShape="1">
          <a:blip r:embed="rId3">
            <a:alphaModFix/>
          </a:blip>
          <a:srcRect b="25014" l="0" r="0" t="0"/>
          <a:stretch/>
        </p:blipFill>
        <p:spPr>
          <a:xfrm>
            <a:off x="20" y="1282"/>
            <a:ext cx="12191980" cy="685671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5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3" name="Google Shape;303;p51"/>
          <p:cNvSpPr/>
          <p:nvPr/>
        </p:nvSpPr>
        <p:spPr>
          <a:xfrm>
            <a:off x="4616245" y="4218039"/>
            <a:ext cx="7300452" cy="2168013"/>
          </a:xfrm>
          <a:prstGeom prst="rect">
            <a:avLst/>
          </a:prstGeom>
          <a:solidFill>
            <a:schemeClr val="l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52"/>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53"/>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5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55"/>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56"/>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5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57"/>
          <p:cNvSpPr/>
          <p:nvPr/>
        </p:nvSpPr>
        <p:spPr>
          <a:xfrm>
            <a:off x="3465871" y="2035276"/>
            <a:ext cx="796413" cy="324465"/>
          </a:xfrm>
          <a:prstGeom prst="rect">
            <a:avLst/>
          </a:prstGeom>
          <a:solidFill>
            <a:schemeClr val="l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57"/>
          <p:cNvSpPr txBox="1"/>
          <p:nvPr/>
        </p:nvSpPr>
        <p:spPr>
          <a:xfrm>
            <a:off x="3347886" y="2019906"/>
            <a:ext cx="104713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FOLLOW</a:t>
            </a:r>
            <a:endParaRPr b="1" sz="20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8"/>
          <p:cNvSpPr txBox="1"/>
          <p:nvPr>
            <p:ph idx="1" type="body"/>
          </p:nvPr>
        </p:nvSpPr>
        <p:spPr>
          <a:xfrm>
            <a:off x="766915" y="940676"/>
            <a:ext cx="10943304" cy="4678204"/>
          </a:xfrm>
          <a:prstGeom prst="rect">
            <a:avLst/>
          </a:prstGeom>
          <a:noFill/>
          <a:ln>
            <a:noFill/>
          </a:ln>
        </p:spPr>
        <p:txBody>
          <a:bodyPr anchorCtr="0" anchor="ctr" bIns="45700" lIns="91425" spcFirstLastPara="1" rIns="91425" wrap="square" tIns="45700">
            <a:spAutoFit/>
          </a:bodyPr>
          <a:lstStyle/>
          <a:p>
            <a:pPr indent="-177800" lvl="0" marL="91440" marR="0" rtl="0" algn="just">
              <a:lnSpc>
                <a:spcPct val="100000"/>
              </a:lnSpc>
              <a:spcBef>
                <a:spcPts val="0"/>
              </a:spcBef>
              <a:spcAft>
                <a:spcPts val="0"/>
              </a:spcAft>
              <a:buClr>
                <a:schemeClr val="dk1"/>
              </a:buClr>
              <a:buSzPts val="2800"/>
              <a:buFont typeface="Arial"/>
              <a:buChar char="•"/>
            </a:pPr>
            <a:r>
              <a:rPr b="1" i="0" lang="en-US" sz="2800" u="none" cap="none" strike="noStrike">
                <a:solidFill>
                  <a:schemeClr val="dk1"/>
                </a:solidFill>
              </a:rPr>
              <a:t>To Compute FOLLOW()</a:t>
            </a:r>
            <a:endParaRPr/>
          </a:p>
          <a:p>
            <a:pPr indent="-177800" lvl="0" marL="91440" marR="0" rtl="0" algn="just">
              <a:lnSpc>
                <a:spcPct val="100000"/>
              </a:lnSpc>
              <a:spcBef>
                <a:spcPts val="0"/>
              </a:spcBef>
              <a:spcAft>
                <a:spcPts val="0"/>
              </a:spcAft>
              <a:buClr>
                <a:schemeClr val="dk1"/>
              </a:buClr>
              <a:buSzPts val="2800"/>
              <a:buFont typeface="Arial"/>
              <a:buChar char="•"/>
            </a:pPr>
            <a:r>
              <a:rPr b="1" i="0" lang="en-US" sz="2800" u="none" cap="none" strike="noStrike">
                <a:solidFill>
                  <a:schemeClr val="dk1"/>
                </a:solidFill>
              </a:rPr>
              <a:t>FOLLOW(X)</a:t>
            </a:r>
            <a:r>
              <a:rPr b="0" i="0" lang="en-US" sz="2800" u="none" cap="none" strike="noStrike">
                <a:solidFill>
                  <a:schemeClr val="dk1"/>
                </a:solidFill>
              </a:rPr>
              <a:t> is the set of terminals that can appear immediately to the right of </a:t>
            </a:r>
            <a:r>
              <a:rPr b="1" i="0" lang="en-US" sz="2800" u="none" cap="none" strike="noStrike">
                <a:solidFill>
                  <a:schemeClr val="dk1"/>
                </a:solidFill>
              </a:rPr>
              <a:t>X</a:t>
            </a:r>
            <a:r>
              <a:rPr b="0" i="0" lang="en-US" sz="2800" u="none" cap="none" strike="noStrike">
                <a:solidFill>
                  <a:schemeClr val="dk1"/>
                </a:solidFill>
              </a:rPr>
              <a:t> in some derivation.</a:t>
            </a:r>
            <a:endParaRPr/>
          </a:p>
          <a:p>
            <a:pPr indent="-177800" lvl="0" marL="91440" marR="0" rtl="0" algn="just">
              <a:lnSpc>
                <a:spcPct val="100000"/>
              </a:lnSpc>
              <a:spcBef>
                <a:spcPts val="0"/>
              </a:spcBef>
              <a:spcAft>
                <a:spcPts val="0"/>
              </a:spcAft>
              <a:buClr>
                <a:schemeClr val="dk1"/>
              </a:buClr>
              <a:buSzPts val="2800"/>
              <a:buFont typeface="Arial"/>
              <a:buChar char="•"/>
            </a:pPr>
            <a:r>
              <a:rPr b="1" i="0" lang="en-US" sz="2800" u="none" cap="none" strike="noStrike">
                <a:solidFill>
                  <a:schemeClr val="dk1"/>
                </a:solidFill>
              </a:rPr>
              <a:t>Rules for FOLLOW()</a:t>
            </a:r>
            <a:endParaRPr b="0" i="0" sz="2800" u="none" cap="none" strike="noStrike">
              <a:solidFill>
                <a:schemeClr val="dk1"/>
              </a:solidFill>
            </a:endParaRPr>
          </a:p>
          <a:p>
            <a:pPr indent="-514350" lvl="0" marL="514350" marR="0" rtl="0" algn="just">
              <a:lnSpc>
                <a:spcPct val="100000"/>
              </a:lnSpc>
              <a:spcBef>
                <a:spcPts val="0"/>
              </a:spcBef>
              <a:spcAft>
                <a:spcPts val="0"/>
              </a:spcAft>
              <a:buClr>
                <a:schemeClr val="dk1"/>
              </a:buClr>
              <a:buSzPts val="2800"/>
              <a:buFont typeface="Calibri"/>
              <a:buAutoNum type="arabicPeriod"/>
            </a:pPr>
            <a:r>
              <a:rPr b="1" i="0" lang="en-US" sz="2800" u="none" cap="none" strike="noStrike">
                <a:solidFill>
                  <a:schemeClr val="dk1"/>
                </a:solidFill>
              </a:rPr>
              <a:t>FOLLOW(S) always contains $</a:t>
            </a:r>
            <a:r>
              <a:rPr b="0" i="0" lang="en-US" sz="2800" u="none" cap="none" strike="noStrike">
                <a:solidFill>
                  <a:schemeClr val="dk1"/>
                </a:solidFill>
              </a:rPr>
              <a:t> (end of input).</a:t>
            </a:r>
            <a:endParaRPr/>
          </a:p>
          <a:p>
            <a:pPr indent="-514350" lvl="0" marL="514350" marR="0" rtl="0" algn="just">
              <a:lnSpc>
                <a:spcPct val="100000"/>
              </a:lnSpc>
              <a:spcBef>
                <a:spcPts val="0"/>
              </a:spcBef>
              <a:spcAft>
                <a:spcPts val="0"/>
              </a:spcAft>
              <a:buClr>
                <a:schemeClr val="dk1"/>
              </a:buClr>
              <a:buSzPts val="2800"/>
              <a:buFont typeface="Calibri"/>
              <a:buAutoNum type="arabicPeriod"/>
            </a:pPr>
            <a:r>
              <a:rPr b="1" i="0" lang="en-US" sz="2800" u="none" cap="none" strike="noStrike">
                <a:solidFill>
                  <a:schemeClr val="dk1"/>
                </a:solidFill>
              </a:rPr>
              <a:t>If a non-terminal A is followed by a terminal b in a production A → α b β, then b ∈ FOLLOW(A).</a:t>
            </a:r>
            <a:endParaRPr b="0" i="0" sz="2800" u="none" cap="none" strike="noStrike">
              <a:solidFill>
                <a:schemeClr val="dk1"/>
              </a:solidFill>
            </a:endParaRPr>
          </a:p>
          <a:p>
            <a:pPr indent="-514350" lvl="0" marL="514350" marR="0" rtl="0" algn="just">
              <a:lnSpc>
                <a:spcPct val="100000"/>
              </a:lnSpc>
              <a:spcBef>
                <a:spcPts val="0"/>
              </a:spcBef>
              <a:spcAft>
                <a:spcPts val="0"/>
              </a:spcAft>
              <a:buClr>
                <a:schemeClr val="dk1"/>
              </a:buClr>
              <a:buSzPts val="2800"/>
              <a:buFont typeface="Calibri"/>
              <a:buAutoNum type="arabicPeriod"/>
            </a:pPr>
            <a:r>
              <a:rPr b="1" i="0" lang="en-US" sz="2800" u="none" cap="none" strike="noStrike">
                <a:solidFill>
                  <a:schemeClr val="dk1"/>
                </a:solidFill>
              </a:rPr>
              <a:t>If a non-terminal A is followed by a non-terminal B, then FIRST(B) ⊆ FOLLOW(A) (except ε).</a:t>
            </a:r>
            <a:endParaRPr b="0" i="0" sz="2800" u="none" cap="none" strike="noStrike">
              <a:solidFill>
                <a:schemeClr val="dk1"/>
              </a:solidFill>
            </a:endParaRPr>
          </a:p>
          <a:p>
            <a:pPr indent="-514350" lvl="0" marL="514350" marR="0" rtl="0" algn="just">
              <a:lnSpc>
                <a:spcPct val="100000"/>
              </a:lnSpc>
              <a:spcBef>
                <a:spcPts val="0"/>
              </a:spcBef>
              <a:spcAft>
                <a:spcPts val="0"/>
              </a:spcAft>
              <a:buClr>
                <a:schemeClr val="dk1"/>
              </a:buClr>
              <a:buSzPts val="2800"/>
              <a:buFont typeface="Calibri"/>
              <a:buAutoNum type="arabicPeriod"/>
            </a:pPr>
            <a:r>
              <a:rPr b="1" i="0" lang="en-US" sz="2800" u="none" cap="none" strike="noStrike">
                <a:solidFill>
                  <a:schemeClr val="dk1"/>
                </a:solidFill>
              </a:rPr>
              <a:t>If ε ∈ FIRST(B), then FOLLOW(A) ⊆ FOLLOW(B).</a:t>
            </a:r>
            <a:endParaRPr b="0" i="0" sz="2800" u="none" cap="none" strike="noStrike">
              <a:solidFill>
                <a:schemeClr val="dk1"/>
              </a:solidFill>
            </a:endParaRPr>
          </a:p>
          <a:p>
            <a:pPr indent="0" lvl="0" marL="0" marR="0" rtl="0" algn="l">
              <a:lnSpc>
                <a:spcPct val="100000"/>
              </a:lnSpc>
              <a:spcBef>
                <a:spcPts val="0"/>
              </a:spcBef>
              <a:spcAft>
                <a:spcPts val="0"/>
              </a:spcAft>
              <a:buClr>
                <a:srgbClr val="262626"/>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59"/>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6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61"/>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62"/>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63"/>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6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65"/>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6"/>
          <p:cNvSpPr txBox="1"/>
          <p:nvPr>
            <p:ph type="title"/>
          </p:nvPr>
        </p:nvSpPr>
        <p:spPr>
          <a:xfrm>
            <a:off x="657224" y="499533"/>
            <a:ext cx="10772775" cy="768828"/>
          </a:xfrm>
          <a:prstGeom prst="rect">
            <a:avLst/>
          </a:prstGeom>
          <a:noFill/>
          <a:ln>
            <a:noFill/>
          </a:ln>
        </p:spPr>
        <p:txBody>
          <a:bodyPr anchorCtr="0" anchor="ctr" bIns="45700" lIns="91425" spcFirstLastPara="1" rIns="91425" wrap="square" tIns="45700">
            <a:normAutofit fontScale="90000"/>
          </a:bodyPr>
          <a:lstStyle/>
          <a:p>
            <a:pPr indent="0" lvl="0" marL="0" rtl="0" algn="just">
              <a:lnSpc>
                <a:spcPct val="85000"/>
              </a:lnSpc>
              <a:spcBef>
                <a:spcPts val="0"/>
              </a:spcBef>
              <a:spcAft>
                <a:spcPts val="0"/>
              </a:spcAft>
              <a:buClr>
                <a:srgbClr val="215E6A"/>
              </a:buClr>
              <a:buSzPct val="100000"/>
              <a:buFont typeface="Calibri"/>
              <a:buNone/>
            </a:pPr>
            <a:r>
              <a:rPr b="1" lang="en-US">
                <a:solidFill>
                  <a:srgbClr val="215E6A"/>
                </a:solidFill>
              </a:rPr>
              <a:t>Error Recovery in Predictive Parsing</a:t>
            </a:r>
            <a:endParaRPr b="1">
              <a:solidFill>
                <a:srgbClr val="215E6A"/>
              </a:solidFill>
            </a:endParaRPr>
          </a:p>
        </p:txBody>
      </p:sp>
      <p:sp>
        <p:nvSpPr>
          <p:cNvPr id="381" name="Google Shape;381;p66"/>
          <p:cNvSpPr txBox="1"/>
          <p:nvPr>
            <p:ph idx="1" type="body"/>
          </p:nvPr>
        </p:nvSpPr>
        <p:spPr>
          <a:xfrm>
            <a:off x="676656" y="1548582"/>
            <a:ext cx="10753725" cy="4229284"/>
          </a:xfrm>
          <a:prstGeom prst="rect">
            <a:avLst/>
          </a:prstGeom>
          <a:noFill/>
          <a:ln>
            <a:noFill/>
          </a:ln>
        </p:spPr>
        <p:txBody>
          <a:bodyPr anchorCtr="0" anchor="t" bIns="45700" lIns="91425" spcFirstLastPara="1" rIns="91425" wrap="square" tIns="45700">
            <a:normAutofit/>
          </a:bodyPr>
          <a:lstStyle/>
          <a:p>
            <a:pPr indent="-457200" lvl="0" marL="457200" rtl="0" algn="l">
              <a:lnSpc>
                <a:spcPct val="85000"/>
              </a:lnSpc>
              <a:spcBef>
                <a:spcPts val="0"/>
              </a:spcBef>
              <a:spcAft>
                <a:spcPts val="0"/>
              </a:spcAft>
              <a:buClr>
                <a:srgbClr val="262626"/>
              </a:buClr>
              <a:buSzPts val="2400"/>
              <a:buFont typeface="Calibri"/>
              <a:buAutoNum type="arabicPeriod"/>
            </a:pPr>
            <a:r>
              <a:rPr lang="en-US"/>
              <a:t>Panic Mode </a:t>
            </a:r>
            <a:endParaRPr/>
          </a:p>
          <a:p>
            <a:pPr indent="-457200" lvl="0" marL="457200" rtl="0" algn="l">
              <a:lnSpc>
                <a:spcPct val="85000"/>
              </a:lnSpc>
              <a:spcBef>
                <a:spcPts val="1300"/>
              </a:spcBef>
              <a:spcAft>
                <a:spcPts val="0"/>
              </a:spcAft>
              <a:buClr>
                <a:srgbClr val="262626"/>
              </a:buClr>
              <a:buSzPts val="2400"/>
              <a:buFont typeface="Calibri"/>
              <a:buAutoNum type="arabicPeriod"/>
            </a:pPr>
            <a:r>
              <a:rPr lang="en-US"/>
              <a:t>Phrase-level Recovery</a:t>
            </a:r>
            <a:endParaRPr/>
          </a:p>
          <a:p>
            <a:pPr indent="-304800" lvl="0" marL="457200" rtl="0" algn="l">
              <a:lnSpc>
                <a:spcPct val="85000"/>
              </a:lnSpc>
              <a:spcBef>
                <a:spcPts val="1300"/>
              </a:spcBef>
              <a:spcAft>
                <a:spcPts val="0"/>
              </a:spcAft>
              <a:buClr>
                <a:srgbClr val="262626"/>
              </a:buClr>
              <a:buSzPts val="2400"/>
              <a:buFont typeface="Calibri"/>
              <a:buNone/>
            </a:pPr>
            <a:r>
              <a:t/>
            </a:r>
            <a:endParaRPr/>
          </a:p>
          <a:p>
            <a:pPr indent="0" lvl="0" marL="0" rtl="0" algn="l">
              <a:lnSpc>
                <a:spcPct val="85000"/>
              </a:lnSpc>
              <a:spcBef>
                <a:spcPts val="1300"/>
              </a:spcBef>
              <a:spcAft>
                <a:spcPts val="0"/>
              </a:spcAft>
              <a:buClr>
                <a:srgbClr val="262626"/>
              </a:buClr>
              <a:buSzPts val="2400"/>
              <a:buNone/>
            </a:pPr>
            <a:r>
              <a:rPr lang="en-US"/>
              <a:t>[For explanation refer notes]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5" name="Shape 385"/>
        <p:cNvGrpSpPr/>
        <p:nvPr/>
      </p:nvGrpSpPr>
      <p:grpSpPr>
        <a:xfrm>
          <a:off x="0" y="0"/>
          <a:ext cx="0" cy="0"/>
          <a:chOff x="0" y="0"/>
          <a:chExt cx="0" cy="0"/>
        </a:xfrm>
      </p:grpSpPr>
      <p:sp>
        <p:nvSpPr>
          <p:cNvPr id="386" name="Google Shape;386;p67"/>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67"/>
          <p:cNvSpPr/>
          <p:nvPr/>
        </p:nvSpPr>
        <p:spPr>
          <a:xfrm>
            <a:off x="477012" y="480060"/>
            <a:ext cx="11237976" cy="5897880"/>
          </a:xfrm>
          <a:prstGeom prst="rect">
            <a:avLst/>
          </a:prstGeom>
          <a:solidFill>
            <a:srgbClr val="FFFFFF"/>
          </a:solidFill>
          <a:ln cap="sq" cmpd="sng" w="31750">
            <a:solidFill>
              <a:srgbClr val="4CD9E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white background with blue and green text&#10;&#10;AI-generated content may be incorrect." id="388" name="Google Shape;388;p67"/>
          <p:cNvPicPr preferRelativeResize="0"/>
          <p:nvPr/>
        </p:nvPicPr>
        <p:blipFill rotWithShape="1">
          <a:blip r:embed="rId3">
            <a:alphaModFix/>
          </a:blip>
          <a:srcRect b="31885" l="0" r="1" t="0"/>
          <a:stretch/>
        </p:blipFill>
        <p:spPr>
          <a:xfrm>
            <a:off x="643467" y="643467"/>
            <a:ext cx="10905066" cy="557106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68"/>
          <p:cNvPicPr preferRelativeResize="0"/>
          <p:nvPr/>
        </p:nvPicPr>
        <p:blipFill rotWithShape="1">
          <a:blip r:embed="rId3">
            <a:alphaModFix/>
          </a:blip>
          <a:srcRect b="0" l="0" r="0" t="0"/>
          <a:stretch/>
        </p:blipFill>
        <p:spPr>
          <a:xfrm>
            <a:off x="1" y="0"/>
            <a:ext cx="12192000" cy="6858000"/>
          </a:xfrm>
          <a:prstGeom prst="rect">
            <a:avLst/>
          </a:prstGeom>
          <a:noFill/>
          <a:ln>
            <a:noFill/>
          </a:ln>
        </p:spPr>
      </p:pic>
      <p:sp>
        <p:nvSpPr>
          <p:cNvPr id="394" name="Google Shape;394;p68"/>
          <p:cNvSpPr/>
          <p:nvPr/>
        </p:nvSpPr>
        <p:spPr>
          <a:xfrm>
            <a:off x="4350774" y="3952568"/>
            <a:ext cx="7580671" cy="2905432"/>
          </a:xfrm>
          <a:prstGeom prst="rect">
            <a:avLst/>
          </a:prstGeom>
          <a:solidFill>
            <a:schemeClr val="lt1"/>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9"/>
          <p:cNvSpPr txBox="1"/>
          <p:nvPr>
            <p:ph type="title"/>
          </p:nvPr>
        </p:nvSpPr>
        <p:spPr>
          <a:xfrm>
            <a:off x="657224" y="499533"/>
            <a:ext cx="10772775" cy="70983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Clr>
                <a:srgbClr val="215E6A"/>
              </a:buClr>
              <a:buSzPct val="100000"/>
              <a:buFont typeface="Calibri"/>
              <a:buNone/>
            </a:pPr>
            <a:r>
              <a:rPr b="1" lang="en-US">
                <a:solidFill>
                  <a:srgbClr val="215E6A"/>
                </a:solidFill>
              </a:rPr>
              <a:t>Reductions:</a:t>
            </a:r>
            <a:endParaRPr b="1">
              <a:solidFill>
                <a:srgbClr val="215E6A"/>
              </a:solidFill>
            </a:endParaRPr>
          </a:p>
        </p:txBody>
      </p:sp>
      <p:sp>
        <p:nvSpPr>
          <p:cNvPr id="400" name="Google Shape;400;p69"/>
          <p:cNvSpPr txBox="1"/>
          <p:nvPr>
            <p:ph idx="1" type="body"/>
          </p:nvPr>
        </p:nvSpPr>
        <p:spPr>
          <a:xfrm>
            <a:off x="676656" y="1415845"/>
            <a:ext cx="10753725" cy="4942621"/>
          </a:xfrm>
          <a:prstGeom prst="rect">
            <a:avLst/>
          </a:prstGeom>
          <a:noFill/>
          <a:ln>
            <a:noFill/>
          </a:ln>
        </p:spPr>
        <p:txBody>
          <a:bodyPr anchorCtr="0" anchor="t" bIns="45700" lIns="91425" spcFirstLastPara="1" rIns="91425" wrap="square" tIns="45700">
            <a:noAutofit/>
          </a:bodyPr>
          <a:lstStyle/>
          <a:p>
            <a:pPr indent="-177800" lvl="0" marL="91440" rtl="0" algn="just">
              <a:lnSpc>
                <a:spcPct val="85000"/>
              </a:lnSpc>
              <a:spcBef>
                <a:spcPts val="0"/>
              </a:spcBef>
              <a:spcAft>
                <a:spcPts val="0"/>
              </a:spcAft>
              <a:buClr>
                <a:srgbClr val="262626"/>
              </a:buClr>
              <a:buSzPts val="2800"/>
              <a:buFont typeface="Arial"/>
              <a:buChar char="•"/>
            </a:pPr>
            <a:r>
              <a:rPr lang="en-US" sz="2800"/>
              <a:t>During bottom up parsing, the given string of terminals are reduced to the start symbol.</a:t>
            </a:r>
            <a:endParaRPr/>
          </a:p>
          <a:p>
            <a:pPr indent="-177800" lvl="0" marL="91440" rtl="0" algn="just">
              <a:lnSpc>
                <a:spcPct val="85000"/>
              </a:lnSpc>
              <a:spcBef>
                <a:spcPts val="1300"/>
              </a:spcBef>
              <a:spcAft>
                <a:spcPts val="0"/>
              </a:spcAft>
              <a:buClr>
                <a:srgbClr val="262626"/>
              </a:buClr>
              <a:buSzPts val="2800"/>
              <a:buFont typeface="Arial"/>
              <a:buChar char="•"/>
            </a:pPr>
            <a:r>
              <a:rPr lang="en-US" sz="2800"/>
              <a:t>The process of searching for right hand side of production in a string consisting of terminals and non terminals and replacing it with corresponding left hand side of the production is called </a:t>
            </a:r>
            <a:r>
              <a:rPr b="1" lang="en-US" sz="2800"/>
              <a:t>reduction</a:t>
            </a:r>
            <a:r>
              <a:rPr lang="en-US" sz="2800"/>
              <a:t>.</a:t>
            </a:r>
            <a:endParaRPr/>
          </a:p>
          <a:p>
            <a:pPr indent="-177800" lvl="0" marL="91440" rtl="0" algn="just">
              <a:lnSpc>
                <a:spcPct val="85000"/>
              </a:lnSpc>
              <a:spcBef>
                <a:spcPts val="1300"/>
              </a:spcBef>
              <a:spcAft>
                <a:spcPts val="0"/>
              </a:spcAft>
              <a:buClr>
                <a:srgbClr val="262626"/>
              </a:buClr>
              <a:buSzPts val="2800"/>
              <a:buFont typeface="Arial"/>
              <a:buChar char="•"/>
            </a:pPr>
            <a:r>
              <a:rPr lang="en-US" sz="2800"/>
              <a:t> The right most derivation to get the string id * id is:</a:t>
            </a:r>
            <a:endParaRPr/>
          </a:p>
          <a:p>
            <a:pPr indent="0" lvl="0" marL="0" rtl="0" algn="just">
              <a:lnSpc>
                <a:spcPct val="85000"/>
              </a:lnSpc>
              <a:spcBef>
                <a:spcPts val="1300"/>
              </a:spcBef>
              <a:spcAft>
                <a:spcPts val="0"/>
              </a:spcAft>
              <a:buClr>
                <a:srgbClr val="262626"/>
              </a:buClr>
              <a:buSzPts val="2800"/>
              <a:buNone/>
            </a:pPr>
            <a:r>
              <a:rPr lang="en-US" sz="2800"/>
              <a:t> 			E =&gt; T</a:t>
            </a:r>
            <a:endParaRPr/>
          </a:p>
          <a:p>
            <a:pPr indent="0" lvl="0" marL="0" rtl="0" algn="just">
              <a:lnSpc>
                <a:spcPct val="85000"/>
              </a:lnSpc>
              <a:spcBef>
                <a:spcPts val="1300"/>
              </a:spcBef>
              <a:spcAft>
                <a:spcPts val="0"/>
              </a:spcAft>
              <a:buClr>
                <a:srgbClr val="262626"/>
              </a:buClr>
              <a:buSzPts val="2800"/>
              <a:buNone/>
            </a:pPr>
            <a:r>
              <a:rPr lang="en-US" sz="2800"/>
              <a:t>    			   =&gt; T * F</a:t>
            </a:r>
            <a:endParaRPr/>
          </a:p>
          <a:p>
            <a:pPr indent="0" lvl="0" marL="0" rtl="0" algn="just">
              <a:lnSpc>
                <a:spcPct val="85000"/>
              </a:lnSpc>
              <a:spcBef>
                <a:spcPts val="1300"/>
              </a:spcBef>
              <a:spcAft>
                <a:spcPts val="0"/>
              </a:spcAft>
              <a:buClr>
                <a:srgbClr val="262626"/>
              </a:buClr>
              <a:buSzPts val="2800"/>
              <a:buNone/>
            </a:pPr>
            <a:r>
              <a:rPr lang="en-US" sz="2800"/>
              <a:t>    			   =&gt; T * id</a:t>
            </a:r>
            <a:endParaRPr/>
          </a:p>
          <a:p>
            <a:pPr indent="0" lvl="0" marL="0" rtl="0" algn="just">
              <a:lnSpc>
                <a:spcPct val="85000"/>
              </a:lnSpc>
              <a:spcBef>
                <a:spcPts val="1300"/>
              </a:spcBef>
              <a:spcAft>
                <a:spcPts val="0"/>
              </a:spcAft>
              <a:buClr>
                <a:srgbClr val="262626"/>
              </a:buClr>
              <a:buSzPts val="2800"/>
              <a:buNone/>
            </a:pPr>
            <a:r>
              <a:rPr lang="en-US" sz="2800"/>
              <a:t>  			   =&gt; F * id</a:t>
            </a:r>
            <a:endParaRPr/>
          </a:p>
          <a:p>
            <a:pPr indent="0" lvl="0" marL="0" rtl="0" algn="just">
              <a:lnSpc>
                <a:spcPct val="85000"/>
              </a:lnSpc>
              <a:spcBef>
                <a:spcPts val="1300"/>
              </a:spcBef>
              <a:spcAft>
                <a:spcPts val="0"/>
              </a:spcAft>
              <a:buClr>
                <a:srgbClr val="262626"/>
              </a:buClr>
              <a:buSzPts val="2800"/>
              <a:buNone/>
            </a:pPr>
            <a:r>
              <a:rPr lang="en-US" sz="2800"/>
              <a:t>  			   =&gt; id * id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70"/>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71"/>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id="415" name="Google Shape;415;p72"/>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3"/>
          <p:cNvSpPr txBox="1"/>
          <p:nvPr>
            <p:ph type="title"/>
          </p:nvPr>
        </p:nvSpPr>
        <p:spPr>
          <a:xfrm>
            <a:off x="657224" y="499534"/>
            <a:ext cx="10772775" cy="580602"/>
          </a:xfrm>
          <a:prstGeom prst="rect">
            <a:avLst/>
          </a:prstGeom>
          <a:noFill/>
          <a:ln>
            <a:noFill/>
          </a:ln>
        </p:spPr>
        <p:txBody>
          <a:bodyPr anchorCtr="0" anchor="ctr" bIns="45700" lIns="91425" spcFirstLastPara="1" rIns="91425" wrap="square" tIns="45700">
            <a:noAutofit/>
          </a:bodyPr>
          <a:lstStyle/>
          <a:p>
            <a:pPr indent="0" lvl="0" marL="0" rtl="0" algn="l">
              <a:lnSpc>
                <a:spcPct val="85000"/>
              </a:lnSpc>
              <a:spcBef>
                <a:spcPts val="0"/>
              </a:spcBef>
              <a:spcAft>
                <a:spcPts val="0"/>
              </a:spcAft>
              <a:buClr>
                <a:srgbClr val="215E6A"/>
              </a:buClr>
              <a:buSzPts val="5400"/>
              <a:buFont typeface="Calibri"/>
              <a:buNone/>
            </a:pPr>
            <a:r>
              <a:rPr b="1" lang="en-US">
                <a:solidFill>
                  <a:srgbClr val="215E6A"/>
                </a:solidFill>
              </a:rPr>
              <a:t>Shift-Reduce Parsing</a:t>
            </a:r>
            <a:endParaRPr/>
          </a:p>
        </p:txBody>
      </p:sp>
      <p:sp>
        <p:nvSpPr>
          <p:cNvPr id="421" name="Google Shape;421;p73"/>
          <p:cNvSpPr txBox="1"/>
          <p:nvPr>
            <p:ph idx="1" type="body"/>
          </p:nvPr>
        </p:nvSpPr>
        <p:spPr>
          <a:xfrm>
            <a:off x="676656" y="1268362"/>
            <a:ext cx="10753725" cy="5279922"/>
          </a:xfrm>
          <a:prstGeom prst="rect">
            <a:avLst/>
          </a:prstGeom>
          <a:noFill/>
          <a:ln>
            <a:noFill/>
          </a:ln>
        </p:spPr>
        <p:txBody>
          <a:bodyPr anchorCtr="0" anchor="t" bIns="45700" lIns="91425" spcFirstLastPara="1" rIns="91425" wrap="square" tIns="45700">
            <a:normAutofit/>
          </a:bodyPr>
          <a:lstStyle/>
          <a:p>
            <a:pPr indent="-152400" lvl="0" marL="91440" rtl="0" algn="l">
              <a:lnSpc>
                <a:spcPct val="85000"/>
              </a:lnSpc>
              <a:spcBef>
                <a:spcPts val="0"/>
              </a:spcBef>
              <a:spcAft>
                <a:spcPts val="0"/>
              </a:spcAft>
              <a:buClr>
                <a:srgbClr val="262626"/>
              </a:buClr>
              <a:buSzPts val="2400"/>
              <a:buFont typeface="Arial"/>
              <a:buChar char="•"/>
            </a:pPr>
            <a:r>
              <a:rPr lang="en-US">
                <a:latin typeface="Times New Roman"/>
                <a:ea typeface="Times New Roman"/>
                <a:cs typeface="Times New Roman"/>
                <a:sym typeface="Times New Roman"/>
              </a:rPr>
              <a:t>The primary operations are shift and reduce, there are actually four possible actions a shift-reduce parser can make:</a:t>
            </a:r>
            <a:endParaRPr/>
          </a:p>
          <a:p>
            <a:pPr indent="0" lvl="0" marL="0" rtl="0" algn="l">
              <a:lnSpc>
                <a:spcPct val="85000"/>
              </a:lnSpc>
              <a:spcBef>
                <a:spcPts val="1300"/>
              </a:spcBef>
              <a:spcAft>
                <a:spcPts val="0"/>
              </a:spcAft>
              <a:buClr>
                <a:srgbClr val="262626"/>
              </a:buClr>
              <a:buSzPts val="2400"/>
              <a:buNone/>
            </a:pPr>
            <a:r>
              <a:rPr lang="en-US">
                <a:latin typeface="Times New Roman"/>
                <a:ea typeface="Times New Roman"/>
                <a:cs typeface="Times New Roman"/>
                <a:sym typeface="Times New Roman"/>
              </a:rPr>
              <a:t>	 (1) shift, (2) reduce, (3) accept, and (4) error.</a:t>
            </a:r>
            <a:endParaRPr/>
          </a:p>
          <a:p>
            <a:pPr indent="0" lvl="0" marL="91440" rtl="0" algn="l">
              <a:lnSpc>
                <a:spcPct val="85000"/>
              </a:lnSpc>
              <a:spcBef>
                <a:spcPts val="1300"/>
              </a:spcBef>
              <a:spcAft>
                <a:spcPts val="0"/>
              </a:spcAft>
              <a:buClr>
                <a:srgbClr val="262626"/>
              </a:buClr>
              <a:buSzPts val="2400"/>
              <a:buFont typeface="Arial"/>
              <a:buNone/>
            </a:pPr>
            <a:r>
              <a:t/>
            </a:r>
            <a:endParaRPr>
              <a:latin typeface="Arial"/>
              <a:ea typeface="Arial"/>
              <a:cs typeface="Arial"/>
              <a:sym typeface="Arial"/>
            </a:endParaRPr>
          </a:p>
          <a:p>
            <a:pPr indent="0" lvl="1" marL="457200" rtl="0" algn="l">
              <a:lnSpc>
                <a:spcPct val="85000"/>
              </a:lnSpc>
              <a:spcBef>
                <a:spcPts val="600"/>
              </a:spcBef>
              <a:spcAft>
                <a:spcPts val="0"/>
              </a:spcAft>
              <a:buClr>
                <a:srgbClr val="262626"/>
              </a:buClr>
              <a:buSzPts val="2400"/>
              <a:buNone/>
            </a:pPr>
            <a:r>
              <a:rPr lang="en-US">
                <a:latin typeface="Times New Roman"/>
                <a:ea typeface="Times New Roman"/>
                <a:cs typeface="Times New Roman"/>
                <a:sym typeface="Times New Roman"/>
              </a:rPr>
              <a:t>1. </a:t>
            </a:r>
            <a:r>
              <a:rPr b="1" lang="en-US">
                <a:latin typeface="Times New Roman"/>
                <a:ea typeface="Times New Roman"/>
                <a:cs typeface="Times New Roman"/>
                <a:sym typeface="Times New Roman"/>
              </a:rPr>
              <a:t>Shift: </a:t>
            </a:r>
            <a:r>
              <a:rPr lang="en-US">
                <a:latin typeface="Times New Roman"/>
                <a:ea typeface="Times New Roman"/>
                <a:cs typeface="Times New Roman"/>
                <a:sym typeface="Times New Roman"/>
              </a:rPr>
              <a:t>Shift the next input symbol onto the top of the stack.</a:t>
            </a:r>
            <a:endParaRPr/>
          </a:p>
          <a:p>
            <a:pPr indent="-190500" lvl="1" marL="800100" rtl="0" algn="l">
              <a:lnSpc>
                <a:spcPct val="85000"/>
              </a:lnSpc>
              <a:spcBef>
                <a:spcPts val="600"/>
              </a:spcBef>
              <a:spcAft>
                <a:spcPts val="0"/>
              </a:spcAft>
              <a:buClr>
                <a:srgbClr val="262626"/>
              </a:buClr>
              <a:buSzPts val="2400"/>
              <a:buFont typeface="Arial"/>
              <a:buNone/>
            </a:pPr>
            <a:r>
              <a:t/>
            </a:r>
            <a:endParaRPr>
              <a:latin typeface="Times New Roman"/>
              <a:ea typeface="Times New Roman"/>
              <a:cs typeface="Times New Roman"/>
              <a:sym typeface="Times New Roman"/>
            </a:endParaRPr>
          </a:p>
          <a:p>
            <a:pPr indent="0" lvl="1" marL="457200" rtl="0" algn="l">
              <a:lnSpc>
                <a:spcPct val="85000"/>
              </a:lnSpc>
              <a:spcBef>
                <a:spcPts val="600"/>
              </a:spcBef>
              <a:spcAft>
                <a:spcPts val="0"/>
              </a:spcAft>
              <a:buClr>
                <a:srgbClr val="262626"/>
              </a:buClr>
              <a:buSzPts val="2400"/>
              <a:buNone/>
            </a:pPr>
            <a:r>
              <a:rPr lang="en-US">
                <a:latin typeface="Times New Roman"/>
                <a:ea typeface="Times New Roman"/>
                <a:cs typeface="Times New Roman"/>
                <a:sym typeface="Times New Roman"/>
              </a:rPr>
              <a:t>2. </a:t>
            </a:r>
            <a:r>
              <a:rPr b="1" lang="en-US">
                <a:latin typeface="Times New Roman"/>
                <a:ea typeface="Times New Roman"/>
                <a:cs typeface="Times New Roman"/>
                <a:sym typeface="Times New Roman"/>
              </a:rPr>
              <a:t>Reduce: </a:t>
            </a:r>
            <a:r>
              <a:rPr lang="en-US">
                <a:latin typeface="Times New Roman"/>
                <a:ea typeface="Times New Roman"/>
                <a:cs typeface="Times New Roman"/>
                <a:sym typeface="Times New Roman"/>
              </a:rPr>
              <a:t>The right end of the string to be reduced must be at the top of the stack. Locate the left end of the string within the stack and decide with what nonterminal to replace the string.</a:t>
            </a:r>
            <a:endParaRPr/>
          </a:p>
          <a:p>
            <a:pPr indent="-190500" lvl="1" marL="347472" rtl="0" algn="l">
              <a:lnSpc>
                <a:spcPct val="85000"/>
              </a:lnSpc>
              <a:spcBef>
                <a:spcPts val="600"/>
              </a:spcBef>
              <a:spcAft>
                <a:spcPts val="0"/>
              </a:spcAft>
              <a:buClr>
                <a:srgbClr val="262626"/>
              </a:buClr>
              <a:buSzPts val="2400"/>
              <a:buFont typeface="Arial"/>
              <a:buNone/>
            </a:pPr>
            <a:r>
              <a:t/>
            </a:r>
            <a:endParaRPr>
              <a:latin typeface="Times New Roman"/>
              <a:ea typeface="Times New Roman"/>
              <a:cs typeface="Times New Roman"/>
              <a:sym typeface="Times New Roman"/>
            </a:endParaRPr>
          </a:p>
          <a:p>
            <a:pPr indent="0" lvl="1" marL="457200" rtl="0" algn="l">
              <a:lnSpc>
                <a:spcPct val="85000"/>
              </a:lnSpc>
              <a:spcBef>
                <a:spcPts val="600"/>
              </a:spcBef>
              <a:spcAft>
                <a:spcPts val="0"/>
              </a:spcAft>
              <a:buClr>
                <a:srgbClr val="262626"/>
              </a:buClr>
              <a:buSzPts val="2400"/>
              <a:buNone/>
            </a:pPr>
            <a:r>
              <a:rPr lang="en-US">
                <a:latin typeface="Times New Roman"/>
                <a:ea typeface="Times New Roman"/>
                <a:cs typeface="Times New Roman"/>
                <a:sym typeface="Times New Roman"/>
              </a:rPr>
              <a:t>3. </a:t>
            </a:r>
            <a:r>
              <a:rPr b="1" lang="en-US">
                <a:latin typeface="Times New Roman"/>
                <a:ea typeface="Times New Roman"/>
                <a:cs typeface="Times New Roman"/>
                <a:sym typeface="Times New Roman"/>
              </a:rPr>
              <a:t>Accept: </a:t>
            </a:r>
            <a:r>
              <a:rPr lang="en-US">
                <a:latin typeface="Times New Roman"/>
                <a:ea typeface="Times New Roman"/>
                <a:cs typeface="Times New Roman"/>
                <a:sym typeface="Times New Roman"/>
              </a:rPr>
              <a:t>Announce successful completion of parsing.</a:t>
            </a:r>
            <a:endParaRPr/>
          </a:p>
          <a:p>
            <a:pPr indent="-190500" lvl="1" marL="347472" rtl="0" algn="l">
              <a:lnSpc>
                <a:spcPct val="85000"/>
              </a:lnSpc>
              <a:spcBef>
                <a:spcPts val="600"/>
              </a:spcBef>
              <a:spcAft>
                <a:spcPts val="0"/>
              </a:spcAft>
              <a:buClr>
                <a:srgbClr val="262626"/>
              </a:buClr>
              <a:buSzPts val="2400"/>
              <a:buFont typeface="Arial"/>
              <a:buNone/>
            </a:pPr>
            <a:r>
              <a:t/>
            </a:r>
            <a:endParaRPr>
              <a:latin typeface="Times New Roman"/>
              <a:ea typeface="Times New Roman"/>
              <a:cs typeface="Times New Roman"/>
              <a:sym typeface="Times New Roman"/>
            </a:endParaRPr>
          </a:p>
          <a:p>
            <a:pPr indent="0" lvl="1" marL="457200" rtl="0" algn="l">
              <a:lnSpc>
                <a:spcPct val="85000"/>
              </a:lnSpc>
              <a:spcBef>
                <a:spcPts val="600"/>
              </a:spcBef>
              <a:spcAft>
                <a:spcPts val="0"/>
              </a:spcAft>
              <a:buClr>
                <a:srgbClr val="262626"/>
              </a:buClr>
              <a:buSzPts val="2400"/>
              <a:buNone/>
            </a:pPr>
            <a:r>
              <a:rPr lang="en-US">
                <a:latin typeface="Times New Roman"/>
                <a:ea typeface="Times New Roman"/>
                <a:cs typeface="Times New Roman"/>
                <a:sym typeface="Times New Roman"/>
              </a:rPr>
              <a:t>4. </a:t>
            </a:r>
            <a:r>
              <a:rPr b="1" lang="en-US">
                <a:latin typeface="Times New Roman"/>
                <a:ea typeface="Times New Roman"/>
                <a:cs typeface="Times New Roman"/>
                <a:sym typeface="Times New Roman"/>
              </a:rPr>
              <a:t>Error: </a:t>
            </a:r>
            <a:r>
              <a:rPr lang="en-US">
                <a:latin typeface="Times New Roman"/>
                <a:ea typeface="Times New Roman"/>
                <a:cs typeface="Times New Roman"/>
                <a:sym typeface="Times New Roman"/>
              </a:rPr>
              <a:t>Discover a syntax error and call an error recovery routine</a:t>
            </a:r>
            <a:endParaRPr/>
          </a:p>
          <a:p>
            <a:pPr indent="0" lvl="0" marL="91440" rtl="0" algn="l">
              <a:lnSpc>
                <a:spcPct val="85000"/>
              </a:lnSpc>
              <a:spcBef>
                <a:spcPts val="1300"/>
              </a:spcBef>
              <a:spcAft>
                <a:spcPts val="0"/>
              </a:spcAft>
              <a:buClr>
                <a:srgbClr val="262626"/>
              </a:buClr>
              <a:buSzPts val="2400"/>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4"/>
          <p:cNvSpPr txBox="1"/>
          <p:nvPr>
            <p:ph type="title"/>
          </p:nvPr>
        </p:nvSpPr>
        <p:spPr>
          <a:xfrm>
            <a:off x="657224" y="499534"/>
            <a:ext cx="10772775" cy="62134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5000"/>
              </a:lnSpc>
              <a:spcBef>
                <a:spcPts val="0"/>
              </a:spcBef>
              <a:spcAft>
                <a:spcPts val="0"/>
              </a:spcAft>
              <a:buClr>
                <a:srgbClr val="215E6A"/>
              </a:buClr>
              <a:buSzPct val="100000"/>
              <a:buFont typeface="Times New Roman"/>
              <a:buNone/>
            </a:pPr>
            <a:r>
              <a:rPr b="1" lang="en-US" sz="5400">
                <a:solidFill>
                  <a:srgbClr val="215E6A"/>
                </a:solidFill>
                <a:latin typeface="Times New Roman"/>
                <a:ea typeface="Times New Roman"/>
                <a:cs typeface="Times New Roman"/>
                <a:sym typeface="Times New Roman"/>
              </a:rPr>
              <a:t>Conflicts During Shift-Reduce Parsing</a:t>
            </a:r>
            <a:endParaRPr>
              <a:solidFill>
                <a:srgbClr val="215E6A"/>
              </a:solidFill>
            </a:endParaRPr>
          </a:p>
        </p:txBody>
      </p:sp>
      <p:sp>
        <p:nvSpPr>
          <p:cNvPr id="427" name="Google Shape;427;p74"/>
          <p:cNvSpPr txBox="1"/>
          <p:nvPr>
            <p:ph idx="1" type="body"/>
          </p:nvPr>
        </p:nvSpPr>
        <p:spPr>
          <a:xfrm>
            <a:off x="676274" y="1371600"/>
            <a:ext cx="10753725" cy="4986867"/>
          </a:xfrm>
          <a:prstGeom prst="rect">
            <a:avLst/>
          </a:prstGeom>
          <a:noFill/>
          <a:ln>
            <a:noFill/>
          </a:ln>
        </p:spPr>
        <p:txBody>
          <a:bodyPr anchorCtr="0" anchor="t" bIns="45700" lIns="91425" spcFirstLastPara="1" rIns="91425" wrap="square" tIns="45700">
            <a:normAutofit lnSpcReduction="10000"/>
          </a:bodyPr>
          <a:lstStyle/>
          <a:p>
            <a:pPr indent="-177800" lvl="0" marL="91440" rtl="0" algn="just">
              <a:lnSpc>
                <a:spcPct val="85000"/>
              </a:lnSpc>
              <a:spcBef>
                <a:spcPts val="0"/>
              </a:spcBef>
              <a:spcAft>
                <a:spcPts val="0"/>
              </a:spcAft>
              <a:buClr>
                <a:srgbClr val="262626"/>
              </a:buClr>
              <a:buSzPts val="2800"/>
              <a:buFont typeface="Arial"/>
              <a:buChar char="•"/>
            </a:pPr>
            <a:r>
              <a:rPr b="1" lang="en-US" sz="2800"/>
              <a:t>There are two types of conflicts.</a:t>
            </a:r>
            <a:endParaRPr/>
          </a:p>
          <a:p>
            <a:pPr indent="-514350" lvl="0" marL="514350" rtl="0" algn="just">
              <a:lnSpc>
                <a:spcPct val="85000"/>
              </a:lnSpc>
              <a:spcBef>
                <a:spcPts val="1300"/>
              </a:spcBef>
              <a:spcAft>
                <a:spcPts val="0"/>
              </a:spcAft>
              <a:buClr>
                <a:srgbClr val="FF0000"/>
              </a:buClr>
              <a:buSzPts val="2800"/>
              <a:buAutoNum type="arabicPeriod"/>
            </a:pPr>
            <a:r>
              <a:rPr lang="en-US" sz="2800">
                <a:solidFill>
                  <a:srgbClr val="FF0000"/>
                </a:solidFill>
              </a:rPr>
              <a:t>Shift/reduce conflicts</a:t>
            </a:r>
            <a:endParaRPr/>
          </a:p>
          <a:p>
            <a:pPr indent="-514350" lvl="0" marL="514350" rtl="0" algn="just">
              <a:lnSpc>
                <a:spcPct val="85000"/>
              </a:lnSpc>
              <a:spcBef>
                <a:spcPts val="1300"/>
              </a:spcBef>
              <a:spcAft>
                <a:spcPts val="0"/>
              </a:spcAft>
              <a:buClr>
                <a:srgbClr val="FF0000"/>
              </a:buClr>
              <a:buSzPts val="2800"/>
              <a:buAutoNum type="arabicPeriod"/>
            </a:pPr>
            <a:r>
              <a:rPr lang="en-US" sz="2800">
                <a:solidFill>
                  <a:srgbClr val="FF0000"/>
                </a:solidFill>
              </a:rPr>
              <a:t>Reduce/Reduce conflicts</a:t>
            </a:r>
            <a:endParaRPr sz="2800">
              <a:solidFill>
                <a:srgbClr val="FF0000"/>
              </a:solidFill>
            </a:endParaRPr>
          </a:p>
          <a:p>
            <a:pPr indent="-177800" lvl="0" marL="91440" rtl="0" algn="just">
              <a:lnSpc>
                <a:spcPct val="85000"/>
              </a:lnSpc>
              <a:spcBef>
                <a:spcPts val="1300"/>
              </a:spcBef>
              <a:spcAft>
                <a:spcPts val="0"/>
              </a:spcAft>
              <a:buClr>
                <a:srgbClr val="262626"/>
              </a:buClr>
              <a:buSzPts val="2800"/>
              <a:buFont typeface="Arial"/>
              <a:buChar char="•"/>
            </a:pPr>
            <a:r>
              <a:rPr b="1" lang="en-US" sz="2800"/>
              <a:t>Shift-Reduce Conflict: </a:t>
            </a:r>
            <a:r>
              <a:rPr lang="en-US" sz="2800"/>
              <a:t>during parsing, by knowing the content of the stack and the next input symbol, if the parser cannot decide whether to shift the input symbol on to the stack or to reduce the angle on top of the stack, it results in </a:t>
            </a:r>
            <a:r>
              <a:rPr b="1" lang="en-US" sz="2800"/>
              <a:t>shift-reduce conflict.</a:t>
            </a:r>
            <a:endParaRPr/>
          </a:p>
          <a:p>
            <a:pPr indent="-177800" lvl="0" marL="91440" rtl="0" algn="just">
              <a:lnSpc>
                <a:spcPct val="85000"/>
              </a:lnSpc>
              <a:spcBef>
                <a:spcPts val="1300"/>
              </a:spcBef>
              <a:spcAft>
                <a:spcPts val="0"/>
              </a:spcAft>
              <a:buClr>
                <a:srgbClr val="262626"/>
              </a:buClr>
              <a:buSzPts val="2800"/>
              <a:buFont typeface="Arial"/>
              <a:buChar char="•"/>
            </a:pPr>
            <a:r>
              <a:rPr b="1" lang="en-US" sz="2800"/>
              <a:t>Reduce-Reduce Conflict: </a:t>
            </a:r>
            <a:r>
              <a:rPr lang="en-US" sz="2800"/>
              <a:t>during parsing, F shift reduce parser finds a Ander on the top of the stack, the parser has to reduce the handle to the left hand side of the production. But, F2 or more productions have same handle on right hand side of the production, the parser cannot decide which production has to be selected for reducing. This conflict is called</a:t>
            </a:r>
            <a:r>
              <a:rPr b="1" lang="en-US" sz="2800"/>
              <a:t> reduce-reduce conflict.</a:t>
            </a:r>
            <a:endParaRPr b="1" sz="2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tropolitan">
  <a:themeElements>
    <a:clrScheme name="Metropolitan">
      <a:dk1>
        <a:srgbClr val="000000"/>
      </a:dk1>
      <a:lt1>
        <a:srgbClr val="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
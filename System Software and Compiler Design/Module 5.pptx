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14" r:id="rId6"/>
    <p:sldId id="315" r:id="rId7"/>
    <p:sldId id="319" r:id="rId8"/>
    <p:sldId id="320" r:id="rId9"/>
    <p:sldId id="322" r:id="rId10"/>
    <p:sldId id="321" r:id="rId11"/>
    <p:sldId id="323" r:id="rId12"/>
    <p:sldId id="324" r:id="rId13"/>
    <p:sldId id="325" r:id="rId14"/>
    <p:sldId id="326" r:id="rId15"/>
    <p:sldId id="327" r:id="rId16"/>
    <p:sldId id="328" r:id="rId17"/>
    <p:sldId id="356" r:id="rId18"/>
    <p:sldId id="355" r:id="rId19"/>
    <p:sldId id="357" r:id="rId20"/>
    <p:sldId id="316" r:id="rId21"/>
    <p:sldId id="329" r:id="rId22"/>
    <p:sldId id="317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41" r:id="rId31"/>
    <p:sldId id="337" r:id="rId32"/>
    <p:sldId id="338" r:id="rId33"/>
    <p:sldId id="339" r:id="rId34"/>
    <p:sldId id="340" r:id="rId35"/>
    <p:sldId id="349" r:id="rId36"/>
    <p:sldId id="342" r:id="rId37"/>
    <p:sldId id="343" r:id="rId38"/>
    <p:sldId id="351" r:id="rId39"/>
    <p:sldId id="359" r:id="rId40"/>
    <p:sldId id="350" r:id="rId41"/>
    <p:sldId id="353" r:id="rId42"/>
    <p:sldId id="354" r:id="rId43"/>
    <p:sldId id="358" r:id="rId44"/>
    <p:sldId id="31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27575-F1C2-4E75-BC77-9E30B4CDCADD}" v="7" dt="2025-05-10T04:42:15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a BV" userId="48fbb3e7aeb449f5" providerId="LiveId" clId="{AA027575-F1C2-4E75-BC77-9E30B4CDCADD}"/>
    <pc:docChg chg="undo custSel addSld delSld modSld sldOrd">
      <pc:chgData name="Shilpa BV" userId="48fbb3e7aeb449f5" providerId="LiveId" clId="{AA027575-F1C2-4E75-BC77-9E30B4CDCADD}" dt="2025-05-10T16:45:47.482" v="1003" actId="47"/>
      <pc:docMkLst>
        <pc:docMk/>
      </pc:docMkLst>
      <pc:sldChg chg="del">
        <pc:chgData name="Shilpa BV" userId="48fbb3e7aeb449f5" providerId="LiveId" clId="{AA027575-F1C2-4E75-BC77-9E30B4CDCADD}" dt="2025-05-10T16:45:47.482" v="1003" actId="47"/>
        <pc:sldMkLst>
          <pc:docMk/>
          <pc:sldMk cId="2860939292" sldId="318"/>
        </pc:sldMkLst>
      </pc:sldChg>
      <pc:sldChg chg="addSp modSp mod">
        <pc:chgData name="Shilpa BV" userId="48fbb3e7aeb449f5" providerId="LiveId" clId="{AA027575-F1C2-4E75-BC77-9E30B4CDCADD}" dt="2025-05-09T09:44:35.373" v="115" actId="20577"/>
        <pc:sldMkLst>
          <pc:docMk/>
          <pc:sldMk cId="2152192844" sldId="340"/>
        </pc:sldMkLst>
        <pc:spChg chg="add mod">
          <ac:chgData name="Shilpa BV" userId="48fbb3e7aeb449f5" providerId="LiveId" clId="{AA027575-F1C2-4E75-BC77-9E30B4CDCADD}" dt="2025-05-09T09:44:35.373" v="115" actId="20577"/>
          <ac:spMkLst>
            <pc:docMk/>
            <pc:sldMk cId="2152192844" sldId="340"/>
            <ac:spMk id="4" creationId="{5EBF767D-7630-361F-0294-80DDD9DDA273}"/>
          </ac:spMkLst>
        </pc:spChg>
        <pc:cxnChg chg="add mod">
          <ac:chgData name="Shilpa BV" userId="48fbb3e7aeb449f5" providerId="LiveId" clId="{AA027575-F1C2-4E75-BC77-9E30B4CDCADD}" dt="2025-05-09T09:43:42.021" v="77" actId="208"/>
          <ac:cxnSpMkLst>
            <pc:docMk/>
            <pc:sldMk cId="2152192844" sldId="340"/>
            <ac:cxnSpMk id="3" creationId="{A77237E9-7233-64E8-9EF4-83F67931E5D5}"/>
          </ac:cxnSpMkLst>
        </pc:cxnChg>
      </pc:sldChg>
      <pc:sldChg chg="modSp del mod">
        <pc:chgData name="Shilpa BV" userId="48fbb3e7aeb449f5" providerId="LiveId" clId="{AA027575-F1C2-4E75-BC77-9E30B4CDCADD}" dt="2025-05-10T16:44:43.977" v="998" actId="47"/>
        <pc:sldMkLst>
          <pc:docMk/>
          <pc:sldMk cId="661799176" sldId="344"/>
        </pc:sldMkLst>
        <pc:picChg chg="mod">
          <ac:chgData name="Shilpa BV" userId="48fbb3e7aeb449f5" providerId="LiveId" clId="{AA027575-F1C2-4E75-BC77-9E30B4CDCADD}" dt="2025-05-09T10:01:11.372" v="533" actId="1076"/>
          <ac:picMkLst>
            <pc:docMk/>
            <pc:sldMk cId="661799176" sldId="344"/>
            <ac:picMk id="7" creationId="{32D468DF-E2F5-7EF2-2BAA-6EFFE59D4FF7}"/>
          </ac:picMkLst>
        </pc:picChg>
      </pc:sldChg>
      <pc:sldChg chg="del">
        <pc:chgData name="Shilpa BV" userId="48fbb3e7aeb449f5" providerId="LiveId" clId="{AA027575-F1C2-4E75-BC77-9E30B4CDCADD}" dt="2025-05-10T16:44:44.675" v="999" actId="47"/>
        <pc:sldMkLst>
          <pc:docMk/>
          <pc:sldMk cId="549464143" sldId="345"/>
        </pc:sldMkLst>
      </pc:sldChg>
      <pc:sldChg chg="del">
        <pc:chgData name="Shilpa BV" userId="48fbb3e7aeb449f5" providerId="LiveId" clId="{AA027575-F1C2-4E75-BC77-9E30B4CDCADD}" dt="2025-05-10T16:44:45.389" v="1000" actId="47"/>
        <pc:sldMkLst>
          <pc:docMk/>
          <pc:sldMk cId="3908941240" sldId="346"/>
        </pc:sldMkLst>
      </pc:sldChg>
      <pc:sldChg chg="del">
        <pc:chgData name="Shilpa BV" userId="48fbb3e7aeb449f5" providerId="LiveId" clId="{AA027575-F1C2-4E75-BC77-9E30B4CDCADD}" dt="2025-05-10T16:44:46.099" v="1001" actId="47"/>
        <pc:sldMkLst>
          <pc:docMk/>
          <pc:sldMk cId="1590887939" sldId="347"/>
        </pc:sldMkLst>
      </pc:sldChg>
      <pc:sldChg chg="del">
        <pc:chgData name="Shilpa BV" userId="48fbb3e7aeb449f5" providerId="LiveId" clId="{AA027575-F1C2-4E75-BC77-9E30B4CDCADD}" dt="2025-05-10T16:45:35.257" v="1002" actId="47"/>
        <pc:sldMkLst>
          <pc:docMk/>
          <pc:sldMk cId="1697579264" sldId="348"/>
        </pc:sldMkLst>
      </pc:sldChg>
      <pc:sldChg chg="modSp mod ord">
        <pc:chgData name="Shilpa BV" userId="48fbb3e7aeb449f5" providerId="LiveId" clId="{AA027575-F1C2-4E75-BC77-9E30B4CDCADD}" dt="2025-05-09T09:49:44.770" v="209" actId="20577"/>
        <pc:sldMkLst>
          <pc:docMk/>
          <pc:sldMk cId="3264593114" sldId="350"/>
        </pc:sldMkLst>
        <pc:graphicFrameChg chg="modGraphic">
          <ac:chgData name="Shilpa BV" userId="48fbb3e7aeb449f5" providerId="LiveId" clId="{AA027575-F1C2-4E75-BC77-9E30B4CDCADD}" dt="2025-05-09T09:46:07.461" v="150" actId="207"/>
          <ac:graphicFrameMkLst>
            <pc:docMk/>
            <pc:sldMk cId="3264593114" sldId="350"/>
            <ac:graphicFrameMk id="4" creationId="{C5DFD837-F022-D0EB-803B-8484D5E70468}"/>
          </ac:graphicFrameMkLst>
        </pc:graphicFrameChg>
        <pc:graphicFrameChg chg="mod modGraphic">
          <ac:chgData name="Shilpa BV" userId="48fbb3e7aeb449f5" providerId="LiveId" clId="{AA027575-F1C2-4E75-BC77-9E30B4CDCADD}" dt="2025-05-09T09:49:44.770" v="209" actId="20577"/>
          <ac:graphicFrameMkLst>
            <pc:docMk/>
            <pc:sldMk cId="3264593114" sldId="350"/>
            <ac:graphicFrameMk id="6" creationId="{18D86A46-F888-79C1-8033-07C5E07F57F5}"/>
          </ac:graphicFrameMkLst>
        </pc:graphicFrameChg>
      </pc:sldChg>
      <pc:sldChg chg="addSp delSp modSp new del mod modClrScheme chgLayout">
        <pc:chgData name="Shilpa BV" userId="48fbb3e7aeb449f5" providerId="LiveId" clId="{AA027575-F1C2-4E75-BC77-9E30B4CDCADD}" dt="2025-05-09T09:56:45.043" v="451" actId="47"/>
        <pc:sldMkLst>
          <pc:docMk/>
          <pc:sldMk cId="1281846917" sldId="352"/>
        </pc:sldMkLst>
        <pc:spChg chg="del mod ord">
          <ac:chgData name="Shilpa BV" userId="48fbb3e7aeb449f5" providerId="LiveId" clId="{AA027575-F1C2-4E75-BC77-9E30B4CDCADD}" dt="2025-05-09T09:45:02.977" v="117" actId="700"/>
          <ac:spMkLst>
            <pc:docMk/>
            <pc:sldMk cId="1281846917" sldId="352"/>
            <ac:spMk id="2" creationId="{9EA6A0FC-EFE9-DECB-D87B-1D5FE3122352}"/>
          </ac:spMkLst>
        </pc:spChg>
        <pc:spChg chg="del mod ord">
          <ac:chgData name="Shilpa BV" userId="48fbb3e7aeb449f5" providerId="LiveId" clId="{AA027575-F1C2-4E75-BC77-9E30B4CDCADD}" dt="2025-05-09T09:45:02.977" v="117" actId="700"/>
          <ac:spMkLst>
            <pc:docMk/>
            <pc:sldMk cId="1281846917" sldId="352"/>
            <ac:spMk id="3" creationId="{BEEA2E16-882F-30DC-661A-91625C1AEF48}"/>
          </ac:spMkLst>
        </pc:spChg>
        <pc:spChg chg="del">
          <ac:chgData name="Shilpa BV" userId="48fbb3e7aeb449f5" providerId="LiveId" clId="{AA027575-F1C2-4E75-BC77-9E30B4CDCADD}" dt="2025-05-09T09:45:02.977" v="117" actId="700"/>
          <ac:spMkLst>
            <pc:docMk/>
            <pc:sldMk cId="1281846917" sldId="352"/>
            <ac:spMk id="4" creationId="{E5C7B9AB-8ACF-B255-7354-428EDE34FB9E}"/>
          </ac:spMkLst>
        </pc:spChg>
        <pc:spChg chg="add mod ord">
          <ac:chgData name="Shilpa BV" userId="48fbb3e7aeb449f5" providerId="LiveId" clId="{AA027575-F1C2-4E75-BC77-9E30B4CDCADD}" dt="2025-05-09T09:45:02.977" v="117" actId="700"/>
          <ac:spMkLst>
            <pc:docMk/>
            <pc:sldMk cId="1281846917" sldId="352"/>
            <ac:spMk id="5" creationId="{E4A97BB2-19E4-9B0E-B0F6-51D2B3EEFC2C}"/>
          </ac:spMkLst>
        </pc:spChg>
        <pc:spChg chg="add mod ord">
          <ac:chgData name="Shilpa BV" userId="48fbb3e7aeb449f5" providerId="LiveId" clId="{AA027575-F1C2-4E75-BC77-9E30B4CDCADD}" dt="2025-05-09T09:45:02.977" v="117" actId="700"/>
          <ac:spMkLst>
            <pc:docMk/>
            <pc:sldMk cId="1281846917" sldId="352"/>
            <ac:spMk id="6" creationId="{D0BAE86F-1A8F-F46F-E336-B322BEAA9DFA}"/>
          </ac:spMkLst>
        </pc:spChg>
      </pc:sldChg>
      <pc:sldChg chg="modSp add mod">
        <pc:chgData name="Shilpa BV" userId="48fbb3e7aeb449f5" providerId="LiveId" clId="{AA027575-F1C2-4E75-BC77-9E30B4CDCADD}" dt="2025-05-09T09:53:22.613" v="335" actId="6549"/>
        <pc:sldMkLst>
          <pc:docMk/>
          <pc:sldMk cId="3660937492" sldId="353"/>
        </pc:sldMkLst>
        <pc:spChg chg="mod">
          <ac:chgData name="Shilpa BV" userId="48fbb3e7aeb449f5" providerId="LiveId" clId="{AA027575-F1C2-4E75-BC77-9E30B4CDCADD}" dt="2025-05-09T09:53:22.613" v="335" actId="6549"/>
          <ac:spMkLst>
            <pc:docMk/>
            <pc:sldMk cId="3660937492" sldId="353"/>
            <ac:spMk id="5" creationId="{E47F35C0-CE9B-5C2A-CAE6-05185A974AAC}"/>
          </ac:spMkLst>
        </pc:spChg>
        <pc:graphicFrameChg chg="mod modGraphic">
          <ac:chgData name="Shilpa BV" userId="48fbb3e7aeb449f5" providerId="LiveId" clId="{AA027575-F1C2-4E75-BC77-9E30B4CDCADD}" dt="2025-05-09T09:51:43.589" v="274" actId="20577"/>
          <ac:graphicFrameMkLst>
            <pc:docMk/>
            <pc:sldMk cId="3660937492" sldId="353"/>
            <ac:graphicFrameMk id="4" creationId="{93017966-552C-EB75-B10D-158AEBDDF2C5}"/>
          </ac:graphicFrameMkLst>
        </pc:graphicFrameChg>
        <pc:graphicFrameChg chg="mod modGraphic">
          <ac:chgData name="Shilpa BV" userId="48fbb3e7aeb449f5" providerId="LiveId" clId="{AA027575-F1C2-4E75-BC77-9E30B4CDCADD}" dt="2025-05-09T09:51:15.315" v="250" actId="20577"/>
          <ac:graphicFrameMkLst>
            <pc:docMk/>
            <pc:sldMk cId="3660937492" sldId="353"/>
            <ac:graphicFrameMk id="6" creationId="{85070483-3904-DB0F-10F2-D52351D74512}"/>
          </ac:graphicFrameMkLst>
        </pc:graphicFrameChg>
      </pc:sldChg>
      <pc:sldChg chg="modSp add mod">
        <pc:chgData name="Shilpa BV" userId="48fbb3e7aeb449f5" providerId="LiveId" clId="{AA027575-F1C2-4E75-BC77-9E30B4CDCADD}" dt="2025-05-09T10:03:01.248" v="557" actId="20577"/>
        <pc:sldMkLst>
          <pc:docMk/>
          <pc:sldMk cId="765006349" sldId="354"/>
        </pc:sldMkLst>
        <pc:spChg chg="mod">
          <ac:chgData name="Shilpa BV" userId="48fbb3e7aeb449f5" providerId="LiveId" clId="{AA027575-F1C2-4E75-BC77-9E30B4CDCADD}" dt="2025-05-09T09:57:54.436" v="484" actId="6549"/>
          <ac:spMkLst>
            <pc:docMk/>
            <pc:sldMk cId="765006349" sldId="354"/>
            <ac:spMk id="5" creationId="{43BECA45-D046-4866-F071-1BF96D12C778}"/>
          </ac:spMkLst>
        </pc:spChg>
        <pc:graphicFrameChg chg="modGraphic">
          <ac:chgData name="Shilpa BV" userId="48fbb3e7aeb449f5" providerId="LiveId" clId="{AA027575-F1C2-4E75-BC77-9E30B4CDCADD}" dt="2025-05-09T10:03:01.248" v="557" actId="20577"/>
          <ac:graphicFrameMkLst>
            <pc:docMk/>
            <pc:sldMk cId="765006349" sldId="354"/>
            <ac:graphicFrameMk id="4" creationId="{AB597922-87CD-A5D9-6F3C-DD2A7D5A20DB}"/>
          </ac:graphicFrameMkLst>
        </pc:graphicFrameChg>
        <pc:graphicFrameChg chg="modGraphic">
          <ac:chgData name="Shilpa BV" userId="48fbb3e7aeb449f5" providerId="LiveId" clId="{AA027575-F1C2-4E75-BC77-9E30B4CDCADD}" dt="2025-05-09T10:02:55.100" v="555" actId="20577"/>
          <ac:graphicFrameMkLst>
            <pc:docMk/>
            <pc:sldMk cId="765006349" sldId="354"/>
            <ac:graphicFrameMk id="6" creationId="{4C25E418-E885-ECA3-9702-032983BFFBFB}"/>
          </ac:graphicFrameMkLst>
        </pc:graphicFrameChg>
      </pc:sldChg>
      <pc:sldChg chg="modSp new mod">
        <pc:chgData name="Shilpa BV" userId="48fbb3e7aeb449f5" providerId="LiveId" clId="{AA027575-F1C2-4E75-BC77-9E30B4CDCADD}" dt="2025-05-09T10:40:58.978" v="734" actId="6549"/>
        <pc:sldMkLst>
          <pc:docMk/>
          <pc:sldMk cId="3698666700" sldId="355"/>
        </pc:sldMkLst>
        <pc:spChg chg="mod">
          <ac:chgData name="Shilpa BV" userId="48fbb3e7aeb449f5" providerId="LiveId" clId="{AA027575-F1C2-4E75-BC77-9E30B4CDCADD}" dt="2025-05-09T10:32:37.659" v="697" actId="6549"/>
          <ac:spMkLst>
            <pc:docMk/>
            <pc:sldMk cId="3698666700" sldId="355"/>
            <ac:spMk id="2" creationId="{5ACFA342-BDED-D4D4-50A3-FA756263879F}"/>
          </ac:spMkLst>
        </pc:spChg>
        <pc:spChg chg="mod">
          <ac:chgData name="Shilpa BV" userId="48fbb3e7aeb449f5" providerId="LiveId" clId="{AA027575-F1C2-4E75-BC77-9E30B4CDCADD}" dt="2025-05-09T10:40:58.978" v="734" actId="6549"/>
          <ac:spMkLst>
            <pc:docMk/>
            <pc:sldMk cId="3698666700" sldId="355"/>
            <ac:spMk id="3" creationId="{17CE7902-E3EA-9B4A-8B47-779F80AEEE6C}"/>
          </ac:spMkLst>
        </pc:spChg>
      </pc:sldChg>
      <pc:sldChg chg="modSp new mod">
        <pc:chgData name="Shilpa BV" userId="48fbb3e7aeb449f5" providerId="LiveId" clId="{AA027575-F1C2-4E75-BC77-9E30B4CDCADD}" dt="2025-05-09T10:31:38.566" v="679"/>
        <pc:sldMkLst>
          <pc:docMk/>
          <pc:sldMk cId="2172963895" sldId="356"/>
        </pc:sldMkLst>
        <pc:spChg chg="mod">
          <ac:chgData name="Shilpa BV" userId="48fbb3e7aeb449f5" providerId="LiveId" clId="{AA027575-F1C2-4E75-BC77-9E30B4CDCADD}" dt="2025-05-09T10:28:36.791" v="666" actId="20577"/>
          <ac:spMkLst>
            <pc:docMk/>
            <pc:sldMk cId="2172963895" sldId="356"/>
            <ac:spMk id="2" creationId="{A37B49EF-65B4-A6BE-481F-11A014B1265C}"/>
          </ac:spMkLst>
        </pc:spChg>
        <pc:spChg chg="mod">
          <ac:chgData name="Shilpa BV" userId="48fbb3e7aeb449f5" providerId="LiveId" clId="{AA027575-F1C2-4E75-BC77-9E30B4CDCADD}" dt="2025-05-09T10:31:38.566" v="679"/>
          <ac:spMkLst>
            <pc:docMk/>
            <pc:sldMk cId="2172963895" sldId="356"/>
            <ac:spMk id="3" creationId="{96CA47C9-59DB-550D-5DE0-3257D6FB829B}"/>
          </ac:spMkLst>
        </pc:spChg>
      </pc:sldChg>
      <pc:sldChg chg="modSp new mod">
        <pc:chgData name="Shilpa BV" userId="48fbb3e7aeb449f5" providerId="LiveId" clId="{AA027575-F1C2-4E75-BC77-9E30B4CDCADD}" dt="2025-05-09T10:42:24.299" v="741" actId="20577"/>
        <pc:sldMkLst>
          <pc:docMk/>
          <pc:sldMk cId="4055412704" sldId="357"/>
        </pc:sldMkLst>
        <pc:spChg chg="mod">
          <ac:chgData name="Shilpa BV" userId="48fbb3e7aeb449f5" providerId="LiveId" clId="{AA027575-F1C2-4E75-BC77-9E30B4CDCADD}" dt="2025-05-09T10:42:24.299" v="741" actId="20577"/>
          <ac:spMkLst>
            <pc:docMk/>
            <pc:sldMk cId="4055412704" sldId="357"/>
            <ac:spMk id="3" creationId="{F00F0377-D7CD-1C73-804E-D56984BA28EF}"/>
          </ac:spMkLst>
        </pc:spChg>
      </pc:sldChg>
      <pc:sldChg chg="modSp add mod">
        <pc:chgData name="Shilpa BV" userId="48fbb3e7aeb449f5" providerId="LiveId" clId="{AA027575-F1C2-4E75-BC77-9E30B4CDCADD}" dt="2025-05-10T16:44:32.743" v="997" actId="20577"/>
        <pc:sldMkLst>
          <pc:docMk/>
          <pc:sldMk cId="2891129278" sldId="358"/>
        </pc:sldMkLst>
        <pc:spChg chg="mod">
          <ac:chgData name="Shilpa BV" userId="48fbb3e7aeb449f5" providerId="LiveId" clId="{AA027575-F1C2-4E75-BC77-9E30B4CDCADD}" dt="2025-05-10T05:07:43.820" v="991" actId="20577"/>
          <ac:spMkLst>
            <pc:docMk/>
            <pc:sldMk cId="2891129278" sldId="358"/>
            <ac:spMk id="5" creationId="{9CD6EF30-ABEC-0D84-FB8E-0E1D511540B9}"/>
          </ac:spMkLst>
        </pc:spChg>
        <pc:graphicFrameChg chg="modGraphic">
          <ac:chgData name="Shilpa BV" userId="48fbb3e7aeb449f5" providerId="LiveId" clId="{AA027575-F1C2-4E75-BC77-9E30B4CDCADD}" dt="2025-05-10T16:44:32.743" v="997" actId="20577"/>
          <ac:graphicFrameMkLst>
            <pc:docMk/>
            <pc:sldMk cId="2891129278" sldId="358"/>
            <ac:graphicFrameMk id="4" creationId="{9C88F293-8099-1160-D53B-3FD34F5C1BD4}"/>
          </ac:graphicFrameMkLst>
        </pc:graphicFrameChg>
        <pc:graphicFrameChg chg="modGraphic">
          <ac:chgData name="Shilpa BV" userId="48fbb3e7aeb449f5" providerId="LiveId" clId="{AA027575-F1C2-4E75-BC77-9E30B4CDCADD}" dt="2025-05-10T04:57:46.672" v="945" actId="20577"/>
          <ac:graphicFrameMkLst>
            <pc:docMk/>
            <pc:sldMk cId="2891129278" sldId="358"/>
            <ac:graphicFrameMk id="6" creationId="{6CB3BDBE-C488-B459-B613-04EECC16392E}"/>
          </ac:graphicFrameMkLst>
        </pc:graphicFrameChg>
      </pc:sldChg>
      <pc:sldChg chg="addSp delSp modSp new mod">
        <pc:chgData name="Shilpa BV" userId="48fbb3e7aeb449f5" providerId="LiveId" clId="{AA027575-F1C2-4E75-BC77-9E30B4CDCADD}" dt="2025-05-10T04:52:52.828" v="875" actId="14100"/>
        <pc:sldMkLst>
          <pc:docMk/>
          <pc:sldMk cId="3896833637" sldId="359"/>
        </pc:sldMkLst>
        <pc:spChg chg="del">
          <ac:chgData name="Shilpa BV" userId="48fbb3e7aeb449f5" providerId="LiveId" clId="{AA027575-F1C2-4E75-BC77-9E30B4CDCADD}" dt="2025-05-10T04:52:43.063" v="872" actId="478"/>
          <ac:spMkLst>
            <pc:docMk/>
            <pc:sldMk cId="3896833637" sldId="359"/>
            <ac:spMk id="2" creationId="{342C9858-D57B-ED6E-3950-908AA886A5EA}"/>
          </ac:spMkLst>
        </pc:spChg>
        <pc:spChg chg="del">
          <ac:chgData name="Shilpa BV" userId="48fbb3e7aeb449f5" providerId="LiveId" clId="{AA027575-F1C2-4E75-BC77-9E30B4CDCADD}" dt="2025-05-10T04:52:46.010" v="873" actId="478"/>
          <ac:spMkLst>
            <pc:docMk/>
            <pc:sldMk cId="3896833637" sldId="359"/>
            <ac:spMk id="3" creationId="{85AA3A06-16CC-639C-ED85-905DDC12B7F0}"/>
          </ac:spMkLst>
        </pc:spChg>
        <pc:picChg chg="add mod">
          <ac:chgData name="Shilpa BV" userId="48fbb3e7aeb449f5" providerId="LiveId" clId="{AA027575-F1C2-4E75-BC77-9E30B4CDCADD}" dt="2025-05-10T04:52:52.828" v="875" actId="14100"/>
          <ac:picMkLst>
            <pc:docMk/>
            <pc:sldMk cId="3896833637" sldId="359"/>
            <ac:picMk id="5" creationId="{8A505C67-1068-BCE9-4A46-705D1A4989B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3:51:39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22982,'8977'43'0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03:59:26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A303-3108-D7C3-CD25-BB8D56436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48FCE-63CF-1D98-9FF9-61D80B040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5DD42-7C2D-EA63-59F0-8AE2AFDC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A60288F2-E411-4717-A2A8-E54361EB3D7C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8AD21-B788-F1C2-F7E8-F56F2641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70B3-BCC9-A443-1BAC-6DD16CA5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3405273E-9AE5-4195-AC9F-FAA5849B8D5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34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5F0C-46AD-7D3A-02FB-FB42FACF7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31"/>
            <a:ext cx="10515600" cy="909493"/>
          </a:xfrm>
          <a:solidFill>
            <a:srgbClr val="FFC000"/>
          </a:solidFill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5B5B6-A94D-7A23-6E0D-A3549F3D5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9"/>
            <a:ext cx="11873345" cy="4930054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53D09-8725-9484-701F-33B05A2D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A60288F2-E411-4717-A2A8-E54361EB3D7C}" type="datetimeFigureOut">
              <a:rPr lang="en-IN" smtClean="0"/>
              <a:pPr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93219-2E3F-744A-81D6-69AA44D9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4579-1CED-824A-0CA8-F9BCEB36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3405273E-9AE5-4195-AC9F-FAA5849B8D5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17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A45E-892C-E9A8-D293-21A3B997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14981-A3C8-5764-AC99-558C6FF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F634B-6A54-FC43-8E8D-085B7F32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B788C-F3D7-E2AB-2E49-4AF62510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CC9A-4849-7D7C-8CF9-7C2AEB54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14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48AE-D9C8-EF0A-05FB-2C57EEB7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221CE-916F-CAAD-9655-71DF729EF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58360-560D-6A4D-91F9-771D7747A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3AF5E-C58B-03F8-EED9-634C7C9B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77E1F-C07A-185D-4E68-106CBD8E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2CD07-6578-DA71-910E-F1E3EB6A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08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307A-E8E3-5127-A049-E6A3677E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B44B7-BB0D-5954-251D-0F12BC40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2E69B-2CDC-E4FB-B18B-875D7F43B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1C115-A98A-5001-0BF8-3EBC9C42B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9E718-D9F9-6AE3-B68F-D6508F125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F024F-CBF4-D143-ABF6-EB2EB0074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722D3-F786-2519-0543-2EDB5524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66567-834E-1336-594B-AA23464B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38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9373-BB5F-027E-CC3A-8B55EAFE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42576-219C-9794-2869-8484B55F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572F2-8DA3-70AC-762E-B48629DD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79076-613E-AC63-3B08-8EB2CEAA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34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BB582-1A1E-B166-9AA1-429FBB72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92330-436F-CD11-5364-FE407FBD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B4C21-DDAC-4404-8F4A-3876166D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3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BA60-9417-655B-8981-B4A24E52B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100C1-4AF7-A545-177E-F0EBB194E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EEDF1-8D06-B9D0-423A-297F036E3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E55DA-C5B9-2E76-B1BA-14BFE9E2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F3EBF-CDE3-B285-C427-69FCD6F2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B4E15-2329-E0EF-1D4C-2F93664C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C58F-D2D3-4F10-CE88-39722A7E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D4479-E2DD-56FF-D5BB-DE04CF754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478BA-66AF-702F-CDB3-A0347900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A4622-D12A-4FAE-B828-E9E1E4DE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CAF42-36F3-F313-6025-6B6703BF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40534-695E-3271-4B36-46B66B8C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8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2F08-EF02-9A10-5BE0-FBB74727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93A67-5F4E-687C-34D8-840235068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12992-1770-2302-9B0A-963FC499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A8A54-9719-A685-A934-F4C7CDA0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81B6-1918-BC5F-BD53-8777A408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1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0D1D8F-C3ED-7F5F-D0F2-78340582B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BE43C-09D6-D3A6-A2B2-0F8B7EB2C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5CA9E-2DCA-EBB5-D010-BFB742BB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60D38-6161-ECB2-24C3-77483B14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0B45-FFB5-E55C-6A58-163AC0F1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06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12E4B-E40A-EC5C-6075-0A960006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A478-3464-1B7A-C14A-B80A0C8F5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36FB4-793C-EC97-FC06-69238CA63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288F2-E411-4717-A2A8-E54361EB3D7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CB672-F07D-641C-512B-5A2BF3194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99F51-A57F-1B93-4FC5-2976DDAC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5273E-9AE5-4195-AC9F-FAA5849B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84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0659-2DFE-0711-0E26-9B048D68D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Software and Compiler Design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94AA-C2BE-3204-206E-E42A2753F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BCSSS602</a:t>
            </a:r>
          </a:p>
          <a:p>
            <a:r>
              <a:rPr lang="en-US" sz="4400" dirty="0"/>
              <a:t>3:0:2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3259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7992-1A3A-6A68-93BA-53D34BF7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 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2A1E3-9E4B-6A38-0796-73EE6E231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Organization</a:t>
            </a:r>
          </a:p>
          <a:p>
            <a:r>
              <a:rPr lang="en-US" dirty="0"/>
              <a:t>Any programming language</a:t>
            </a:r>
          </a:p>
          <a:p>
            <a:r>
              <a:rPr lang="en-US" dirty="0"/>
              <a:t>Data Structures</a:t>
            </a:r>
          </a:p>
          <a:p>
            <a:r>
              <a:rPr lang="en-US" dirty="0"/>
              <a:t>Automata Theory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96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3F08-A41A-3D71-435E-90A0E7C8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Objectives (CLO)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067F8-FC56-C26E-1C2A-0DEBAD577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phases of the compiler</a:t>
            </a:r>
          </a:p>
          <a:p>
            <a:r>
              <a:rPr lang="en-US" dirty="0"/>
              <a:t>Generate parse table, Intermediate Code, and Target Code</a:t>
            </a:r>
          </a:p>
          <a:p>
            <a:r>
              <a:rPr lang="en-US" dirty="0"/>
              <a:t>Learn the concepts of System software – Assemblers and Loaders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39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F878-55B4-5A10-FF90-3CDE6F0F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9098"/>
          </a:xfrm>
        </p:spPr>
        <p:txBody>
          <a:bodyPr/>
          <a:lstStyle/>
          <a:p>
            <a:pPr algn="ctr"/>
            <a:r>
              <a:rPr lang="en-US" dirty="0"/>
              <a:t>MODULE 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994F0-E930-B691-9A33-D6CB82B43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3" y="1004341"/>
            <a:ext cx="11467475" cy="5172622"/>
          </a:xfrm>
        </p:spPr>
        <p:txBody>
          <a:bodyPr/>
          <a:lstStyle/>
          <a:p>
            <a:r>
              <a:rPr lang="en-US" dirty="0"/>
              <a:t>Assembler </a:t>
            </a:r>
          </a:p>
          <a:p>
            <a:pPr lvl="1"/>
            <a:r>
              <a:rPr lang="en-US" dirty="0"/>
              <a:t>Machine Dependent Assembler Functions</a:t>
            </a:r>
          </a:p>
          <a:p>
            <a:r>
              <a:rPr lang="en-US" dirty="0"/>
              <a:t>Introduction to loaders</a:t>
            </a:r>
          </a:p>
          <a:p>
            <a:pPr lvl="1"/>
            <a:r>
              <a:rPr lang="en-US" dirty="0"/>
              <a:t>Basic Loader Functions</a:t>
            </a:r>
          </a:p>
          <a:p>
            <a:pPr lvl="1"/>
            <a:r>
              <a:rPr lang="en-US" dirty="0"/>
              <a:t>Machine Dependent Loader Functions</a:t>
            </a:r>
          </a:p>
          <a:p>
            <a:pPr lvl="1"/>
            <a:r>
              <a:rPr lang="en-US" dirty="0"/>
              <a:t>Machine Independent Loader Functions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9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E3D8C-EC34-4DFC-BEDD-9000C95D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Dependent Assembler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CE74-B253-36A9-85E3-D11C1AB17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9"/>
            <a:ext cx="11873345" cy="5523060"/>
          </a:xfrm>
        </p:spPr>
        <p:txBody>
          <a:bodyPr/>
          <a:lstStyle/>
          <a:p>
            <a:r>
              <a:rPr lang="en-US" b="1" dirty="0"/>
              <a:t>Instruction Formats and Addressing Modes</a:t>
            </a:r>
          </a:p>
          <a:p>
            <a:r>
              <a:rPr lang="en-IN" dirty="0"/>
              <a:t>SIC/XE </a:t>
            </a:r>
          </a:p>
          <a:p>
            <a:pPr marL="803275" indent="-441325"/>
            <a:r>
              <a:rPr lang="en-IN" dirty="0"/>
              <a:t>PC-relative/Base-relative addressing 	op m </a:t>
            </a:r>
          </a:p>
          <a:p>
            <a:pPr marL="803275" indent="-441325"/>
            <a:r>
              <a:rPr lang="en-IN" dirty="0"/>
              <a:t>Indirect addressing 				op @m </a:t>
            </a:r>
          </a:p>
          <a:p>
            <a:pPr marL="803275" indent="-441325"/>
            <a:r>
              <a:rPr lang="en-IN" dirty="0"/>
              <a:t>Immediate addressing 				op #c </a:t>
            </a:r>
          </a:p>
          <a:p>
            <a:pPr marL="803275" indent="-441325"/>
            <a:r>
              <a:rPr lang="en-IN" dirty="0"/>
              <a:t>Extended format 					+op m </a:t>
            </a:r>
          </a:p>
          <a:p>
            <a:pPr marL="803275" indent="-441325"/>
            <a:r>
              <a:rPr lang="en-IN" dirty="0"/>
              <a:t>Index addressing 					op m, X </a:t>
            </a:r>
          </a:p>
          <a:p>
            <a:pPr marL="803275" indent="-441325"/>
            <a:r>
              <a:rPr lang="en-IN" dirty="0"/>
              <a:t>register-to-register instructions 		COMPR</a:t>
            </a:r>
          </a:p>
          <a:p>
            <a:pPr marL="803275" indent="-441325"/>
            <a:r>
              <a:rPr lang="en-IN" dirty="0"/>
              <a:t> larger memory → multi-programming (program allocation)</a:t>
            </a:r>
          </a:p>
        </p:txBody>
      </p:sp>
    </p:spTree>
    <p:extLst>
      <p:ext uri="{BB962C8B-B14F-4D97-AF65-F5344CB8AC3E}">
        <p14:creationId xmlns:p14="http://schemas.microsoft.com/office/powerpoint/2010/main" val="398979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A481-94A2-67B1-B271-B9E24E9E6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346840"/>
            <a:ext cx="11873345" cy="6511159"/>
          </a:xfrm>
        </p:spPr>
        <p:txBody>
          <a:bodyPr>
            <a:normAutofit/>
          </a:bodyPr>
          <a:lstStyle/>
          <a:p>
            <a:r>
              <a:rPr lang="en-IN" sz="3200" b="1" dirty="0"/>
              <a:t>Translation</a:t>
            </a:r>
            <a:r>
              <a:rPr lang="en-IN" sz="3200" dirty="0"/>
              <a:t> </a:t>
            </a:r>
          </a:p>
          <a:p>
            <a:r>
              <a:rPr lang="en-IN" sz="3200" dirty="0"/>
              <a:t>Register translation </a:t>
            </a:r>
          </a:p>
          <a:p>
            <a:pPr lvl="1"/>
            <a:r>
              <a:rPr lang="en-IN" sz="2800" dirty="0"/>
              <a:t>register name (A, X, L, B, S, T, F, PC, SW) and their values (0,1, 2, 3, 4, 5, 6, 8, 9) </a:t>
            </a:r>
          </a:p>
          <a:p>
            <a:pPr lvl="1"/>
            <a:r>
              <a:rPr lang="en-IN" sz="2800" dirty="0"/>
              <a:t>preloaded in SYMTAB </a:t>
            </a:r>
          </a:p>
          <a:p>
            <a:r>
              <a:rPr lang="en-IN" sz="3200" dirty="0"/>
              <a:t>Address translation </a:t>
            </a:r>
          </a:p>
          <a:p>
            <a:pPr lvl="1"/>
            <a:r>
              <a:rPr lang="en-IN" sz="2800" dirty="0"/>
              <a:t>Most register-memory instructions use program counter relative or base relative addressing </a:t>
            </a:r>
          </a:p>
          <a:p>
            <a:pPr lvl="1"/>
            <a:r>
              <a:rPr lang="en-IN" sz="2800" dirty="0"/>
              <a:t>Format 3: 12-bit address field </a:t>
            </a:r>
          </a:p>
          <a:p>
            <a:pPr lvl="2"/>
            <a:r>
              <a:rPr lang="en-IN" sz="2400" dirty="0"/>
              <a:t>base-relative: 0~4095</a:t>
            </a:r>
          </a:p>
          <a:p>
            <a:pPr lvl="2"/>
            <a:r>
              <a:rPr lang="en-IN" sz="2400" dirty="0"/>
              <a:t>pc-relative: -2048~2047 </a:t>
            </a:r>
          </a:p>
          <a:p>
            <a:pPr lvl="1"/>
            <a:r>
              <a:rPr lang="en-IN" sz="2800" dirty="0"/>
              <a:t>Format 4: 20-bit address field</a:t>
            </a:r>
          </a:p>
        </p:txBody>
      </p:sp>
    </p:spTree>
    <p:extLst>
      <p:ext uri="{BB962C8B-B14F-4D97-AF65-F5344CB8AC3E}">
        <p14:creationId xmlns:p14="http://schemas.microsoft.com/office/powerpoint/2010/main" val="284729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8FE0-C5FC-3652-266C-8BC7B52E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Instruction Formats &amp; 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D989E-E7DF-80DD-CDB4-C24CF2238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code;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4B5B2-C39D-2CD9-338C-31269702A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208" y="1204624"/>
            <a:ext cx="6814480" cy="556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5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47A2-650D-4F8D-107D-1256FF3C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3C76-EC7C-37DA-80D8-4FC7E31F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Instruction Formats &amp; 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33672-D484-53AC-C846-A027FAD1F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statement </a:t>
            </a:r>
          </a:p>
          <a:p>
            <a:pPr marL="0" indent="0">
              <a:buNone/>
            </a:pPr>
            <a:r>
              <a:rPr lang="en-US" dirty="0"/>
              <a:t>		5 	COPY 		START 	0</a:t>
            </a:r>
          </a:p>
          <a:p>
            <a:pPr marL="0" indent="0">
              <a:buNone/>
            </a:pPr>
            <a:r>
              <a:rPr lang="en-US" dirty="0"/>
              <a:t>Here - 	</a:t>
            </a:r>
          </a:p>
          <a:p>
            <a:pPr marL="0" indent="0">
              <a:buNone/>
            </a:pPr>
            <a:r>
              <a:rPr lang="en-US" dirty="0"/>
              <a:t>	COPY  is the program name </a:t>
            </a:r>
          </a:p>
          <a:p>
            <a:pPr marL="0" indent="0">
              <a:buNone/>
            </a:pPr>
            <a:r>
              <a:rPr lang="en-US" dirty="0"/>
              <a:t>           START - directive that specifies a beginning program with address 0</a:t>
            </a:r>
          </a:p>
          <a:p>
            <a:pPr marL="0" indent="0">
              <a:buNone/>
            </a:pPr>
            <a:r>
              <a:rPr lang="en-US" dirty="0"/>
              <a:t>           it is a relocatable program, treated as if the program is loaded starting   	at address 0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73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9EE194-F9E7-83FA-043D-B82631237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634" y="677917"/>
            <a:ext cx="8995292" cy="537346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243E54-36FA-30F2-F537-5D8E859A65F2}"/>
                  </a:ext>
                </a:extLst>
              </p14:cNvPr>
              <p14:cNvContentPartPr/>
              <p14:nvPr/>
            </p14:nvContentPartPr>
            <p14:xfrm>
              <a:off x="4823926" y="1671219"/>
              <a:ext cx="3232080" cy="15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243E54-36FA-30F2-F537-5D8E859A6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4926" y="1662219"/>
                <a:ext cx="3249720" cy="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389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410E-A91D-5DD5-CA6C-88126700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Register-register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F1EE-2C38-BDAB-2FB0-36B477BD8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Convert the mnemonic name to their number equivalents </a:t>
            </a:r>
          </a:p>
          <a:p>
            <a:pPr lvl="1"/>
            <a:r>
              <a:rPr lang="en-US" sz="2800" dirty="0"/>
              <a:t>Register name (A, X, L, B, S, T, F, PC, SW) and their values (0,1, 2, 3, 4, 5, 6, 8, 9) </a:t>
            </a:r>
          </a:p>
          <a:p>
            <a:pPr lvl="1"/>
            <a:r>
              <a:rPr lang="en-US" sz="2800" dirty="0"/>
              <a:t>May implement in a separate table or preload the register names and values to SYMTAB</a:t>
            </a:r>
          </a:p>
          <a:p>
            <a:pPr lvl="1"/>
            <a:endParaRPr lang="en-US" sz="2800" dirty="0"/>
          </a:p>
          <a:p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36A45-3438-BFC8-C319-B49B72BCD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923" y="3696684"/>
            <a:ext cx="7057697" cy="219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7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D627-045B-86E0-148B-162C6973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Address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2634-5851-E5FF-875B-814909A27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register-memory instructions use program counter relative or base relative addressing</a:t>
            </a:r>
          </a:p>
          <a:p>
            <a:pPr lvl="1"/>
            <a:r>
              <a:rPr lang="en-IN" sz="2800" dirty="0"/>
              <a:t>Format 3: 12-bit address field </a:t>
            </a:r>
          </a:p>
          <a:p>
            <a:pPr lvl="2"/>
            <a:r>
              <a:rPr lang="en-IN" sz="2400" dirty="0"/>
              <a:t>base-relative: 0~4095</a:t>
            </a:r>
          </a:p>
          <a:p>
            <a:pPr lvl="2"/>
            <a:r>
              <a:rPr lang="en-IN" sz="2400" dirty="0"/>
              <a:t>pc-relative: -2048~2047 </a:t>
            </a:r>
            <a:endParaRPr lang="en-IN" sz="2800" dirty="0"/>
          </a:p>
          <a:p>
            <a:pPr lvl="1"/>
            <a:r>
              <a:rPr lang="en-US" sz="2800" dirty="0"/>
              <a:t>Format 4: 20-bit address field</a:t>
            </a:r>
            <a:endParaRPr lang="en-IN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A2AFAD-83F8-686B-0188-A249FB67E8BA}"/>
                  </a:ext>
                </a:extLst>
              </p14:cNvPr>
              <p14:cNvContentPartPr/>
              <p14:nvPr/>
            </p14:nvContentPartPr>
            <p14:xfrm>
              <a:off x="3389686" y="94568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A2AFAD-83F8-686B-0188-A249FB67E8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0686" y="93704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384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8BC3-A083-6B20-43DC-D001368E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counter relative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63FC9-6FCF-C4A8-4A74-7C1A6AE9F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displacement </a:t>
            </a:r>
          </a:p>
          <a:p>
            <a:pPr lvl="1"/>
            <a:r>
              <a:rPr lang="en-US" dirty="0"/>
              <a:t>Displacement must be small enough to fit in a 12-bit field (-2048..2047 ) </a:t>
            </a:r>
          </a:p>
          <a:p>
            <a:pPr lvl="1"/>
            <a:r>
              <a:rPr lang="en-US" dirty="0"/>
              <a:t>In SIC, PC is advanced after each instruction is fetched and before it is executed; i.e., PC contains the address of the next instruction.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896BF-C9C6-8D77-710B-6D6A01E50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10" y="3217919"/>
            <a:ext cx="10390430" cy="295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9565-BBCF-D72F-7DEE-B9A90AA5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counter relative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715B2-2D05-BE0F-8E9A-24D9CD352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98" y="1173562"/>
            <a:ext cx="9948333" cy="553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83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D148-4FA9-6DCE-37BF-99CD05A8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Immediate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26BA-C0F0-3AFD-F4B7-D722EB6B2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memory reference is involved </a:t>
            </a:r>
          </a:p>
          <a:p>
            <a:r>
              <a:rPr lang="en-US" dirty="0"/>
              <a:t>If immediate mode is specified, the target address becomes the operand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C4340-6922-0227-778F-360BA811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37" y="2524990"/>
            <a:ext cx="9194580" cy="370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52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7065-6D8F-6F70-2179-FADC1E11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Immediate &amp; PC-relative addressing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B37642-D7B6-DA75-459A-54779D3C2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8396"/>
            <a:ext cx="10450208" cy="2845950"/>
          </a:xfrm>
        </p:spPr>
      </p:pic>
    </p:spTree>
    <p:extLst>
      <p:ext uri="{BB962C8B-B14F-4D97-AF65-F5344CB8AC3E}">
        <p14:creationId xmlns:p14="http://schemas.microsoft.com/office/powerpoint/2010/main" val="74707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CC87-6A4E-3B98-7E53-2CD04B7E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Indirect &amp; PC-relative addressing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FEE2A-C392-6791-B32D-C9F9D921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91" y="1959429"/>
            <a:ext cx="10108871" cy="365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49EF-65B4-A6BE-481F-11A014B1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of Assembler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A47C9-59DB-550D-5DE0-3257D6FB8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simple assembler uses two major internal data structures: the operation Code Table (OPTAB) and the Symbol Table (SYMTAB).</a:t>
            </a:r>
          </a:p>
          <a:p>
            <a:r>
              <a:rPr lang="en-US" dirty="0"/>
              <a:t>OPTAB  </a:t>
            </a:r>
          </a:p>
          <a:p>
            <a:pPr lvl="1"/>
            <a:r>
              <a:rPr lang="en-US" dirty="0"/>
              <a:t> OPTAB is a static table.  </a:t>
            </a:r>
          </a:p>
          <a:p>
            <a:pPr lvl="1"/>
            <a:r>
              <a:rPr lang="en-US" dirty="0"/>
              <a:t>OPTAB contains the mnemonic operation code and its machine language equivalent  </a:t>
            </a:r>
          </a:p>
          <a:p>
            <a:pPr lvl="1"/>
            <a:r>
              <a:rPr lang="en-US" dirty="0"/>
              <a:t>In more complex assemblers, OPTAB also contains information about instruction format and length.  </a:t>
            </a:r>
          </a:p>
          <a:p>
            <a:pPr lvl="1"/>
            <a:r>
              <a:rPr lang="en-US" dirty="0"/>
              <a:t>OPTAB is usually organized as a hash table, with mnemonic operation code as the key 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963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FA342-BDED-D4D4-50A3-FA756263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88031"/>
            <a:ext cx="11873345" cy="909493"/>
          </a:xfrm>
        </p:spPr>
        <p:txBody>
          <a:bodyPr>
            <a:normAutofit/>
          </a:bodyPr>
          <a:lstStyle/>
          <a:p>
            <a:r>
              <a:rPr lang="en-US" sz="3600" dirty="0"/>
              <a:t>Data Structures of Assembler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E7902-E3EA-9B4A-8B47-779F80AEE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246908"/>
            <a:ext cx="11873345" cy="5232719"/>
          </a:xfrm>
        </p:spPr>
        <p:txBody>
          <a:bodyPr>
            <a:normAutofit/>
          </a:bodyPr>
          <a:lstStyle/>
          <a:p>
            <a:r>
              <a:rPr lang="en-US" i="0" dirty="0">
                <a:effectLst/>
                <a:latin typeface="Georgia" panose="02040502050405020303" pitchFamily="18" charset="0"/>
              </a:rPr>
              <a:t>SYMTAB</a:t>
            </a:r>
          </a:p>
          <a:p>
            <a:r>
              <a:rPr lang="en-US" i="0" dirty="0">
                <a:effectLst/>
                <a:latin typeface="Georgia" panose="02040502050405020303" pitchFamily="18" charset="0"/>
              </a:rPr>
              <a:t>includes the name and value (address) for each label in the source program , together with flags to indicate error conditions ( </a:t>
            </a:r>
            <a:r>
              <a:rPr lang="en-US" i="0" dirty="0" err="1">
                <a:effectLst/>
                <a:latin typeface="Georgia" panose="02040502050405020303" pitchFamily="18" charset="0"/>
              </a:rPr>
              <a:t>e.g</a:t>
            </a:r>
            <a:r>
              <a:rPr lang="en-US" i="0" dirty="0">
                <a:effectLst/>
                <a:latin typeface="Georgia" panose="02040502050405020303" pitchFamily="18" charset="0"/>
              </a:rPr>
              <a:t>,. a symbol defined in two different places ). </a:t>
            </a:r>
          </a:p>
          <a:p>
            <a:r>
              <a:rPr lang="en-US" i="0" dirty="0">
                <a:effectLst/>
                <a:latin typeface="Georgia" panose="02040502050405020303" pitchFamily="18" charset="0"/>
              </a:rPr>
              <a:t>This table may also contain other information about the data area or instruction labeled – for example , its type or length. </a:t>
            </a:r>
          </a:p>
          <a:p>
            <a:r>
              <a:rPr lang="en-US" i="0" dirty="0">
                <a:effectLst/>
                <a:latin typeface="Georgia" panose="02040502050405020303" pitchFamily="18" charset="0"/>
              </a:rPr>
              <a:t>SYMTAB is usually organized as a hash table for efficiency or insertion and retrieval.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666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D999-412E-593A-E6B4-BC173853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F0377-D7CD-1C73-804E-D56984BA2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LOCCTR: this is another important variable which helps in the assignment of the addresses. </a:t>
            </a:r>
          </a:p>
          <a:p>
            <a:r>
              <a:rPr lang="en-US" dirty="0"/>
              <a:t>LOCCTR is initialized to the beginning address mentioned in the START statement of the program. </a:t>
            </a:r>
          </a:p>
          <a:p>
            <a:r>
              <a:rPr lang="en-US"/>
              <a:t>After </a:t>
            </a:r>
            <a:r>
              <a:rPr lang="en-US" dirty="0"/>
              <a:t>each statement is processed, the length of the assembled instruction is added to the LOCCTR to make it point to the next instruction</a:t>
            </a:r>
            <a:r>
              <a:rPr lang="en-US"/>
              <a:t>. </a:t>
            </a:r>
          </a:p>
          <a:p>
            <a:r>
              <a:rPr lang="en-US"/>
              <a:t>Whenever </a:t>
            </a:r>
            <a:r>
              <a:rPr lang="en-US" dirty="0"/>
              <a:t>a label is encountered in an instruction the LOCCTR value gives the address to be associated with that label.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4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09E9-A5E6-F83E-D4DC-ABF3894E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Relocation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874F8-BEBB-F6AB-187E-A829784FD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need for program relocation </a:t>
            </a:r>
          </a:p>
          <a:p>
            <a:pPr lvl="1"/>
            <a:r>
              <a:rPr lang="en-US" dirty="0"/>
              <a:t>It is desirable to load and run several programs at the same time. </a:t>
            </a:r>
          </a:p>
          <a:p>
            <a:pPr lvl="1"/>
            <a:r>
              <a:rPr lang="en-US" dirty="0"/>
              <a:t>The system must be able to load programs into memory wherever there is room. </a:t>
            </a:r>
          </a:p>
          <a:p>
            <a:pPr lvl="1"/>
            <a:r>
              <a:rPr lang="en-US" dirty="0"/>
              <a:t>The exact starting address of the program is not known until load time. </a:t>
            </a:r>
          </a:p>
          <a:p>
            <a:r>
              <a:rPr lang="en-US" dirty="0"/>
              <a:t>Problem with Absolute Program </a:t>
            </a:r>
          </a:p>
          <a:p>
            <a:pPr lvl="1"/>
            <a:r>
              <a:rPr lang="en-US" dirty="0"/>
              <a:t>Program with starting address specified at assembly time </a:t>
            </a:r>
          </a:p>
          <a:p>
            <a:pPr lvl="1"/>
            <a:r>
              <a:rPr lang="en-US" dirty="0"/>
              <a:t>The address may be invalid if the program is loaded into somewhere else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02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83675-4DB2-08F2-FF59-2F6D34E20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76" y="207229"/>
            <a:ext cx="9065172" cy="66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14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FE6B4-402D-6C3A-D474-0F8D4B5D7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way to solve the relocation problem </a:t>
            </a:r>
          </a:p>
          <a:p>
            <a:pPr lvl="1"/>
            <a:r>
              <a:rPr lang="en-US" dirty="0"/>
              <a:t>For an address label, its address is assigned relative to the start of the program(START 0) </a:t>
            </a:r>
          </a:p>
          <a:p>
            <a:pPr lvl="1"/>
            <a:r>
              <a:rPr lang="en-US" dirty="0"/>
              <a:t>Produce a Modification record to store the starting location and the length of the address field to be modified. </a:t>
            </a:r>
          </a:p>
          <a:p>
            <a:pPr lvl="1"/>
            <a:r>
              <a:rPr lang="en-US" dirty="0"/>
              <a:t>The command for the loader must also be a part of the object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134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0044-D1DE-8ABF-1CFB-8CA84999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97234"/>
            <a:ext cx="11873344" cy="6214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Object code Generation - SIC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7E640-3A96-BF18-C0FA-F5FCA95E1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802660"/>
            <a:ext cx="11873345" cy="5965876"/>
          </a:xfrm>
        </p:spPr>
        <p:txBody>
          <a:bodyPr/>
          <a:lstStyle/>
          <a:p>
            <a:pPr indent="-1270">
              <a:lnSpc>
                <a:spcPct val="115000"/>
              </a:lnSpc>
              <a:spcAft>
                <a:spcPts val="800"/>
              </a:spcAft>
              <a:buNone/>
              <a:tabLst>
                <a:tab pos="1892300" algn="l"/>
              </a:tabLst>
            </a:pPr>
            <a:r>
              <a:rPr lang="en-IN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Generate the object program for the  </a:t>
            </a:r>
            <a:r>
              <a:rPr lang="en-IN" sz="24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SIC program</a:t>
            </a:r>
            <a:r>
              <a:rPr lang="en-IN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</a:t>
            </a:r>
          </a:p>
          <a:p>
            <a:pPr indent="-1270">
              <a:lnSpc>
                <a:spcPct val="115000"/>
              </a:lnSpc>
              <a:spcAft>
                <a:spcPts val="800"/>
              </a:spcAft>
              <a:buNone/>
              <a:tabLst>
                <a:tab pos="1892300" algn="l"/>
              </a:tabLst>
            </a:pPr>
            <a:r>
              <a:rPr lang="en-IN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Given: LDA=00, LDX=04, ADD=18, </a:t>
            </a:r>
          </a:p>
          <a:p>
            <a:pPr indent="-1270">
              <a:lnSpc>
                <a:spcPct val="115000"/>
              </a:lnSpc>
              <a:spcAft>
                <a:spcPts val="800"/>
              </a:spcAft>
              <a:buNone/>
              <a:tabLst>
                <a:tab pos="1892300" algn="l"/>
              </a:tabLst>
            </a:pPr>
            <a:r>
              <a:rPr lang="en-IN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TIX=2C, JLT=38, STA=0C, RSUB = 4C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  8              1                 15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A3F027-4AC3-3575-3FE8-ED86E5EB1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359529"/>
              </p:ext>
            </p:extLst>
          </p:nvPr>
        </p:nvGraphicFramePr>
        <p:xfrm>
          <a:off x="7132654" y="1229702"/>
          <a:ext cx="4887311" cy="5620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292">
                  <a:extLst>
                    <a:ext uri="{9D8B030D-6E8A-4147-A177-3AD203B41FA5}">
                      <a16:colId xmlns:a16="http://schemas.microsoft.com/office/drawing/2014/main" val="745401925"/>
                    </a:ext>
                  </a:extLst>
                </a:gridCol>
                <a:gridCol w="1659621">
                  <a:extLst>
                    <a:ext uri="{9D8B030D-6E8A-4147-A177-3AD203B41FA5}">
                      <a16:colId xmlns:a16="http://schemas.microsoft.com/office/drawing/2014/main" val="686188126"/>
                    </a:ext>
                  </a:extLst>
                </a:gridCol>
                <a:gridCol w="1804398">
                  <a:extLst>
                    <a:ext uri="{9D8B030D-6E8A-4147-A177-3AD203B41FA5}">
                      <a16:colId xmlns:a16="http://schemas.microsoft.com/office/drawing/2014/main" val="175957574"/>
                    </a:ext>
                  </a:extLst>
                </a:gridCol>
              </a:tblGrid>
              <a:tr h="342115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MNEMONIC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lang="en-IN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53175"/>
                  </a:ext>
                </a:extLst>
              </a:tr>
              <a:tr h="342115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394945"/>
                  </a:ext>
                </a:extLst>
              </a:tr>
              <a:tr h="342115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LDX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029368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80900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TABLE, X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7461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TIX 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885016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JLT 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508153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356809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RSUB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2562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RESW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26673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RESW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681074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68038"/>
                  </a:ext>
                </a:extLst>
              </a:tr>
              <a:tr h="411530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RESW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534597"/>
                  </a:ext>
                </a:extLst>
              </a:tr>
              <a:tr h="3421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18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5632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DD1BE7-F8F9-B2E0-DAD7-0316649A6B0C}"/>
              </a:ext>
            </a:extLst>
          </p:cNvPr>
          <p:cNvSpPr txBox="1"/>
          <p:nvPr/>
        </p:nvSpPr>
        <p:spPr>
          <a:xfrm>
            <a:off x="709448" y="3799494"/>
            <a:ext cx="5370786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       OPCODE        X                  ADDRESS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B9FCDD-0205-943F-6F83-A082B7406A22}"/>
              </a:ext>
            </a:extLst>
          </p:cNvPr>
          <p:cNvCxnSpPr/>
          <p:nvPr/>
        </p:nvCxnSpPr>
        <p:spPr>
          <a:xfrm>
            <a:off x="2695903" y="3799508"/>
            <a:ext cx="0" cy="6779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F47F7F-50FA-5939-0575-6E94042576E9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>
            <a:off x="3394841" y="3799494"/>
            <a:ext cx="0" cy="677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37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1574A2-82C0-6C75-C80C-38D960760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080634"/>
              </p:ext>
            </p:extLst>
          </p:nvPr>
        </p:nvGraphicFramePr>
        <p:xfrm>
          <a:off x="131368" y="12447"/>
          <a:ext cx="10053143" cy="6936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530">
                  <a:extLst>
                    <a:ext uri="{9D8B030D-6E8A-4147-A177-3AD203B41FA5}">
                      <a16:colId xmlns:a16="http://schemas.microsoft.com/office/drawing/2014/main" val="3140252295"/>
                    </a:ext>
                  </a:extLst>
                </a:gridCol>
                <a:gridCol w="1324304">
                  <a:extLst>
                    <a:ext uri="{9D8B030D-6E8A-4147-A177-3AD203B41FA5}">
                      <a16:colId xmlns:a16="http://schemas.microsoft.com/office/drawing/2014/main" val="3238772683"/>
                    </a:ext>
                  </a:extLst>
                </a:gridCol>
                <a:gridCol w="1324303">
                  <a:extLst>
                    <a:ext uri="{9D8B030D-6E8A-4147-A177-3AD203B41FA5}">
                      <a16:colId xmlns:a16="http://schemas.microsoft.com/office/drawing/2014/main" val="745401925"/>
                    </a:ext>
                  </a:extLst>
                </a:gridCol>
                <a:gridCol w="1781504">
                  <a:extLst>
                    <a:ext uri="{9D8B030D-6E8A-4147-A177-3AD203B41FA5}">
                      <a16:colId xmlns:a16="http://schemas.microsoft.com/office/drawing/2014/main" val="686188126"/>
                    </a:ext>
                  </a:extLst>
                </a:gridCol>
                <a:gridCol w="1844565">
                  <a:extLst>
                    <a:ext uri="{9D8B030D-6E8A-4147-A177-3AD203B41FA5}">
                      <a16:colId xmlns:a16="http://schemas.microsoft.com/office/drawing/2014/main" val="175957574"/>
                    </a:ext>
                  </a:extLst>
                </a:gridCol>
                <a:gridCol w="2222937">
                  <a:extLst>
                    <a:ext uri="{9D8B030D-6E8A-4147-A177-3AD203B41FA5}">
                      <a16:colId xmlns:a16="http://schemas.microsoft.com/office/drawing/2014/main" val="3387266931"/>
                    </a:ext>
                  </a:extLst>
                </a:gridCol>
              </a:tblGrid>
              <a:tr h="652904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LENGTH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MNEMONIC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OBJECT CODE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53175"/>
                  </a:ext>
                </a:extLst>
              </a:tr>
              <a:tr h="387698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394945"/>
                  </a:ext>
                </a:extLst>
              </a:tr>
              <a:tr h="387698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4000      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LDX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045788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029368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LDA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005788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80900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4006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TABLE, X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18C015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7461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4009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TIX 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2C5785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885016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400C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JLT 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384006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508153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400F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0C578B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356809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4012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RSUB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4C0000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2562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4015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x 2000</a:t>
                      </a:r>
                    </a:p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 1770H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RESW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26673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5785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RESW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681074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5788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000000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68038"/>
                  </a:ext>
                </a:extLst>
              </a:tr>
              <a:tr h="466363"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578B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RESW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534597"/>
                  </a:ext>
                </a:extLst>
              </a:tr>
              <a:tr h="3876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578E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IN" sz="20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en-IN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127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92300" algn="l"/>
                        </a:tabLst>
                      </a:pPr>
                      <a:endParaRPr lang="en-IN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122" marR="86122" marT="43061" marB="43061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5632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5F2C1D-8A77-3F43-93CD-9094BB85884F}"/>
              </a:ext>
            </a:extLst>
          </p:cNvPr>
          <p:cNvSpPr txBox="1"/>
          <p:nvPr/>
        </p:nvSpPr>
        <p:spPr>
          <a:xfrm>
            <a:off x="10357942" y="418054"/>
            <a:ext cx="1702689" cy="303807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-1270">
              <a:lnSpc>
                <a:spcPct val="115000"/>
              </a:lnSpc>
              <a:spcAft>
                <a:spcPts val="800"/>
              </a:spcAft>
              <a:buNone/>
              <a:tabLst>
                <a:tab pos="1892300" algn="l"/>
              </a:tabLst>
            </a:pPr>
            <a:r>
              <a:rPr lang="en-IN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LDA=00 LDX=04 ADD=18 TIX=2C JLT=38 STA=0C RSUB = 4C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643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F3DC-FF9D-05F3-42AD-F9A10E99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" y="72265"/>
            <a:ext cx="10515600" cy="574121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 </a:t>
            </a:r>
            <a:r>
              <a:rPr lang="en-US"/>
              <a:t>program generation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A77E7-9666-02EC-5A97-83A5CDF18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56745"/>
            <a:ext cx="12191999" cy="6013224"/>
          </a:xfrm>
        </p:spPr>
        <p:txBody>
          <a:bodyPr>
            <a:normAutofit/>
          </a:bodyPr>
          <a:lstStyle/>
          <a:p>
            <a:r>
              <a:rPr lang="en-US" sz="2000" b="1" dirty="0"/>
              <a:t>Header record</a:t>
            </a:r>
            <a:r>
              <a:rPr lang="en-US" sz="2000" dirty="0"/>
              <a:t>: Contains the program name, starting address and length. </a:t>
            </a:r>
          </a:p>
          <a:p>
            <a:r>
              <a:rPr lang="en-US" sz="2000" b="1" dirty="0"/>
              <a:t>Text record:</a:t>
            </a:r>
            <a:r>
              <a:rPr lang="en-US" sz="2000" dirty="0"/>
              <a:t> Contains the machine code and data of the program. </a:t>
            </a:r>
          </a:p>
          <a:p>
            <a:r>
              <a:rPr lang="en-US" sz="2000" b="1" dirty="0"/>
              <a:t>End record: </a:t>
            </a:r>
            <a:r>
              <a:rPr lang="en-US" sz="2000" dirty="0"/>
              <a:t>Marks  end of object program and specifies the address in the program where execution is to begin</a:t>
            </a:r>
          </a:p>
          <a:p>
            <a:pPr marL="0" indent="0">
              <a:buNone/>
            </a:pPr>
            <a:r>
              <a:rPr lang="en-IN" dirty="0"/>
              <a:t>   H^SUM---^004000^00</a:t>
            </a:r>
            <a:r>
              <a:rPr lang="en-IN" b="1" dirty="0"/>
              <a:t>178E</a:t>
            </a:r>
            <a:endParaRPr lang="en-I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/>
              <a:t>   T^004000^</a:t>
            </a:r>
            <a:r>
              <a:rPr lang="en-IN" b="1" dirty="0"/>
              <a:t>15</a:t>
            </a:r>
            <a:r>
              <a:rPr lang="en-IN" dirty="0"/>
              <a:t>^045788^005788^18C015^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2C5785^384006^0C578B^4C0000</a:t>
            </a:r>
            <a:endParaRPr lang="en-IN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</a:rPr>
              <a:t>  </a:t>
            </a:r>
            <a:r>
              <a:rPr lang="en-IN" dirty="0"/>
              <a:t>T^005788^03^000000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</a:rPr>
              <a:t> </a:t>
            </a:r>
            <a:r>
              <a:rPr lang="en-IN" dirty="0"/>
              <a:t> E^004000</a:t>
            </a:r>
            <a:endParaRPr lang="en-IN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</a:endParaRPr>
          </a:p>
          <a:p>
            <a:r>
              <a:rPr lang="en-IN" sz="2400" dirty="0">
                <a:solidFill>
                  <a:srgbClr val="FF0000"/>
                </a:solidFill>
              </a:rPr>
              <a:t>Instead of two Text records, last object code can be included in the first T line itself and instead of 15, 18 should be the length</a:t>
            </a:r>
          </a:p>
          <a:p>
            <a:r>
              <a:rPr lang="en-IN" sz="2400" dirty="0">
                <a:solidFill>
                  <a:srgbClr val="FF0000"/>
                </a:solidFill>
              </a:rPr>
              <a:t>178E  = (End address – start address 578E – 4000)</a:t>
            </a:r>
          </a:p>
          <a:p>
            <a:r>
              <a:rPr lang="en-IN" sz="2400" dirty="0">
                <a:solidFill>
                  <a:srgbClr val="FF0000"/>
                </a:solidFill>
              </a:rPr>
              <a:t>15 = 7 object codes, each 3 bytes – 7x3 = 21 = 15H</a:t>
            </a:r>
          </a:p>
        </p:txBody>
      </p:sp>
    </p:spTree>
    <p:extLst>
      <p:ext uri="{BB962C8B-B14F-4D97-AF65-F5344CB8AC3E}">
        <p14:creationId xmlns:p14="http://schemas.microsoft.com/office/powerpoint/2010/main" val="4203223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F0CED1-CE96-558C-E26D-F89354ED5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214" y="248296"/>
            <a:ext cx="9869214" cy="637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93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0AECD7-45A3-F303-4FEA-B66A9696E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290" y="997524"/>
            <a:ext cx="3976939" cy="54429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AA2CA4-4F4C-CC90-BA4F-59EC6AF51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718" y="1353123"/>
            <a:ext cx="1513729" cy="473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29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8F7D40-4F3E-6149-AA64-1BC268CE7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56" y="78942"/>
            <a:ext cx="9241102" cy="677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03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833C6-5C65-31AE-0F8C-AF4C5A06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program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5ADD7-93F8-9211-53B6-C48BCBEDE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29" y="1844566"/>
            <a:ext cx="9619731" cy="296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86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8138D-2DF6-BE89-8B28-F05C49D91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5349766" cy="6857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/>
              <a:t>COPY    		START  	1000</a:t>
            </a:r>
          </a:p>
          <a:p>
            <a:pPr marL="0" indent="0">
              <a:buNone/>
            </a:pPr>
            <a:r>
              <a:rPr lang="en-IN" sz="1600" dirty="0"/>
              <a:t>FIRST   		STL     	RETADR</a:t>
            </a:r>
          </a:p>
          <a:p>
            <a:pPr marL="0" indent="0">
              <a:buNone/>
            </a:pPr>
            <a:r>
              <a:rPr lang="en-IN" sz="1600" dirty="0"/>
              <a:t>       		 LDB   	#LENGTH</a:t>
            </a:r>
          </a:p>
          <a:p>
            <a:pPr marL="0" indent="0">
              <a:buNone/>
            </a:pPr>
            <a:r>
              <a:rPr lang="en-IN" sz="1600" dirty="0"/>
              <a:t>        		BASE    	LENGTH</a:t>
            </a:r>
          </a:p>
          <a:p>
            <a:pPr marL="0" indent="0">
              <a:buNone/>
            </a:pPr>
            <a:r>
              <a:rPr lang="en-IN" sz="1600" dirty="0"/>
              <a:t>       		 +JSUB   	RDREC</a:t>
            </a:r>
          </a:p>
          <a:p>
            <a:pPr marL="0" indent="0">
              <a:buNone/>
            </a:pPr>
            <a:r>
              <a:rPr lang="en-IN" sz="1600" dirty="0"/>
              <a:t>       		 LDA     	LENGTH</a:t>
            </a:r>
          </a:p>
          <a:p>
            <a:pPr marL="0" indent="0">
              <a:buNone/>
            </a:pPr>
            <a:r>
              <a:rPr lang="en-IN" sz="1600" dirty="0"/>
              <a:t>       		COMP    	ZERO</a:t>
            </a:r>
          </a:p>
          <a:p>
            <a:pPr marL="0" indent="0">
              <a:buNone/>
            </a:pPr>
            <a:r>
              <a:rPr lang="en-IN" sz="1600" dirty="0"/>
              <a:t>        		JEQ     	ENDFIL</a:t>
            </a:r>
          </a:p>
          <a:p>
            <a:pPr marL="0" indent="0">
              <a:buNone/>
            </a:pPr>
            <a:r>
              <a:rPr lang="en-IN" sz="1600" dirty="0"/>
              <a:t>        		+JSUB  	WRREC</a:t>
            </a:r>
          </a:p>
          <a:p>
            <a:pPr marL="0" indent="0">
              <a:buNone/>
            </a:pPr>
            <a:r>
              <a:rPr lang="en-IN" sz="1600" dirty="0"/>
              <a:t>        		J       	FIRST</a:t>
            </a:r>
          </a:p>
          <a:p>
            <a:pPr marL="0" indent="0">
              <a:buNone/>
            </a:pPr>
            <a:r>
              <a:rPr lang="en-IN" sz="1600" dirty="0"/>
              <a:t>ENDFIL 		 LDA     	EOF</a:t>
            </a:r>
          </a:p>
          <a:p>
            <a:pPr marL="0" indent="0">
              <a:buNone/>
            </a:pPr>
            <a:r>
              <a:rPr lang="en-IN" sz="1600" dirty="0"/>
              <a:t>        		STA     	BUFFER</a:t>
            </a:r>
          </a:p>
          <a:p>
            <a:pPr marL="0" indent="0">
              <a:buNone/>
            </a:pPr>
            <a:r>
              <a:rPr lang="en-IN" sz="1600" dirty="0"/>
              <a:t>       		 LDA    	 #3</a:t>
            </a:r>
          </a:p>
          <a:p>
            <a:pPr marL="0" indent="0">
              <a:buNone/>
            </a:pPr>
            <a:r>
              <a:rPr lang="en-IN" sz="1600" dirty="0"/>
              <a:t>        		STA     	LENGTH</a:t>
            </a:r>
          </a:p>
          <a:p>
            <a:pPr marL="0" indent="0">
              <a:buNone/>
            </a:pPr>
            <a:r>
              <a:rPr lang="en-IN" sz="1600" dirty="0"/>
              <a:t>       		 JSUB    	WRREC</a:t>
            </a:r>
          </a:p>
          <a:p>
            <a:pPr marL="0" indent="0">
              <a:buNone/>
            </a:pPr>
            <a:r>
              <a:rPr lang="en-IN" sz="1600" dirty="0"/>
              <a:t>       		 J       	ENDFIL</a:t>
            </a:r>
          </a:p>
          <a:p>
            <a:pPr marL="0" indent="0">
              <a:buNone/>
            </a:pPr>
            <a:r>
              <a:rPr lang="en-IN" sz="1600" dirty="0"/>
              <a:t>RETADR  		RESW    	1</a:t>
            </a:r>
          </a:p>
          <a:p>
            <a:pPr marL="0" indent="0">
              <a:buNone/>
            </a:pPr>
            <a:r>
              <a:rPr lang="en-IN" sz="1600" dirty="0"/>
              <a:t>LENGTH  		RESW    	1</a:t>
            </a:r>
          </a:p>
          <a:p>
            <a:pPr marL="0" indent="0">
              <a:buNone/>
            </a:pPr>
            <a:r>
              <a:rPr lang="en-IN" sz="1600" dirty="0"/>
              <a:t>ZERO   		 WORD    	0</a:t>
            </a:r>
          </a:p>
          <a:p>
            <a:pPr marL="0" indent="0">
              <a:buNone/>
            </a:pPr>
            <a:r>
              <a:rPr lang="en-IN" sz="1600" dirty="0"/>
              <a:t>EOF     		BYTE    	C'EOF'</a:t>
            </a:r>
          </a:p>
          <a:p>
            <a:pPr marL="0" indent="0">
              <a:buNone/>
            </a:pPr>
            <a:r>
              <a:rPr lang="en-IN" sz="1600" dirty="0"/>
              <a:t>BUFFER  		RESB    	4096</a:t>
            </a:r>
          </a:p>
          <a:p>
            <a:pPr marL="0" indent="0">
              <a:buNone/>
            </a:pPr>
            <a:r>
              <a:rPr lang="en-IN" sz="1600" dirty="0"/>
              <a:t>        		END     	FIRST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186E7D-9A77-F2CD-40ED-018D2E20B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926" y="0"/>
            <a:ext cx="7909674" cy="589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11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216070-9074-7417-C15F-6C70154F8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13"/>
            <a:ext cx="10515600" cy="9096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Object code Generation – SIC/XE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5E63E-9944-DAC4-7876-6A352D9AA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A7E577-03B9-E7CD-5BDD-24DE12484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996950"/>
            <a:ext cx="11626351" cy="585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92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377E6C-C774-164B-8D12-E66452834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" y="235978"/>
            <a:ext cx="11409721" cy="60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07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D28F79-8A81-40B0-7B80-0FD4FD61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89" y="153971"/>
            <a:ext cx="10912974" cy="643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22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D840A-14E7-1986-A78A-9E39F70D5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538" y="0"/>
            <a:ext cx="9096703" cy="678117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77237E9-7233-64E8-9EF4-83F67931E5D5}"/>
              </a:ext>
            </a:extLst>
          </p:cNvPr>
          <p:cNvCxnSpPr/>
          <p:nvPr/>
        </p:nvCxnSpPr>
        <p:spPr>
          <a:xfrm flipH="1">
            <a:off x="7015655" y="1923393"/>
            <a:ext cx="376795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BF767D-7630-361F-0294-80DDD9DDA273}"/>
              </a:ext>
            </a:extLst>
          </p:cNvPr>
          <p:cNvSpPr txBox="1"/>
          <p:nvPr/>
        </p:nvSpPr>
        <p:spPr>
          <a:xfrm>
            <a:off x="10547132" y="1600227"/>
            <a:ext cx="1403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Assembler Directive- so, no opcode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192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52B3E6-CF55-DC77-92CD-49FF5735B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377392"/>
            <a:ext cx="9955245" cy="610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49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3B3DA6-F34F-4AAE-EC06-1550EB171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06" y="914407"/>
            <a:ext cx="11945628" cy="5517931"/>
          </a:xfrm>
        </p:spPr>
      </p:pic>
    </p:spTree>
    <p:extLst>
      <p:ext uri="{BB962C8B-B14F-4D97-AF65-F5344CB8AC3E}">
        <p14:creationId xmlns:p14="http://schemas.microsoft.com/office/powerpoint/2010/main" val="2570283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2DB6D5-285E-F133-530E-C25DB88A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5" y="158135"/>
            <a:ext cx="8087710" cy="646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19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4069ED-C902-2D32-30F5-9C8E7FE3C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3" y="0"/>
            <a:ext cx="9657348" cy="695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553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505C67-1068-BCE9-4A46-705D1A498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86" y="312677"/>
            <a:ext cx="10961390" cy="618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833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F51B-DDEF-B986-0D4E-58EC8315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code for each instruction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DFD837-F022-D0EB-803B-8484D5E7046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26272761"/>
              </p:ext>
            </p:extLst>
          </p:nvPr>
        </p:nvGraphicFramePr>
        <p:xfrm>
          <a:off x="838200" y="1825625"/>
          <a:ext cx="108440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8354">
                  <a:extLst>
                    <a:ext uri="{9D8B030D-6E8A-4147-A177-3AD203B41FA5}">
                      <a16:colId xmlns:a16="http://schemas.microsoft.com/office/drawing/2014/main" val="2619989795"/>
                    </a:ext>
                  </a:extLst>
                </a:gridCol>
                <a:gridCol w="979155">
                  <a:extLst>
                    <a:ext uri="{9D8B030D-6E8A-4147-A177-3AD203B41FA5}">
                      <a16:colId xmlns:a16="http://schemas.microsoft.com/office/drawing/2014/main" val="1816225195"/>
                    </a:ext>
                  </a:extLst>
                </a:gridCol>
                <a:gridCol w="748764">
                  <a:extLst>
                    <a:ext uri="{9D8B030D-6E8A-4147-A177-3AD203B41FA5}">
                      <a16:colId xmlns:a16="http://schemas.microsoft.com/office/drawing/2014/main" val="1520005794"/>
                    </a:ext>
                  </a:extLst>
                </a:gridCol>
                <a:gridCol w="2375891">
                  <a:extLst>
                    <a:ext uri="{9D8B030D-6E8A-4147-A177-3AD203B41FA5}">
                      <a16:colId xmlns:a16="http://schemas.microsoft.com/office/drawing/2014/main" val="3823431767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1823693767"/>
                    </a:ext>
                  </a:extLst>
                </a:gridCol>
                <a:gridCol w="1742320">
                  <a:extLst>
                    <a:ext uri="{9D8B030D-6E8A-4147-A177-3AD203B41FA5}">
                      <a16:colId xmlns:a16="http://schemas.microsoft.com/office/drawing/2014/main" val="946672170"/>
                    </a:ext>
                  </a:extLst>
                </a:gridCol>
                <a:gridCol w="2718024">
                  <a:extLst>
                    <a:ext uri="{9D8B030D-6E8A-4147-A177-3AD203B41FA5}">
                      <a16:colId xmlns:a16="http://schemas.microsoft.com/office/drawing/2014/main" val="215765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0000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FIRST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STL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RETADR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17202D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795934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6D55AE-E471-D65F-20B1-CD423C28E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683" y="2995447"/>
            <a:ext cx="11243442" cy="3497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is PC relative addressing as L (link Register) is used</a:t>
            </a:r>
          </a:p>
          <a:p>
            <a:pPr marL="0" indent="0">
              <a:buNone/>
            </a:pPr>
            <a:r>
              <a:rPr lang="en-US" sz="2400" dirty="0"/>
              <a:t>STL = 14            DISP = TA – PC    = 0030 – 0003 = 2D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D86A46-F888-79C1-8033-07C5E07F5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286323"/>
              </p:ext>
            </p:extLst>
          </p:nvPr>
        </p:nvGraphicFramePr>
        <p:xfrm>
          <a:off x="838200" y="4265502"/>
          <a:ext cx="10339553" cy="124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204901971"/>
                    </a:ext>
                  </a:extLst>
                </a:gridCol>
                <a:gridCol w="680836">
                  <a:extLst>
                    <a:ext uri="{9D8B030D-6E8A-4147-A177-3AD203B41FA5}">
                      <a16:colId xmlns:a16="http://schemas.microsoft.com/office/drawing/2014/main" val="3292995906"/>
                    </a:ext>
                  </a:extLst>
                </a:gridCol>
                <a:gridCol w="819807">
                  <a:extLst>
                    <a:ext uri="{9D8B030D-6E8A-4147-A177-3AD203B41FA5}">
                      <a16:colId xmlns:a16="http://schemas.microsoft.com/office/drawing/2014/main" val="584465663"/>
                    </a:ext>
                  </a:extLst>
                </a:gridCol>
                <a:gridCol w="854307">
                  <a:extLst>
                    <a:ext uri="{9D8B030D-6E8A-4147-A177-3AD203B41FA5}">
                      <a16:colId xmlns:a16="http://schemas.microsoft.com/office/drawing/2014/main" val="3151861422"/>
                    </a:ext>
                  </a:extLst>
                </a:gridCol>
                <a:gridCol w="659795">
                  <a:extLst>
                    <a:ext uri="{9D8B030D-6E8A-4147-A177-3AD203B41FA5}">
                      <a16:colId xmlns:a16="http://schemas.microsoft.com/office/drawing/2014/main" val="2777494659"/>
                    </a:ext>
                  </a:extLst>
                </a:gridCol>
                <a:gridCol w="725776">
                  <a:extLst>
                    <a:ext uri="{9D8B030D-6E8A-4147-A177-3AD203B41FA5}">
                      <a16:colId xmlns:a16="http://schemas.microsoft.com/office/drawing/2014/main" val="3785239162"/>
                    </a:ext>
                  </a:extLst>
                </a:gridCol>
                <a:gridCol w="1039179">
                  <a:extLst>
                    <a:ext uri="{9D8B030D-6E8A-4147-A177-3AD203B41FA5}">
                      <a16:colId xmlns:a16="http://schemas.microsoft.com/office/drawing/2014/main" val="2226896446"/>
                    </a:ext>
                  </a:extLst>
                </a:gridCol>
                <a:gridCol w="3925786">
                  <a:extLst>
                    <a:ext uri="{9D8B030D-6E8A-4147-A177-3AD203B41FA5}">
                      <a16:colId xmlns:a16="http://schemas.microsoft.com/office/drawing/2014/main" val="4054066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OPCODE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1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01 0100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0000 0010 1101 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54361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14    + 3    =    17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    2     D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50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593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5FD8-9E91-8D71-5C0D-3CDE1F10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98B2-5A2C-8A37-653C-8323B2E03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code for each instruction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017966-552C-EB75-B10D-158AEBDDF2C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24432705"/>
              </p:ext>
            </p:extLst>
          </p:nvPr>
        </p:nvGraphicFramePr>
        <p:xfrm>
          <a:off x="838200" y="1825625"/>
          <a:ext cx="108440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8354">
                  <a:extLst>
                    <a:ext uri="{9D8B030D-6E8A-4147-A177-3AD203B41FA5}">
                      <a16:colId xmlns:a16="http://schemas.microsoft.com/office/drawing/2014/main" val="2619989795"/>
                    </a:ext>
                  </a:extLst>
                </a:gridCol>
                <a:gridCol w="979155">
                  <a:extLst>
                    <a:ext uri="{9D8B030D-6E8A-4147-A177-3AD203B41FA5}">
                      <a16:colId xmlns:a16="http://schemas.microsoft.com/office/drawing/2014/main" val="1816225195"/>
                    </a:ext>
                  </a:extLst>
                </a:gridCol>
                <a:gridCol w="748764">
                  <a:extLst>
                    <a:ext uri="{9D8B030D-6E8A-4147-A177-3AD203B41FA5}">
                      <a16:colId xmlns:a16="http://schemas.microsoft.com/office/drawing/2014/main" val="1520005794"/>
                    </a:ext>
                  </a:extLst>
                </a:gridCol>
                <a:gridCol w="2375891">
                  <a:extLst>
                    <a:ext uri="{9D8B030D-6E8A-4147-A177-3AD203B41FA5}">
                      <a16:colId xmlns:a16="http://schemas.microsoft.com/office/drawing/2014/main" val="3823431767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1823693767"/>
                    </a:ext>
                  </a:extLst>
                </a:gridCol>
                <a:gridCol w="1742320">
                  <a:extLst>
                    <a:ext uri="{9D8B030D-6E8A-4147-A177-3AD203B41FA5}">
                      <a16:colId xmlns:a16="http://schemas.microsoft.com/office/drawing/2014/main" val="946672170"/>
                    </a:ext>
                  </a:extLst>
                </a:gridCol>
                <a:gridCol w="2718024">
                  <a:extLst>
                    <a:ext uri="{9D8B030D-6E8A-4147-A177-3AD203B41FA5}">
                      <a16:colId xmlns:a16="http://schemas.microsoft.com/office/drawing/2014/main" val="215765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0003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LDB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#LENGTH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69202D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795934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7F35C0-CE9B-5C2A-CAE6-05185A974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683" y="2995447"/>
            <a:ext cx="11243442" cy="3497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is PC relative addressing  and immediate addressing</a:t>
            </a:r>
          </a:p>
          <a:p>
            <a:pPr marL="0" indent="0">
              <a:buNone/>
            </a:pPr>
            <a:r>
              <a:rPr lang="en-US" sz="2400" dirty="0"/>
              <a:t>LDB = 68          DISP = TA – PC    = 0033 – 0006 = 2D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070483-3904-DB0F-10F2-D52351D74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565718"/>
              </p:ext>
            </p:extLst>
          </p:nvPr>
        </p:nvGraphicFramePr>
        <p:xfrm>
          <a:off x="838200" y="4265502"/>
          <a:ext cx="10339553" cy="124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204901971"/>
                    </a:ext>
                  </a:extLst>
                </a:gridCol>
                <a:gridCol w="541866">
                  <a:extLst>
                    <a:ext uri="{9D8B030D-6E8A-4147-A177-3AD203B41FA5}">
                      <a16:colId xmlns:a16="http://schemas.microsoft.com/office/drawing/2014/main" val="3292995906"/>
                    </a:ext>
                  </a:extLst>
                </a:gridCol>
                <a:gridCol w="1120298">
                  <a:extLst>
                    <a:ext uri="{9D8B030D-6E8A-4147-A177-3AD203B41FA5}">
                      <a16:colId xmlns:a16="http://schemas.microsoft.com/office/drawing/2014/main" val="584465663"/>
                    </a:ext>
                  </a:extLst>
                </a:gridCol>
                <a:gridCol w="692786">
                  <a:extLst>
                    <a:ext uri="{9D8B030D-6E8A-4147-A177-3AD203B41FA5}">
                      <a16:colId xmlns:a16="http://schemas.microsoft.com/office/drawing/2014/main" val="3151861422"/>
                    </a:ext>
                  </a:extLst>
                </a:gridCol>
                <a:gridCol w="659795">
                  <a:extLst>
                    <a:ext uri="{9D8B030D-6E8A-4147-A177-3AD203B41FA5}">
                      <a16:colId xmlns:a16="http://schemas.microsoft.com/office/drawing/2014/main" val="2777494659"/>
                    </a:ext>
                  </a:extLst>
                </a:gridCol>
                <a:gridCol w="725776">
                  <a:extLst>
                    <a:ext uri="{9D8B030D-6E8A-4147-A177-3AD203B41FA5}">
                      <a16:colId xmlns:a16="http://schemas.microsoft.com/office/drawing/2014/main" val="3785239162"/>
                    </a:ext>
                  </a:extLst>
                </a:gridCol>
                <a:gridCol w="1039179">
                  <a:extLst>
                    <a:ext uri="{9D8B030D-6E8A-4147-A177-3AD203B41FA5}">
                      <a16:colId xmlns:a16="http://schemas.microsoft.com/office/drawing/2014/main" val="2226896446"/>
                    </a:ext>
                  </a:extLst>
                </a:gridCol>
                <a:gridCol w="3925786">
                  <a:extLst>
                    <a:ext uri="{9D8B030D-6E8A-4147-A177-3AD203B41FA5}">
                      <a16:colId xmlns:a16="http://schemas.microsoft.com/office/drawing/2014/main" val="4054066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OPCODE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1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01101000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0000 0010 1101 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54361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68      +   1   = 69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    2     D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50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9374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2402-98F5-5BFF-4845-48EA61045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867B-5D53-E7C7-3285-F3FBD776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code for each instruction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597922-87CD-A5D9-6F3C-DD2A7D5A20D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45102994"/>
              </p:ext>
            </p:extLst>
          </p:nvPr>
        </p:nvGraphicFramePr>
        <p:xfrm>
          <a:off x="838200" y="1825625"/>
          <a:ext cx="108440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8354">
                  <a:extLst>
                    <a:ext uri="{9D8B030D-6E8A-4147-A177-3AD203B41FA5}">
                      <a16:colId xmlns:a16="http://schemas.microsoft.com/office/drawing/2014/main" val="2619989795"/>
                    </a:ext>
                  </a:extLst>
                </a:gridCol>
                <a:gridCol w="979155">
                  <a:extLst>
                    <a:ext uri="{9D8B030D-6E8A-4147-A177-3AD203B41FA5}">
                      <a16:colId xmlns:a16="http://schemas.microsoft.com/office/drawing/2014/main" val="1816225195"/>
                    </a:ext>
                  </a:extLst>
                </a:gridCol>
                <a:gridCol w="748764">
                  <a:extLst>
                    <a:ext uri="{9D8B030D-6E8A-4147-A177-3AD203B41FA5}">
                      <a16:colId xmlns:a16="http://schemas.microsoft.com/office/drawing/2014/main" val="1520005794"/>
                    </a:ext>
                  </a:extLst>
                </a:gridCol>
                <a:gridCol w="2375891">
                  <a:extLst>
                    <a:ext uri="{9D8B030D-6E8A-4147-A177-3AD203B41FA5}">
                      <a16:colId xmlns:a16="http://schemas.microsoft.com/office/drawing/2014/main" val="3823431767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1823693767"/>
                    </a:ext>
                  </a:extLst>
                </a:gridCol>
                <a:gridCol w="1742320">
                  <a:extLst>
                    <a:ext uri="{9D8B030D-6E8A-4147-A177-3AD203B41FA5}">
                      <a16:colId xmlns:a16="http://schemas.microsoft.com/office/drawing/2014/main" val="946672170"/>
                    </a:ext>
                  </a:extLst>
                </a:gridCol>
                <a:gridCol w="2718024">
                  <a:extLst>
                    <a:ext uri="{9D8B030D-6E8A-4147-A177-3AD203B41FA5}">
                      <a16:colId xmlns:a16="http://schemas.microsoft.com/office/drawing/2014/main" val="215765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0006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CLOOP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+JSUB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RDREC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4B101036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795934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BECA45-D046-4866-F071-1BF96D12C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683" y="2995447"/>
            <a:ext cx="11243442" cy="3497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is Extended Addressing ( +) and immediate addressing</a:t>
            </a:r>
          </a:p>
          <a:p>
            <a:pPr marL="0" indent="0">
              <a:buNone/>
            </a:pPr>
            <a:r>
              <a:rPr lang="en-US" sz="2400" dirty="0"/>
              <a:t>JSUB = 48          DISP = RDREC = 1036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25E418-E885-ECA3-9702-032983BFF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611512"/>
              </p:ext>
            </p:extLst>
          </p:nvPr>
        </p:nvGraphicFramePr>
        <p:xfrm>
          <a:off x="838200" y="4265502"/>
          <a:ext cx="10339553" cy="124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204901971"/>
                    </a:ext>
                  </a:extLst>
                </a:gridCol>
                <a:gridCol w="541866">
                  <a:extLst>
                    <a:ext uri="{9D8B030D-6E8A-4147-A177-3AD203B41FA5}">
                      <a16:colId xmlns:a16="http://schemas.microsoft.com/office/drawing/2014/main" val="3292995906"/>
                    </a:ext>
                  </a:extLst>
                </a:gridCol>
                <a:gridCol w="1120298">
                  <a:extLst>
                    <a:ext uri="{9D8B030D-6E8A-4147-A177-3AD203B41FA5}">
                      <a16:colId xmlns:a16="http://schemas.microsoft.com/office/drawing/2014/main" val="584465663"/>
                    </a:ext>
                  </a:extLst>
                </a:gridCol>
                <a:gridCol w="692786">
                  <a:extLst>
                    <a:ext uri="{9D8B030D-6E8A-4147-A177-3AD203B41FA5}">
                      <a16:colId xmlns:a16="http://schemas.microsoft.com/office/drawing/2014/main" val="3151861422"/>
                    </a:ext>
                  </a:extLst>
                </a:gridCol>
                <a:gridCol w="659795">
                  <a:extLst>
                    <a:ext uri="{9D8B030D-6E8A-4147-A177-3AD203B41FA5}">
                      <a16:colId xmlns:a16="http://schemas.microsoft.com/office/drawing/2014/main" val="2777494659"/>
                    </a:ext>
                  </a:extLst>
                </a:gridCol>
                <a:gridCol w="725776">
                  <a:extLst>
                    <a:ext uri="{9D8B030D-6E8A-4147-A177-3AD203B41FA5}">
                      <a16:colId xmlns:a16="http://schemas.microsoft.com/office/drawing/2014/main" val="3785239162"/>
                    </a:ext>
                  </a:extLst>
                </a:gridCol>
                <a:gridCol w="1039179">
                  <a:extLst>
                    <a:ext uri="{9D8B030D-6E8A-4147-A177-3AD203B41FA5}">
                      <a16:colId xmlns:a16="http://schemas.microsoft.com/office/drawing/2014/main" val="2226896446"/>
                    </a:ext>
                  </a:extLst>
                </a:gridCol>
                <a:gridCol w="3925786">
                  <a:extLst>
                    <a:ext uri="{9D8B030D-6E8A-4147-A177-3AD203B41FA5}">
                      <a16:colId xmlns:a16="http://schemas.microsoft.com/office/drawing/2014/main" val="4054066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OPCODE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1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01001000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 0000 0001 0000 0011 0110 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54361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48      +   3   = 4B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0 1 0 3  6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50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006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D335-A788-F80A-4A35-E9A04BD9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8C98-D63D-7FA7-8364-B34D5623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code for each instruction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88F293-8099-1160-D53B-3FD34F5C1BD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13599733"/>
              </p:ext>
            </p:extLst>
          </p:nvPr>
        </p:nvGraphicFramePr>
        <p:xfrm>
          <a:off x="838200" y="1825625"/>
          <a:ext cx="108440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8354">
                  <a:extLst>
                    <a:ext uri="{9D8B030D-6E8A-4147-A177-3AD203B41FA5}">
                      <a16:colId xmlns:a16="http://schemas.microsoft.com/office/drawing/2014/main" val="2619989795"/>
                    </a:ext>
                  </a:extLst>
                </a:gridCol>
                <a:gridCol w="979155">
                  <a:extLst>
                    <a:ext uri="{9D8B030D-6E8A-4147-A177-3AD203B41FA5}">
                      <a16:colId xmlns:a16="http://schemas.microsoft.com/office/drawing/2014/main" val="1816225195"/>
                    </a:ext>
                  </a:extLst>
                </a:gridCol>
                <a:gridCol w="748764">
                  <a:extLst>
                    <a:ext uri="{9D8B030D-6E8A-4147-A177-3AD203B41FA5}">
                      <a16:colId xmlns:a16="http://schemas.microsoft.com/office/drawing/2014/main" val="1520005794"/>
                    </a:ext>
                  </a:extLst>
                </a:gridCol>
                <a:gridCol w="2375891">
                  <a:extLst>
                    <a:ext uri="{9D8B030D-6E8A-4147-A177-3AD203B41FA5}">
                      <a16:colId xmlns:a16="http://schemas.microsoft.com/office/drawing/2014/main" val="3823431767"/>
                    </a:ext>
                  </a:extLst>
                </a:gridCol>
                <a:gridCol w="1281542">
                  <a:extLst>
                    <a:ext uri="{9D8B030D-6E8A-4147-A177-3AD203B41FA5}">
                      <a16:colId xmlns:a16="http://schemas.microsoft.com/office/drawing/2014/main" val="1823693767"/>
                    </a:ext>
                  </a:extLst>
                </a:gridCol>
                <a:gridCol w="1742320">
                  <a:extLst>
                    <a:ext uri="{9D8B030D-6E8A-4147-A177-3AD203B41FA5}">
                      <a16:colId xmlns:a16="http://schemas.microsoft.com/office/drawing/2014/main" val="946672170"/>
                    </a:ext>
                  </a:extLst>
                </a:gridCol>
                <a:gridCol w="2718024">
                  <a:extLst>
                    <a:ext uri="{9D8B030D-6E8A-4147-A177-3AD203B41FA5}">
                      <a16:colId xmlns:a16="http://schemas.microsoft.com/office/drawing/2014/main" val="215765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000A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LDA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LENGTH</a:t>
                      </a:r>
                      <a:endParaRPr lang="en-IN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032026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795934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D6EF30-ABEC-0D84-FB8E-0E1D51154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683" y="2995447"/>
            <a:ext cx="11243442" cy="3497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is Direct Addressing with PC relative, because </a:t>
            </a:r>
            <a:r>
              <a:rPr lang="en-US" sz="2400"/>
              <a:t>the displacement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LDA =    00      DISP = 0033 – 000D = 0026 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B3BDBE-C488-B459-B613-04EECC163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559216"/>
              </p:ext>
            </p:extLst>
          </p:nvPr>
        </p:nvGraphicFramePr>
        <p:xfrm>
          <a:off x="838200" y="4265502"/>
          <a:ext cx="10339553" cy="124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4067">
                  <a:extLst>
                    <a:ext uri="{9D8B030D-6E8A-4147-A177-3AD203B41FA5}">
                      <a16:colId xmlns:a16="http://schemas.microsoft.com/office/drawing/2014/main" val="204901971"/>
                    </a:ext>
                  </a:extLst>
                </a:gridCol>
                <a:gridCol w="541866">
                  <a:extLst>
                    <a:ext uri="{9D8B030D-6E8A-4147-A177-3AD203B41FA5}">
                      <a16:colId xmlns:a16="http://schemas.microsoft.com/office/drawing/2014/main" val="3292995906"/>
                    </a:ext>
                  </a:extLst>
                </a:gridCol>
                <a:gridCol w="1120298">
                  <a:extLst>
                    <a:ext uri="{9D8B030D-6E8A-4147-A177-3AD203B41FA5}">
                      <a16:colId xmlns:a16="http://schemas.microsoft.com/office/drawing/2014/main" val="584465663"/>
                    </a:ext>
                  </a:extLst>
                </a:gridCol>
                <a:gridCol w="692786">
                  <a:extLst>
                    <a:ext uri="{9D8B030D-6E8A-4147-A177-3AD203B41FA5}">
                      <a16:colId xmlns:a16="http://schemas.microsoft.com/office/drawing/2014/main" val="3151861422"/>
                    </a:ext>
                  </a:extLst>
                </a:gridCol>
                <a:gridCol w="659795">
                  <a:extLst>
                    <a:ext uri="{9D8B030D-6E8A-4147-A177-3AD203B41FA5}">
                      <a16:colId xmlns:a16="http://schemas.microsoft.com/office/drawing/2014/main" val="2777494659"/>
                    </a:ext>
                  </a:extLst>
                </a:gridCol>
                <a:gridCol w="725776">
                  <a:extLst>
                    <a:ext uri="{9D8B030D-6E8A-4147-A177-3AD203B41FA5}">
                      <a16:colId xmlns:a16="http://schemas.microsoft.com/office/drawing/2014/main" val="3785239162"/>
                    </a:ext>
                  </a:extLst>
                </a:gridCol>
                <a:gridCol w="1039179">
                  <a:extLst>
                    <a:ext uri="{9D8B030D-6E8A-4147-A177-3AD203B41FA5}">
                      <a16:colId xmlns:a16="http://schemas.microsoft.com/office/drawing/2014/main" val="2226896446"/>
                    </a:ext>
                  </a:extLst>
                </a:gridCol>
                <a:gridCol w="3925786">
                  <a:extLst>
                    <a:ext uri="{9D8B030D-6E8A-4147-A177-3AD203B41FA5}">
                      <a16:colId xmlns:a16="http://schemas.microsoft.com/office/drawing/2014/main" val="4054066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OPCODE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DISP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21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0000 0000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0000 0010 0110</a:t>
                      </a:r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54361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00  + 3      = 03 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026 </a:t>
                      </a:r>
                      <a:endParaRPr lang="en-IN" sz="2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50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1292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F884C-B833-8DE2-E90E-05B3B710D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390857"/>
            <a:ext cx="10515600" cy="6076286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49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</TotalTime>
  <Words>1574</Words>
  <Application>Microsoft Office PowerPoint</Application>
  <PresentationFormat>Widescreen</PresentationFormat>
  <Paragraphs>367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Cambria</vt:lpstr>
      <vt:lpstr>Georgia</vt:lpstr>
      <vt:lpstr>Times New Roman</vt:lpstr>
      <vt:lpstr>Office Theme</vt:lpstr>
      <vt:lpstr>System Software and Compiler Design </vt:lpstr>
      <vt:lpstr>Pre- requisites</vt:lpstr>
      <vt:lpstr>Course Learning Objectives (CLO)</vt:lpstr>
      <vt:lpstr>MODULE 5</vt:lpstr>
      <vt:lpstr>Machine Dependent Assembler Functions</vt:lpstr>
      <vt:lpstr>PowerPoint Presentation</vt:lpstr>
      <vt:lpstr>Instruction Formats &amp; Addressing Modes</vt:lpstr>
      <vt:lpstr>Instruction Formats &amp; Addressing Modes</vt:lpstr>
      <vt:lpstr>PowerPoint Presentation</vt:lpstr>
      <vt:lpstr>Register-register instruction</vt:lpstr>
      <vt:lpstr>Address translation</vt:lpstr>
      <vt:lpstr>Program counter relative </vt:lpstr>
      <vt:lpstr>Program counter relative</vt:lpstr>
      <vt:lpstr>Immediate addressing</vt:lpstr>
      <vt:lpstr>Immediate &amp; PC-relative addressing</vt:lpstr>
      <vt:lpstr>Indirect &amp; PC-relative addressing</vt:lpstr>
      <vt:lpstr>Data structures of Assembler</vt:lpstr>
      <vt:lpstr>Data Structures of Assembler</vt:lpstr>
      <vt:lpstr>PowerPoint Presentation</vt:lpstr>
      <vt:lpstr>Program Relocation </vt:lpstr>
      <vt:lpstr>PowerPoint Presentation</vt:lpstr>
      <vt:lpstr>PowerPoint Presentation</vt:lpstr>
      <vt:lpstr>Object code Generation - SIC</vt:lpstr>
      <vt:lpstr>PowerPoint Presentation</vt:lpstr>
      <vt:lpstr>Object program generation</vt:lpstr>
      <vt:lpstr>PowerPoint Presentation</vt:lpstr>
      <vt:lpstr>PowerPoint Presentation</vt:lpstr>
      <vt:lpstr>PowerPoint Presentation</vt:lpstr>
      <vt:lpstr>Object program</vt:lpstr>
      <vt:lpstr>PowerPoint Presentation</vt:lpstr>
      <vt:lpstr>Object code Generation – SIC/XE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 code for each instruction</vt:lpstr>
      <vt:lpstr>Object code for each instruction</vt:lpstr>
      <vt:lpstr>Object code for each instruction</vt:lpstr>
      <vt:lpstr>Object code for each instruction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SHILPA B V</dc:creator>
  <cp:lastModifiedBy>Shilpa BV</cp:lastModifiedBy>
  <cp:revision>25</cp:revision>
  <dcterms:created xsi:type="dcterms:W3CDTF">2025-01-27T06:33:54Z</dcterms:created>
  <dcterms:modified xsi:type="dcterms:W3CDTF">2025-05-10T16:45:52Z</dcterms:modified>
</cp:coreProperties>
</file>
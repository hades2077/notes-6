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embeddedFontLst>
    <p:embeddedFont>
      <p:font typeface="Fira Sans Black" panose="020B0A03050000020004" pitchFamily="34" charset="0"/>
      <p:regular r:id="rId20"/>
      <p:bold r:id="rId21"/>
      <p:boldItalic r:id="rId22"/>
    </p:embeddedFont>
    <p:embeddedFont>
      <p:font typeface="Poppins" panose="00000500000000000000" pitchFamily="2" charset="0"/>
      <p:regular r:id="rId23"/>
      <p:bold r:id="rId24"/>
      <p:italic r:id="rId25"/>
      <p:boldItalic r:id="rId26"/>
    </p:embeddedFont>
    <p:embeddedFont>
      <p:font typeface="poppins-bold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660400" y="1158466"/>
            <a:ext cx="10858500" cy="4932768"/>
          </a:xfrm>
          <a:prstGeom prst="roundRect">
            <a:avLst>
              <a:gd name="adj" fmla="val 1391"/>
            </a:avLst>
          </a:prstGeom>
          <a:solidFill>
            <a:schemeClr val="bg1"/>
          </a:solidFill>
          <a:ln w="1270" cap="sq">
            <a:solidFill>
              <a:schemeClr val="accent1">
                <a:alpha val="50000"/>
              </a:schemeClr>
            </a:solidFill>
            <a:miter/>
          </a:ln>
          <a:effectLst>
            <a:outerShdw blurRad="279400" dist="114300" dir="2700000" sx="102000" sy="102000" algn="tl" rotWithShape="0">
              <a:schemeClr val="accent1">
                <a:alpha val="13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9757458" y="222813"/>
            <a:ext cx="2434542" cy="6412374"/>
          </a:xfrm>
          <a:custGeom>
            <a:avLst/>
            <a:gdLst>
              <a:gd name="connsiteX0" fmla="*/ 0 w 2434542"/>
              <a:gd name="connsiteY0" fmla="*/ 0 h 6412374"/>
              <a:gd name="connsiteX1" fmla="*/ 2434542 w 2434542"/>
              <a:gd name="connsiteY1" fmla="*/ 0 h 6412374"/>
              <a:gd name="connsiteX2" fmla="*/ 2434542 w 2434542"/>
              <a:gd name="connsiteY2" fmla="*/ 6412374 h 6412374"/>
              <a:gd name="connsiteX3" fmla="*/ 0 w 2434542"/>
              <a:gd name="connsiteY3" fmla="*/ 6412374 h 6412374"/>
              <a:gd name="connsiteX4" fmla="*/ 0 w 2434542"/>
              <a:gd name="connsiteY4" fmla="*/ 5099569 h 6412374"/>
              <a:gd name="connsiteX5" fmla="*/ 40695 w 2434542"/>
              <a:gd name="connsiteY5" fmla="*/ 5097514 h 6412374"/>
              <a:gd name="connsiteX6" fmla="*/ 1747456 w 2434542"/>
              <a:gd name="connsiteY6" fmla="*/ 3206187 h 6412374"/>
              <a:gd name="connsiteX7" fmla="*/ 40695 w 2434542"/>
              <a:gd name="connsiteY7" fmla="*/ 1314861 h 6412374"/>
              <a:gd name="connsiteX8" fmla="*/ 0 w 2434542"/>
              <a:gd name="connsiteY8" fmla="*/ 1312806 h 6412374"/>
            </a:gdLst>
            <a:ahLst/>
            <a:cxnLst/>
            <a:rect l="l" t="t" r="r" b="b"/>
            <a:pathLst>
              <a:path w="2434542" h="6412374">
                <a:moveTo>
                  <a:pt x="0" y="0"/>
                </a:moveTo>
                <a:lnTo>
                  <a:pt x="2434542" y="0"/>
                </a:lnTo>
                <a:lnTo>
                  <a:pt x="2434542" y="6412374"/>
                </a:lnTo>
                <a:lnTo>
                  <a:pt x="0" y="6412374"/>
                </a:lnTo>
                <a:lnTo>
                  <a:pt x="0" y="5099569"/>
                </a:lnTo>
                <a:lnTo>
                  <a:pt x="40695" y="5097514"/>
                </a:lnTo>
                <a:cubicBezTo>
                  <a:pt x="999357" y="5000156"/>
                  <a:pt x="1747456" y="4190536"/>
                  <a:pt x="1747456" y="3206187"/>
                </a:cubicBezTo>
                <a:cubicBezTo>
                  <a:pt x="1747456" y="2221838"/>
                  <a:pt x="999357" y="1412218"/>
                  <a:pt x="40695" y="1314861"/>
                </a:cubicBezTo>
                <a:lnTo>
                  <a:pt x="0" y="1312806"/>
                </a:lnTo>
                <a:close/>
              </a:path>
            </a:pathLst>
          </a:cu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9757458" y="0"/>
            <a:ext cx="2434542" cy="80347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9757458" y="6782257"/>
            <a:ext cx="2434542" cy="80347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401010" y="5271760"/>
            <a:ext cx="474054" cy="47405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" cap="sq">
            <a:noFill/>
            <a:miter/>
          </a:ln>
          <a:effectLst>
            <a:outerShdw blurRad="330200" dist="203200" dir="2700000" sx="102000" sy="102000" algn="tl" rotWithShape="0">
              <a:schemeClr val="accent1">
                <a:alpha val="18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1500397" y="5375587"/>
            <a:ext cx="275281" cy="266400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ahLst/>
            <a:cxnLst/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660400" y="1158353"/>
            <a:ext cx="73222" cy="4932768"/>
          </a:xfrm>
          <a:prstGeom prst="roundRect">
            <a:avLst>
              <a:gd name="adj" fmla="val 1391"/>
            </a:avLst>
          </a:prstGeom>
          <a:solidFill>
            <a:schemeClr val="accent1"/>
          </a:solidFill>
          <a:ln w="1270" cap="sq">
            <a:solidFill>
              <a:schemeClr val="accent1">
                <a:alpha val="50000"/>
              </a:schemeClr>
            </a:solidFill>
            <a:miter/>
          </a:ln>
          <a:effectLst>
            <a:outerShdw blurRad="279400" dist="114300" dir="2700000" sx="102000" sy="102000" algn="tl" rotWithShape="0">
              <a:schemeClr val="accent1">
                <a:alpha val="13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9" name="Group 8"/>
          <p:cNvGrpSpPr/>
          <p:nvPr/>
        </p:nvGrpSpPr>
        <p:grpSpPr>
          <a:xfrm>
            <a:off x="11104275" y="757558"/>
            <a:ext cx="413788" cy="106766"/>
            <a:chOff x="11104275" y="757558"/>
            <a:chExt cx="413788" cy="106766"/>
          </a:xfrm>
        </p:grpSpPr>
        <p:sp>
          <p:nvSpPr>
            <p:cNvPr id="10" name="标题 1"/>
            <p:cNvSpPr txBox="1"/>
            <p:nvPr/>
          </p:nvSpPr>
          <p:spPr>
            <a:xfrm flipV="1">
              <a:off x="11104275" y="766766"/>
              <a:ext cx="97558" cy="97558"/>
            </a:xfrm>
            <a:custGeom>
              <a:avLst/>
              <a:gdLst>
                <a:gd name="connsiteX0" fmla="*/ 408329 w 912112"/>
                <a:gd name="connsiteY0" fmla="*/ 565587 h 912112"/>
                <a:gd name="connsiteX1" fmla="*/ 276312 w 912112"/>
                <a:gd name="connsiteY1" fmla="*/ 765627 h 912112"/>
                <a:gd name="connsiteX2" fmla="*/ 145904 w 912112"/>
                <a:gd name="connsiteY2" fmla="*/ 788190 h 912112"/>
                <a:gd name="connsiteX3" fmla="*/ 126702 w 912112"/>
                <a:gd name="connsiteY3" fmla="*/ 656438 h 912112"/>
                <a:gd name="connsiteX4" fmla="*/ 161938 w 912112"/>
                <a:gd name="connsiteY4" fmla="*/ 627178 h 912112"/>
                <a:gd name="connsiteX5" fmla="*/ 349569 w 912112"/>
                <a:gd name="connsiteY5" fmla="*/ 498522 h 912112"/>
                <a:gd name="connsiteX6" fmla="*/ 111124 w 912112"/>
                <a:gd name="connsiteY6" fmla="*/ 548113 h 912112"/>
                <a:gd name="connsiteX7" fmla="*/ 4815 w 912112"/>
                <a:gd name="connsiteY7" fmla="*/ 481120 h 912112"/>
                <a:gd name="connsiteX8" fmla="*/ 63118 w 912112"/>
                <a:gd name="connsiteY8" fmla="*/ 369555 h 912112"/>
                <a:gd name="connsiteX9" fmla="*/ 131238 w 912112"/>
                <a:gd name="connsiteY9" fmla="*/ 369555 h 912112"/>
                <a:gd name="connsiteX10" fmla="*/ 348345 w 912112"/>
                <a:gd name="connsiteY10" fmla="*/ 408751 h 912112"/>
                <a:gd name="connsiteX11" fmla="*/ 159538 w 912112"/>
                <a:gd name="connsiteY11" fmla="*/ 285400 h 912112"/>
                <a:gd name="connsiteX12" fmla="*/ 109828 w 912112"/>
                <a:gd name="connsiteY12" fmla="*/ 219200 h 912112"/>
                <a:gd name="connsiteX13" fmla="*/ 162394 w 912112"/>
                <a:gd name="connsiteY13" fmla="*/ 115987 h 912112"/>
                <a:gd name="connsiteX14" fmla="*/ 276264 w 912112"/>
                <a:gd name="connsiteY14" fmla="*/ 147767 h 912112"/>
                <a:gd name="connsiteX15" fmla="*/ 395679 w 912112"/>
                <a:gd name="connsiteY15" fmla="*/ 329182 h 912112"/>
                <a:gd name="connsiteX16" fmla="*/ 415193 w 912112"/>
                <a:gd name="connsiteY16" fmla="*/ 350616 h 912112"/>
                <a:gd name="connsiteX17" fmla="*/ 369924 w 912112"/>
                <a:gd name="connsiteY17" fmla="*/ 134350 h 912112"/>
                <a:gd name="connsiteX18" fmla="*/ 366443 w 912112"/>
                <a:gd name="connsiteY18" fmla="*/ 72518 h 912112"/>
                <a:gd name="connsiteX19" fmla="*/ 477769 w 912112"/>
                <a:gd name="connsiteY19" fmla="*/ 3965 h 912112"/>
                <a:gd name="connsiteX20" fmla="*/ 547930 w 912112"/>
                <a:gd name="connsiteY20" fmla="*/ 107970 h 912112"/>
                <a:gd name="connsiteX21" fmla="*/ 502132 w 912112"/>
                <a:gd name="connsiteY21" fmla="*/ 330382 h 912112"/>
                <a:gd name="connsiteX22" fmla="*/ 498028 w 912112"/>
                <a:gd name="connsiteY22" fmla="*/ 358753 h 912112"/>
                <a:gd name="connsiteX23" fmla="*/ 630692 w 912112"/>
                <a:gd name="connsiteY23" fmla="*/ 156096 h 912112"/>
                <a:gd name="connsiteX24" fmla="*/ 701933 w 912112"/>
                <a:gd name="connsiteY24" fmla="*/ 108738 h 912112"/>
                <a:gd name="connsiteX25" fmla="*/ 799121 w 912112"/>
                <a:gd name="connsiteY25" fmla="*/ 166634 h 912112"/>
                <a:gd name="connsiteX26" fmla="*/ 764772 w 912112"/>
                <a:gd name="connsiteY26" fmla="*/ 277287 h 912112"/>
                <a:gd name="connsiteX27" fmla="*/ 586167 w 912112"/>
                <a:gd name="connsiteY27" fmla="*/ 394902 h 912112"/>
                <a:gd name="connsiteX28" fmla="*/ 565068 w 912112"/>
                <a:gd name="connsiteY28" fmla="*/ 414944 h 912112"/>
                <a:gd name="connsiteX29" fmla="*/ 784719 w 912112"/>
                <a:gd name="connsiteY29" fmla="*/ 369002 h 912112"/>
                <a:gd name="connsiteX30" fmla="*/ 849671 w 912112"/>
                <a:gd name="connsiteY30" fmla="*/ 369363 h 912112"/>
                <a:gd name="connsiteX31" fmla="*/ 908502 w 912112"/>
                <a:gd name="connsiteY31" fmla="*/ 480592 h 912112"/>
                <a:gd name="connsiteX32" fmla="*/ 802745 w 912112"/>
                <a:gd name="connsiteY32" fmla="*/ 548257 h 912112"/>
                <a:gd name="connsiteX33" fmla="*/ 563820 w 912112"/>
                <a:gd name="connsiteY33" fmla="*/ 498522 h 912112"/>
                <a:gd name="connsiteX34" fmla="*/ 580814 w 912112"/>
                <a:gd name="connsiteY34" fmla="*/ 515540 h 912112"/>
                <a:gd name="connsiteX35" fmla="*/ 759516 w 912112"/>
                <a:gd name="connsiteY35" fmla="*/ 632819 h 912112"/>
                <a:gd name="connsiteX36" fmla="*/ 802577 w 912112"/>
                <a:gd name="connsiteY36" fmla="*/ 734663 h 912112"/>
                <a:gd name="connsiteX37" fmla="*/ 731384 w 912112"/>
                <a:gd name="connsiteY37" fmla="*/ 803864 h 912112"/>
                <a:gd name="connsiteX38" fmla="*/ 632636 w 912112"/>
                <a:gd name="connsiteY38" fmla="*/ 760467 h 912112"/>
                <a:gd name="connsiteX39" fmla="*/ 520758 w 912112"/>
                <a:gd name="connsiteY39" fmla="*/ 589830 h 912112"/>
                <a:gd name="connsiteX40" fmla="*/ 498412 w 912112"/>
                <a:gd name="connsiteY40" fmla="*/ 563930 h 912112"/>
                <a:gd name="connsiteX41" fmla="*/ 547522 w 912112"/>
                <a:gd name="connsiteY41" fmla="*/ 803432 h 912112"/>
                <a:gd name="connsiteX42" fmla="*/ 489483 w 912112"/>
                <a:gd name="connsiteY42" fmla="*/ 906093 h 912112"/>
                <a:gd name="connsiteX43" fmla="*/ 365795 w 912112"/>
                <a:gd name="connsiteY43" fmla="*/ 804824 h 912112"/>
                <a:gd name="connsiteX44" fmla="*/ 410609 w 912112"/>
                <a:gd name="connsiteY44" fmla="*/ 585629 h 912112"/>
                <a:gd name="connsiteX45" fmla="*/ 413729 w 912112"/>
                <a:gd name="connsiteY45" fmla="*/ 566427 h 912112"/>
              </a:gdLst>
              <a:ahLst/>
              <a:cxnLst/>
              <a:rect l="l" t="t" r="r" b="b"/>
              <a:pathLst>
                <a:path w="912112" h="912112">
                  <a:moveTo>
                    <a:pt x="408329" y="565587"/>
                  </a:moveTo>
                  <a:cubicBezTo>
                    <a:pt x="364427" y="632339"/>
                    <a:pt x="321414" y="699691"/>
                    <a:pt x="276312" y="765627"/>
                  </a:cubicBezTo>
                  <a:cubicBezTo>
                    <a:pt x="245637" y="810417"/>
                    <a:pt x="188462" y="819082"/>
                    <a:pt x="145904" y="788190"/>
                  </a:cubicBezTo>
                  <a:cubicBezTo>
                    <a:pt x="104139" y="757874"/>
                    <a:pt x="95498" y="698179"/>
                    <a:pt x="126702" y="656438"/>
                  </a:cubicBezTo>
                  <a:cubicBezTo>
                    <a:pt x="136135" y="643788"/>
                    <a:pt x="149097" y="635603"/>
                    <a:pt x="161938" y="627178"/>
                  </a:cubicBezTo>
                  <a:cubicBezTo>
                    <a:pt x="225042" y="585845"/>
                    <a:pt x="288194" y="544560"/>
                    <a:pt x="349569" y="498522"/>
                  </a:cubicBezTo>
                  <a:cubicBezTo>
                    <a:pt x="270096" y="515132"/>
                    <a:pt x="190766" y="532463"/>
                    <a:pt x="111124" y="548113"/>
                  </a:cubicBezTo>
                  <a:cubicBezTo>
                    <a:pt x="63570" y="557289"/>
                    <a:pt x="17058" y="527979"/>
                    <a:pt x="4815" y="481120"/>
                  </a:cubicBezTo>
                  <a:cubicBezTo>
                    <a:pt x="-7187" y="433234"/>
                    <a:pt x="17536" y="386093"/>
                    <a:pt x="63118" y="369555"/>
                  </a:cubicBezTo>
                  <a:cubicBezTo>
                    <a:pt x="85849" y="361298"/>
                    <a:pt x="108436" y="364754"/>
                    <a:pt x="131238" y="369555"/>
                  </a:cubicBezTo>
                  <a:cubicBezTo>
                    <a:pt x="202743" y="384676"/>
                    <a:pt x="274344" y="399462"/>
                    <a:pt x="348345" y="408751"/>
                  </a:cubicBezTo>
                  <a:cubicBezTo>
                    <a:pt x="285433" y="367586"/>
                    <a:pt x="222642" y="326229"/>
                    <a:pt x="159538" y="285400"/>
                  </a:cubicBezTo>
                  <a:cubicBezTo>
                    <a:pt x="134599" y="269294"/>
                    <a:pt x="115229" y="249564"/>
                    <a:pt x="109828" y="219200"/>
                  </a:cubicBezTo>
                  <a:cubicBezTo>
                    <a:pt x="101907" y="175203"/>
                    <a:pt x="123246" y="133389"/>
                    <a:pt x="162394" y="115987"/>
                  </a:cubicBezTo>
                  <a:cubicBezTo>
                    <a:pt x="203199" y="97817"/>
                    <a:pt x="250029" y="109434"/>
                    <a:pt x="276264" y="147767"/>
                  </a:cubicBezTo>
                  <a:cubicBezTo>
                    <a:pt x="317069" y="207511"/>
                    <a:pt x="355810" y="268742"/>
                    <a:pt x="395679" y="329182"/>
                  </a:cubicBezTo>
                  <a:cubicBezTo>
                    <a:pt x="400312" y="336214"/>
                    <a:pt x="402472" y="345552"/>
                    <a:pt x="415193" y="350616"/>
                  </a:cubicBezTo>
                  <a:cubicBezTo>
                    <a:pt x="399784" y="277047"/>
                    <a:pt x="384854" y="205710"/>
                    <a:pt x="369924" y="134350"/>
                  </a:cubicBezTo>
                  <a:cubicBezTo>
                    <a:pt x="365651" y="113923"/>
                    <a:pt x="361307" y="93545"/>
                    <a:pt x="366443" y="72518"/>
                  </a:cubicBezTo>
                  <a:cubicBezTo>
                    <a:pt x="378229" y="23672"/>
                    <a:pt x="427387" y="-6812"/>
                    <a:pt x="477769" y="3965"/>
                  </a:cubicBezTo>
                  <a:cubicBezTo>
                    <a:pt x="523831" y="13807"/>
                    <a:pt x="556979" y="61045"/>
                    <a:pt x="547930" y="107970"/>
                  </a:cubicBezTo>
                  <a:cubicBezTo>
                    <a:pt x="533672" y="182379"/>
                    <a:pt x="517446" y="256261"/>
                    <a:pt x="502132" y="330382"/>
                  </a:cubicBezTo>
                  <a:cubicBezTo>
                    <a:pt x="500860" y="336502"/>
                    <a:pt x="500308" y="342767"/>
                    <a:pt x="498028" y="358753"/>
                  </a:cubicBezTo>
                  <a:cubicBezTo>
                    <a:pt x="545770" y="285904"/>
                    <a:pt x="588567" y="221216"/>
                    <a:pt x="630692" y="156096"/>
                  </a:cubicBezTo>
                  <a:cubicBezTo>
                    <a:pt x="647758" y="129693"/>
                    <a:pt x="670105" y="112027"/>
                    <a:pt x="701933" y="108738"/>
                  </a:cubicBezTo>
                  <a:cubicBezTo>
                    <a:pt x="745138" y="104274"/>
                    <a:pt x="783879" y="127605"/>
                    <a:pt x="799121" y="166634"/>
                  </a:cubicBezTo>
                  <a:cubicBezTo>
                    <a:pt x="815496" y="206991"/>
                    <a:pt x="801123" y="253296"/>
                    <a:pt x="764772" y="277287"/>
                  </a:cubicBezTo>
                  <a:cubicBezTo>
                    <a:pt x="705893" y="317420"/>
                    <a:pt x="645646" y="355561"/>
                    <a:pt x="586167" y="394902"/>
                  </a:cubicBezTo>
                  <a:cubicBezTo>
                    <a:pt x="579230" y="399510"/>
                    <a:pt x="569893" y="401694"/>
                    <a:pt x="565068" y="414944"/>
                  </a:cubicBezTo>
                  <a:cubicBezTo>
                    <a:pt x="639885" y="399318"/>
                    <a:pt x="712302" y="384196"/>
                    <a:pt x="784719" y="369002"/>
                  </a:cubicBezTo>
                  <a:cubicBezTo>
                    <a:pt x="806322" y="364466"/>
                    <a:pt x="828068" y="361802"/>
                    <a:pt x="849671" y="369363"/>
                  </a:cubicBezTo>
                  <a:cubicBezTo>
                    <a:pt x="895277" y="385468"/>
                    <a:pt x="920456" y="433066"/>
                    <a:pt x="908502" y="480592"/>
                  </a:cubicBezTo>
                  <a:cubicBezTo>
                    <a:pt x="896909" y="526726"/>
                    <a:pt x="850559" y="557594"/>
                    <a:pt x="802745" y="548257"/>
                  </a:cubicBezTo>
                  <a:cubicBezTo>
                    <a:pt x="723247" y="532679"/>
                    <a:pt x="644086" y="515324"/>
                    <a:pt x="563820" y="498522"/>
                  </a:cubicBezTo>
                  <a:cubicBezTo>
                    <a:pt x="564540" y="510332"/>
                    <a:pt x="574645" y="511460"/>
                    <a:pt x="580814" y="515540"/>
                  </a:cubicBezTo>
                  <a:cubicBezTo>
                    <a:pt x="640293" y="554809"/>
                    <a:pt x="700301" y="593358"/>
                    <a:pt x="759516" y="632819"/>
                  </a:cubicBezTo>
                  <a:cubicBezTo>
                    <a:pt x="797441" y="658046"/>
                    <a:pt x="812322" y="693234"/>
                    <a:pt x="802577" y="734663"/>
                  </a:cubicBezTo>
                  <a:cubicBezTo>
                    <a:pt x="793720" y="772492"/>
                    <a:pt x="768973" y="795415"/>
                    <a:pt x="731384" y="803864"/>
                  </a:cubicBezTo>
                  <a:cubicBezTo>
                    <a:pt x="692788" y="812553"/>
                    <a:pt x="657095" y="797191"/>
                    <a:pt x="632636" y="760467"/>
                  </a:cubicBezTo>
                  <a:cubicBezTo>
                    <a:pt x="594928" y="703868"/>
                    <a:pt x="558227" y="646597"/>
                    <a:pt x="520758" y="589830"/>
                  </a:cubicBezTo>
                  <a:cubicBezTo>
                    <a:pt x="514974" y="581021"/>
                    <a:pt x="512093" y="569547"/>
                    <a:pt x="498412" y="563930"/>
                  </a:cubicBezTo>
                  <a:cubicBezTo>
                    <a:pt x="515214" y="644892"/>
                    <a:pt x="532016" y="724006"/>
                    <a:pt x="547522" y="803432"/>
                  </a:cubicBezTo>
                  <a:cubicBezTo>
                    <a:pt x="555937" y="847249"/>
                    <a:pt x="531365" y="890711"/>
                    <a:pt x="489483" y="906093"/>
                  </a:cubicBezTo>
                  <a:cubicBezTo>
                    <a:pt x="422274" y="930984"/>
                    <a:pt x="353410" y="876089"/>
                    <a:pt x="365795" y="804824"/>
                  </a:cubicBezTo>
                  <a:cubicBezTo>
                    <a:pt x="378661" y="731495"/>
                    <a:pt x="395463" y="658670"/>
                    <a:pt x="410609" y="585629"/>
                  </a:cubicBezTo>
                  <a:cubicBezTo>
                    <a:pt x="411905" y="579316"/>
                    <a:pt x="412697" y="572884"/>
                    <a:pt x="413729" y="56642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/>
              <a:endParaRPr kumimoji="1" lang="zh-CN" altLang="en-US"/>
            </a:p>
          </p:txBody>
        </p:sp>
        <p:sp>
          <p:nvSpPr>
            <p:cNvPr id="11" name="标题 1"/>
            <p:cNvSpPr txBox="1"/>
            <p:nvPr/>
          </p:nvSpPr>
          <p:spPr>
            <a:xfrm flipV="1">
              <a:off x="11262390" y="762162"/>
              <a:ext cx="97558" cy="97558"/>
            </a:xfrm>
            <a:custGeom>
              <a:avLst/>
              <a:gdLst>
                <a:gd name="connsiteX0" fmla="*/ 408329 w 912112"/>
                <a:gd name="connsiteY0" fmla="*/ 565587 h 912112"/>
                <a:gd name="connsiteX1" fmla="*/ 276312 w 912112"/>
                <a:gd name="connsiteY1" fmla="*/ 765627 h 912112"/>
                <a:gd name="connsiteX2" fmla="*/ 145904 w 912112"/>
                <a:gd name="connsiteY2" fmla="*/ 788190 h 912112"/>
                <a:gd name="connsiteX3" fmla="*/ 126702 w 912112"/>
                <a:gd name="connsiteY3" fmla="*/ 656438 h 912112"/>
                <a:gd name="connsiteX4" fmla="*/ 161938 w 912112"/>
                <a:gd name="connsiteY4" fmla="*/ 627178 h 912112"/>
                <a:gd name="connsiteX5" fmla="*/ 349569 w 912112"/>
                <a:gd name="connsiteY5" fmla="*/ 498522 h 912112"/>
                <a:gd name="connsiteX6" fmla="*/ 111124 w 912112"/>
                <a:gd name="connsiteY6" fmla="*/ 548113 h 912112"/>
                <a:gd name="connsiteX7" fmla="*/ 4815 w 912112"/>
                <a:gd name="connsiteY7" fmla="*/ 481120 h 912112"/>
                <a:gd name="connsiteX8" fmla="*/ 63118 w 912112"/>
                <a:gd name="connsiteY8" fmla="*/ 369555 h 912112"/>
                <a:gd name="connsiteX9" fmla="*/ 131238 w 912112"/>
                <a:gd name="connsiteY9" fmla="*/ 369555 h 912112"/>
                <a:gd name="connsiteX10" fmla="*/ 348345 w 912112"/>
                <a:gd name="connsiteY10" fmla="*/ 408751 h 912112"/>
                <a:gd name="connsiteX11" fmla="*/ 159538 w 912112"/>
                <a:gd name="connsiteY11" fmla="*/ 285400 h 912112"/>
                <a:gd name="connsiteX12" fmla="*/ 109828 w 912112"/>
                <a:gd name="connsiteY12" fmla="*/ 219200 h 912112"/>
                <a:gd name="connsiteX13" fmla="*/ 162394 w 912112"/>
                <a:gd name="connsiteY13" fmla="*/ 115987 h 912112"/>
                <a:gd name="connsiteX14" fmla="*/ 276264 w 912112"/>
                <a:gd name="connsiteY14" fmla="*/ 147767 h 912112"/>
                <a:gd name="connsiteX15" fmla="*/ 395679 w 912112"/>
                <a:gd name="connsiteY15" fmla="*/ 329182 h 912112"/>
                <a:gd name="connsiteX16" fmla="*/ 415193 w 912112"/>
                <a:gd name="connsiteY16" fmla="*/ 350616 h 912112"/>
                <a:gd name="connsiteX17" fmla="*/ 369924 w 912112"/>
                <a:gd name="connsiteY17" fmla="*/ 134350 h 912112"/>
                <a:gd name="connsiteX18" fmla="*/ 366443 w 912112"/>
                <a:gd name="connsiteY18" fmla="*/ 72518 h 912112"/>
                <a:gd name="connsiteX19" fmla="*/ 477769 w 912112"/>
                <a:gd name="connsiteY19" fmla="*/ 3965 h 912112"/>
                <a:gd name="connsiteX20" fmla="*/ 547930 w 912112"/>
                <a:gd name="connsiteY20" fmla="*/ 107970 h 912112"/>
                <a:gd name="connsiteX21" fmla="*/ 502132 w 912112"/>
                <a:gd name="connsiteY21" fmla="*/ 330382 h 912112"/>
                <a:gd name="connsiteX22" fmla="*/ 498028 w 912112"/>
                <a:gd name="connsiteY22" fmla="*/ 358753 h 912112"/>
                <a:gd name="connsiteX23" fmla="*/ 630692 w 912112"/>
                <a:gd name="connsiteY23" fmla="*/ 156096 h 912112"/>
                <a:gd name="connsiteX24" fmla="*/ 701933 w 912112"/>
                <a:gd name="connsiteY24" fmla="*/ 108738 h 912112"/>
                <a:gd name="connsiteX25" fmla="*/ 799121 w 912112"/>
                <a:gd name="connsiteY25" fmla="*/ 166634 h 912112"/>
                <a:gd name="connsiteX26" fmla="*/ 764772 w 912112"/>
                <a:gd name="connsiteY26" fmla="*/ 277287 h 912112"/>
                <a:gd name="connsiteX27" fmla="*/ 586167 w 912112"/>
                <a:gd name="connsiteY27" fmla="*/ 394902 h 912112"/>
                <a:gd name="connsiteX28" fmla="*/ 565068 w 912112"/>
                <a:gd name="connsiteY28" fmla="*/ 414944 h 912112"/>
                <a:gd name="connsiteX29" fmla="*/ 784719 w 912112"/>
                <a:gd name="connsiteY29" fmla="*/ 369002 h 912112"/>
                <a:gd name="connsiteX30" fmla="*/ 849671 w 912112"/>
                <a:gd name="connsiteY30" fmla="*/ 369363 h 912112"/>
                <a:gd name="connsiteX31" fmla="*/ 908502 w 912112"/>
                <a:gd name="connsiteY31" fmla="*/ 480592 h 912112"/>
                <a:gd name="connsiteX32" fmla="*/ 802745 w 912112"/>
                <a:gd name="connsiteY32" fmla="*/ 548257 h 912112"/>
                <a:gd name="connsiteX33" fmla="*/ 563820 w 912112"/>
                <a:gd name="connsiteY33" fmla="*/ 498522 h 912112"/>
                <a:gd name="connsiteX34" fmla="*/ 580814 w 912112"/>
                <a:gd name="connsiteY34" fmla="*/ 515540 h 912112"/>
                <a:gd name="connsiteX35" fmla="*/ 759516 w 912112"/>
                <a:gd name="connsiteY35" fmla="*/ 632819 h 912112"/>
                <a:gd name="connsiteX36" fmla="*/ 802577 w 912112"/>
                <a:gd name="connsiteY36" fmla="*/ 734663 h 912112"/>
                <a:gd name="connsiteX37" fmla="*/ 731384 w 912112"/>
                <a:gd name="connsiteY37" fmla="*/ 803864 h 912112"/>
                <a:gd name="connsiteX38" fmla="*/ 632636 w 912112"/>
                <a:gd name="connsiteY38" fmla="*/ 760467 h 912112"/>
                <a:gd name="connsiteX39" fmla="*/ 520758 w 912112"/>
                <a:gd name="connsiteY39" fmla="*/ 589830 h 912112"/>
                <a:gd name="connsiteX40" fmla="*/ 498412 w 912112"/>
                <a:gd name="connsiteY40" fmla="*/ 563930 h 912112"/>
                <a:gd name="connsiteX41" fmla="*/ 547522 w 912112"/>
                <a:gd name="connsiteY41" fmla="*/ 803432 h 912112"/>
                <a:gd name="connsiteX42" fmla="*/ 489483 w 912112"/>
                <a:gd name="connsiteY42" fmla="*/ 906093 h 912112"/>
                <a:gd name="connsiteX43" fmla="*/ 365795 w 912112"/>
                <a:gd name="connsiteY43" fmla="*/ 804824 h 912112"/>
                <a:gd name="connsiteX44" fmla="*/ 410609 w 912112"/>
                <a:gd name="connsiteY44" fmla="*/ 585629 h 912112"/>
                <a:gd name="connsiteX45" fmla="*/ 413729 w 912112"/>
                <a:gd name="connsiteY45" fmla="*/ 566427 h 912112"/>
              </a:gdLst>
              <a:ahLst/>
              <a:cxnLst/>
              <a:rect l="l" t="t" r="r" b="b"/>
              <a:pathLst>
                <a:path w="912112" h="912112">
                  <a:moveTo>
                    <a:pt x="408329" y="565587"/>
                  </a:moveTo>
                  <a:cubicBezTo>
                    <a:pt x="364427" y="632339"/>
                    <a:pt x="321414" y="699691"/>
                    <a:pt x="276312" y="765627"/>
                  </a:cubicBezTo>
                  <a:cubicBezTo>
                    <a:pt x="245637" y="810417"/>
                    <a:pt x="188462" y="819082"/>
                    <a:pt x="145904" y="788190"/>
                  </a:cubicBezTo>
                  <a:cubicBezTo>
                    <a:pt x="104139" y="757874"/>
                    <a:pt x="95498" y="698179"/>
                    <a:pt x="126702" y="656438"/>
                  </a:cubicBezTo>
                  <a:cubicBezTo>
                    <a:pt x="136135" y="643788"/>
                    <a:pt x="149097" y="635603"/>
                    <a:pt x="161938" y="627178"/>
                  </a:cubicBezTo>
                  <a:cubicBezTo>
                    <a:pt x="225042" y="585845"/>
                    <a:pt x="288194" y="544560"/>
                    <a:pt x="349569" y="498522"/>
                  </a:cubicBezTo>
                  <a:cubicBezTo>
                    <a:pt x="270096" y="515132"/>
                    <a:pt x="190766" y="532463"/>
                    <a:pt x="111124" y="548113"/>
                  </a:cubicBezTo>
                  <a:cubicBezTo>
                    <a:pt x="63570" y="557289"/>
                    <a:pt x="17058" y="527979"/>
                    <a:pt x="4815" y="481120"/>
                  </a:cubicBezTo>
                  <a:cubicBezTo>
                    <a:pt x="-7187" y="433234"/>
                    <a:pt x="17536" y="386093"/>
                    <a:pt x="63118" y="369555"/>
                  </a:cubicBezTo>
                  <a:cubicBezTo>
                    <a:pt x="85849" y="361298"/>
                    <a:pt x="108436" y="364754"/>
                    <a:pt x="131238" y="369555"/>
                  </a:cubicBezTo>
                  <a:cubicBezTo>
                    <a:pt x="202743" y="384676"/>
                    <a:pt x="274344" y="399462"/>
                    <a:pt x="348345" y="408751"/>
                  </a:cubicBezTo>
                  <a:cubicBezTo>
                    <a:pt x="285433" y="367586"/>
                    <a:pt x="222642" y="326229"/>
                    <a:pt x="159538" y="285400"/>
                  </a:cubicBezTo>
                  <a:cubicBezTo>
                    <a:pt x="134599" y="269294"/>
                    <a:pt x="115229" y="249564"/>
                    <a:pt x="109828" y="219200"/>
                  </a:cubicBezTo>
                  <a:cubicBezTo>
                    <a:pt x="101907" y="175203"/>
                    <a:pt x="123246" y="133389"/>
                    <a:pt x="162394" y="115987"/>
                  </a:cubicBezTo>
                  <a:cubicBezTo>
                    <a:pt x="203199" y="97817"/>
                    <a:pt x="250029" y="109434"/>
                    <a:pt x="276264" y="147767"/>
                  </a:cubicBezTo>
                  <a:cubicBezTo>
                    <a:pt x="317069" y="207511"/>
                    <a:pt x="355810" y="268742"/>
                    <a:pt x="395679" y="329182"/>
                  </a:cubicBezTo>
                  <a:cubicBezTo>
                    <a:pt x="400312" y="336214"/>
                    <a:pt x="402472" y="345552"/>
                    <a:pt x="415193" y="350616"/>
                  </a:cubicBezTo>
                  <a:cubicBezTo>
                    <a:pt x="399784" y="277047"/>
                    <a:pt x="384854" y="205710"/>
                    <a:pt x="369924" y="134350"/>
                  </a:cubicBezTo>
                  <a:cubicBezTo>
                    <a:pt x="365651" y="113923"/>
                    <a:pt x="361307" y="93545"/>
                    <a:pt x="366443" y="72518"/>
                  </a:cubicBezTo>
                  <a:cubicBezTo>
                    <a:pt x="378229" y="23672"/>
                    <a:pt x="427387" y="-6812"/>
                    <a:pt x="477769" y="3965"/>
                  </a:cubicBezTo>
                  <a:cubicBezTo>
                    <a:pt x="523831" y="13807"/>
                    <a:pt x="556979" y="61045"/>
                    <a:pt x="547930" y="107970"/>
                  </a:cubicBezTo>
                  <a:cubicBezTo>
                    <a:pt x="533672" y="182379"/>
                    <a:pt x="517446" y="256261"/>
                    <a:pt x="502132" y="330382"/>
                  </a:cubicBezTo>
                  <a:cubicBezTo>
                    <a:pt x="500860" y="336502"/>
                    <a:pt x="500308" y="342767"/>
                    <a:pt x="498028" y="358753"/>
                  </a:cubicBezTo>
                  <a:cubicBezTo>
                    <a:pt x="545770" y="285904"/>
                    <a:pt x="588567" y="221216"/>
                    <a:pt x="630692" y="156096"/>
                  </a:cubicBezTo>
                  <a:cubicBezTo>
                    <a:pt x="647758" y="129693"/>
                    <a:pt x="670105" y="112027"/>
                    <a:pt x="701933" y="108738"/>
                  </a:cubicBezTo>
                  <a:cubicBezTo>
                    <a:pt x="745138" y="104274"/>
                    <a:pt x="783879" y="127605"/>
                    <a:pt x="799121" y="166634"/>
                  </a:cubicBezTo>
                  <a:cubicBezTo>
                    <a:pt x="815496" y="206991"/>
                    <a:pt x="801123" y="253296"/>
                    <a:pt x="764772" y="277287"/>
                  </a:cubicBezTo>
                  <a:cubicBezTo>
                    <a:pt x="705893" y="317420"/>
                    <a:pt x="645646" y="355561"/>
                    <a:pt x="586167" y="394902"/>
                  </a:cubicBezTo>
                  <a:cubicBezTo>
                    <a:pt x="579230" y="399510"/>
                    <a:pt x="569893" y="401694"/>
                    <a:pt x="565068" y="414944"/>
                  </a:cubicBezTo>
                  <a:cubicBezTo>
                    <a:pt x="639885" y="399318"/>
                    <a:pt x="712302" y="384196"/>
                    <a:pt x="784719" y="369002"/>
                  </a:cubicBezTo>
                  <a:cubicBezTo>
                    <a:pt x="806322" y="364466"/>
                    <a:pt x="828068" y="361802"/>
                    <a:pt x="849671" y="369363"/>
                  </a:cubicBezTo>
                  <a:cubicBezTo>
                    <a:pt x="895277" y="385468"/>
                    <a:pt x="920456" y="433066"/>
                    <a:pt x="908502" y="480592"/>
                  </a:cubicBezTo>
                  <a:cubicBezTo>
                    <a:pt x="896909" y="526726"/>
                    <a:pt x="850559" y="557594"/>
                    <a:pt x="802745" y="548257"/>
                  </a:cubicBezTo>
                  <a:cubicBezTo>
                    <a:pt x="723247" y="532679"/>
                    <a:pt x="644086" y="515324"/>
                    <a:pt x="563820" y="498522"/>
                  </a:cubicBezTo>
                  <a:cubicBezTo>
                    <a:pt x="564540" y="510332"/>
                    <a:pt x="574645" y="511460"/>
                    <a:pt x="580814" y="515540"/>
                  </a:cubicBezTo>
                  <a:cubicBezTo>
                    <a:pt x="640293" y="554809"/>
                    <a:pt x="700301" y="593358"/>
                    <a:pt x="759516" y="632819"/>
                  </a:cubicBezTo>
                  <a:cubicBezTo>
                    <a:pt x="797441" y="658046"/>
                    <a:pt x="812322" y="693234"/>
                    <a:pt x="802577" y="734663"/>
                  </a:cubicBezTo>
                  <a:cubicBezTo>
                    <a:pt x="793720" y="772492"/>
                    <a:pt x="768973" y="795415"/>
                    <a:pt x="731384" y="803864"/>
                  </a:cubicBezTo>
                  <a:cubicBezTo>
                    <a:pt x="692788" y="812553"/>
                    <a:pt x="657095" y="797191"/>
                    <a:pt x="632636" y="760467"/>
                  </a:cubicBezTo>
                  <a:cubicBezTo>
                    <a:pt x="594928" y="703868"/>
                    <a:pt x="558227" y="646597"/>
                    <a:pt x="520758" y="589830"/>
                  </a:cubicBezTo>
                  <a:cubicBezTo>
                    <a:pt x="514974" y="581021"/>
                    <a:pt x="512093" y="569547"/>
                    <a:pt x="498412" y="563930"/>
                  </a:cubicBezTo>
                  <a:cubicBezTo>
                    <a:pt x="515214" y="644892"/>
                    <a:pt x="532016" y="724006"/>
                    <a:pt x="547522" y="803432"/>
                  </a:cubicBezTo>
                  <a:cubicBezTo>
                    <a:pt x="555937" y="847249"/>
                    <a:pt x="531365" y="890711"/>
                    <a:pt x="489483" y="906093"/>
                  </a:cubicBezTo>
                  <a:cubicBezTo>
                    <a:pt x="422274" y="930984"/>
                    <a:pt x="353410" y="876089"/>
                    <a:pt x="365795" y="804824"/>
                  </a:cubicBezTo>
                  <a:cubicBezTo>
                    <a:pt x="378661" y="731495"/>
                    <a:pt x="395463" y="658670"/>
                    <a:pt x="410609" y="585629"/>
                  </a:cubicBezTo>
                  <a:cubicBezTo>
                    <a:pt x="411905" y="579316"/>
                    <a:pt x="412697" y="572884"/>
                    <a:pt x="413729" y="56642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/>
              <a:endParaRPr kumimoji="1" lang="zh-CN" altLang="en-US"/>
            </a:p>
          </p:txBody>
        </p:sp>
        <p:sp>
          <p:nvSpPr>
            <p:cNvPr id="12" name="标题 1"/>
            <p:cNvSpPr txBox="1"/>
            <p:nvPr/>
          </p:nvSpPr>
          <p:spPr>
            <a:xfrm flipV="1">
              <a:off x="11420505" y="757558"/>
              <a:ext cx="97558" cy="97558"/>
            </a:xfrm>
            <a:custGeom>
              <a:avLst/>
              <a:gdLst>
                <a:gd name="connsiteX0" fmla="*/ 408329 w 912112"/>
                <a:gd name="connsiteY0" fmla="*/ 565587 h 912112"/>
                <a:gd name="connsiteX1" fmla="*/ 276312 w 912112"/>
                <a:gd name="connsiteY1" fmla="*/ 765627 h 912112"/>
                <a:gd name="connsiteX2" fmla="*/ 145904 w 912112"/>
                <a:gd name="connsiteY2" fmla="*/ 788190 h 912112"/>
                <a:gd name="connsiteX3" fmla="*/ 126702 w 912112"/>
                <a:gd name="connsiteY3" fmla="*/ 656438 h 912112"/>
                <a:gd name="connsiteX4" fmla="*/ 161938 w 912112"/>
                <a:gd name="connsiteY4" fmla="*/ 627178 h 912112"/>
                <a:gd name="connsiteX5" fmla="*/ 349569 w 912112"/>
                <a:gd name="connsiteY5" fmla="*/ 498522 h 912112"/>
                <a:gd name="connsiteX6" fmla="*/ 111124 w 912112"/>
                <a:gd name="connsiteY6" fmla="*/ 548113 h 912112"/>
                <a:gd name="connsiteX7" fmla="*/ 4815 w 912112"/>
                <a:gd name="connsiteY7" fmla="*/ 481120 h 912112"/>
                <a:gd name="connsiteX8" fmla="*/ 63118 w 912112"/>
                <a:gd name="connsiteY8" fmla="*/ 369555 h 912112"/>
                <a:gd name="connsiteX9" fmla="*/ 131238 w 912112"/>
                <a:gd name="connsiteY9" fmla="*/ 369555 h 912112"/>
                <a:gd name="connsiteX10" fmla="*/ 348345 w 912112"/>
                <a:gd name="connsiteY10" fmla="*/ 408751 h 912112"/>
                <a:gd name="connsiteX11" fmla="*/ 159538 w 912112"/>
                <a:gd name="connsiteY11" fmla="*/ 285400 h 912112"/>
                <a:gd name="connsiteX12" fmla="*/ 109828 w 912112"/>
                <a:gd name="connsiteY12" fmla="*/ 219200 h 912112"/>
                <a:gd name="connsiteX13" fmla="*/ 162394 w 912112"/>
                <a:gd name="connsiteY13" fmla="*/ 115987 h 912112"/>
                <a:gd name="connsiteX14" fmla="*/ 276264 w 912112"/>
                <a:gd name="connsiteY14" fmla="*/ 147767 h 912112"/>
                <a:gd name="connsiteX15" fmla="*/ 395679 w 912112"/>
                <a:gd name="connsiteY15" fmla="*/ 329182 h 912112"/>
                <a:gd name="connsiteX16" fmla="*/ 415193 w 912112"/>
                <a:gd name="connsiteY16" fmla="*/ 350616 h 912112"/>
                <a:gd name="connsiteX17" fmla="*/ 369924 w 912112"/>
                <a:gd name="connsiteY17" fmla="*/ 134350 h 912112"/>
                <a:gd name="connsiteX18" fmla="*/ 366443 w 912112"/>
                <a:gd name="connsiteY18" fmla="*/ 72518 h 912112"/>
                <a:gd name="connsiteX19" fmla="*/ 477769 w 912112"/>
                <a:gd name="connsiteY19" fmla="*/ 3965 h 912112"/>
                <a:gd name="connsiteX20" fmla="*/ 547930 w 912112"/>
                <a:gd name="connsiteY20" fmla="*/ 107970 h 912112"/>
                <a:gd name="connsiteX21" fmla="*/ 502132 w 912112"/>
                <a:gd name="connsiteY21" fmla="*/ 330382 h 912112"/>
                <a:gd name="connsiteX22" fmla="*/ 498028 w 912112"/>
                <a:gd name="connsiteY22" fmla="*/ 358753 h 912112"/>
                <a:gd name="connsiteX23" fmla="*/ 630692 w 912112"/>
                <a:gd name="connsiteY23" fmla="*/ 156096 h 912112"/>
                <a:gd name="connsiteX24" fmla="*/ 701933 w 912112"/>
                <a:gd name="connsiteY24" fmla="*/ 108738 h 912112"/>
                <a:gd name="connsiteX25" fmla="*/ 799121 w 912112"/>
                <a:gd name="connsiteY25" fmla="*/ 166634 h 912112"/>
                <a:gd name="connsiteX26" fmla="*/ 764772 w 912112"/>
                <a:gd name="connsiteY26" fmla="*/ 277287 h 912112"/>
                <a:gd name="connsiteX27" fmla="*/ 586167 w 912112"/>
                <a:gd name="connsiteY27" fmla="*/ 394902 h 912112"/>
                <a:gd name="connsiteX28" fmla="*/ 565068 w 912112"/>
                <a:gd name="connsiteY28" fmla="*/ 414944 h 912112"/>
                <a:gd name="connsiteX29" fmla="*/ 784719 w 912112"/>
                <a:gd name="connsiteY29" fmla="*/ 369002 h 912112"/>
                <a:gd name="connsiteX30" fmla="*/ 849671 w 912112"/>
                <a:gd name="connsiteY30" fmla="*/ 369363 h 912112"/>
                <a:gd name="connsiteX31" fmla="*/ 908502 w 912112"/>
                <a:gd name="connsiteY31" fmla="*/ 480592 h 912112"/>
                <a:gd name="connsiteX32" fmla="*/ 802745 w 912112"/>
                <a:gd name="connsiteY32" fmla="*/ 548257 h 912112"/>
                <a:gd name="connsiteX33" fmla="*/ 563820 w 912112"/>
                <a:gd name="connsiteY33" fmla="*/ 498522 h 912112"/>
                <a:gd name="connsiteX34" fmla="*/ 580814 w 912112"/>
                <a:gd name="connsiteY34" fmla="*/ 515540 h 912112"/>
                <a:gd name="connsiteX35" fmla="*/ 759516 w 912112"/>
                <a:gd name="connsiteY35" fmla="*/ 632819 h 912112"/>
                <a:gd name="connsiteX36" fmla="*/ 802577 w 912112"/>
                <a:gd name="connsiteY36" fmla="*/ 734663 h 912112"/>
                <a:gd name="connsiteX37" fmla="*/ 731384 w 912112"/>
                <a:gd name="connsiteY37" fmla="*/ 803864 h 912112"/>
                <a:gd name="connsiteX38" fmla="*/ 632636 w 912112"/>
                <a:gd name="connsiteY38" fmla="*/ 760467 h 912112"/>
                <a:gd name="connsiteX39" fmla="*/ 520758 w 912112"/>
                <a:gd name="connsiteY39" fmla="*/ 589830 h 912112"/>
                <a:gd name="connsiteX40" fmla="*/ 498412 w 912112"/>
                <a:gd name="connsiteY40" fmla="*/ 563930 h 912112"/>
                <a:gd name="connsiteX41" fmla="*/ 547522 w 912112"/>
                <a:gd name="connsiteY41" fmla="*/ 803432 h 912112"/>
                <a:gd name="connsiteX42" fmla="*/ 489483 w 912112"/>
                <a:gd name="connsiteY42" fmla="*/ 906093 h 912112"/>
                <a:gd name="connsiteX43" fmla="*/ 365795 w 912112"/>
                <a:gd name="connsiteY43" fmla="*/ 804824 h 912112"/>
                <a:gd name="connsiteX44" fmla="*/ 410609 w 912112"/>
                <a:gd name="connsiteY44" fmla="*/ 585629 h 912112"/>
                <a:gd name="connsiteX45" fmla="*/ 413729 w 912112"/>
                <a:gd name="connsiteY45" fmla="*/ 566427 h 912112"/>
              </a:gdLst>
              <a:ahLst/>
              <a:cxnLst/>
              <a:rect l="l" t="t" r="r" b="b"/>
              <a:pathLst>
                <a:path w="912112" h="912112">
                  <a:moveTo>
                    <a:pt x="408329" y="565587"/>
                  </a:moveTo>
                  <a:cubicBezTo>
                    <a:pt x="364427" y="632339"/>
                    <a:pt x="321414" y="699691"/>
                    <a:pt x="276312" y="765627"/>
                  </a:cubicBezTo>
                  <a:cubicBezTo>
                    <a:pt x="245637" y="810417"/>
                    <a:pt x="188462" y="819082"/>
                    <a:pt x="145904" y="788190"/>
                  </a:cubicBezTo>
                  <a:cubicBezTo>
                    <a:pt x="104139" y="757874"/>
                    <a:pt x="95498" y="698179"/>
                    <a:pt x="126702" y="656438"/>
                  </a:cubicBezTo>
                  <a:cubicBezTo>
                    <a:pt x="136135" y="643788"/>
                    <a:pt x="149097" y="635603"/>
                    <a:pt x="161938" y="627178"/>
                  </a:cubicBezTo>
                  <a:cubicBezTo>
                    <a:pt x="225042" y="585845"/>
                    <a:pt x="288194" y="544560"/>
                    <a:pt x="349569" y="498522"/>
                  </a:cubicBezTo>
                  <a:cubicBezTo>
                    <a:pt x="270096" y="515132"/>
                    <a:pt x="190766" y="532463"/>
                    <a:pt x="111124" y="548113"/>
                  </a:cubicBezTo>
                  <a:cubicBezTo>
                    <a:pt x="63570" y="557289"/>
                    <a:pt x="17058" y="527979"/>
                    <a:pt x="4815" y="481120"/>
                  </a:cubicBezTo>
                  <a:cubicBezTo>
                    <a:pt x="-7187" y="433234"/>
                    <a:pt x="17536" y="386093"/>
                    <a:pt x="63118" y="369555"/>
                  </a:cubicBezTo>
                  <a:cubicBezTo>
                    <a:pt x="85849" y="361298"/>
                    <a:pt x="108436" y="364754"/>
                    <a:pt x="131238" y="369555"/>
                  </a:cubicBezTo>
                  <a:cubicBezTo>
                    <a:pt x="202743" y="384676"/>
                    <a:pt x="274344" y="399462"/>
                    <a:pt x="348345" y="408751"/>
                  </a:cubicBezTo>
                  <a:cubicBezTo>
                    <a:pt x="285433" y="367586"/>
                    <a:pt x="222642" y="326229"/>
                    <a:pt x="159538" y="285400"/>
                  </a:cubicBezTo>
                  <a:cubicBezTo>
                    <a:pt x="134599" y="269294"/>
                    <a:pt x="115229" y="249564"/>
                    <a:pt x="109828" y="219200"/>
                  </a:cubicBezTo>
                  <a:cubicBezTo>
                    <a:pt x="101907" y="175203"/>
                    <a:pt x="123246" y="133389"/>
                    <a:pt x="162394" y="115987"/>
                  </a:cubicBezTo>
                  <a:cubicBezTo>
                    <a:pt x="203199" y="97817"/>
                    <a:pt x="250029" y="109434"/>
                    <a:pt x="276264" y="147767"/>
                  </a:cubicBezTo>
                  <a:cubicBezTo>
                    <a:pt x="317069" y="207511"/>
                    <a:pt x="355810" y="268742"/>
                    <a:pt x="395679" y="329182"/>
                  </a:cubicBezTo>
                  <a:cubicBezTo>
                    <a:pt x="400312" y="336214"/>
                    <a:pt x="402472" y="345552"/>
                    <a:pt x="415193" y="350616"/>
                  </a:cubicBezTo>
                  <a:cubicBezTo>
                    <a:pt x="399784" y="277047"/>
                    <a:pt x="384854" y="205710"/>
                    <a:pt x="369924" y="134350"/>
                  </a:cubicBezTo>
                  <a:cubicBezTo>
                    <a:pt x="365651" y="113923"/>
                    <a:pt x="361307" y="93545"/>
                    <a:pt x="366443" y="72518"/>
                  </a:cubicBezTo>
                  <a:cubicBezTo>
                    <a:pt x="378229" y="23672"/>
                    <a:pt x="427387" y="-6812"/>
                    <a:pt x="477769" y="3965"/>
                  </a:cubicBezTo>
                  <a:cubicBezTo>
                    <a:pt x="523831" y="13807"/>
                    <a:pt x="556979" y="61045"/>
                    <a:pt x="547930" y="107970"/>
                  </a:cubicBezTo>
                  <a:cubicBezTo>
                    <a:pt x="533672" y="182379"/>
                    <a:pt x="517446" y="256261"/>
                    <a:pt x="502132" y="330382"/>
                  </a:cubicBezTo>
                  <a:cubicBezTo>
                    <a:pt x="500860" y="336502"/>
                    <a:pt x="500308" y="342767"/>
                    <a:pt x="498028" y="358753"/>
                  </a:cubicBezTo>
                  <a:cubicBezTo>
                    <a:pt x="545770" y="285904"/>
                    <a:pt x="588567" y="221216"/>
                    <a:pt x="630692" y="156096"/>
                  </a:cubicBezTo>
                  <a:cubicBezTo>
                    <a:pt x="647758" y="129693"/>
                    <a:pt x="670105" y="112027"/>
                    <a:pt x="701933" y="108738"/>
                  </a:cubicBezTo>
                  <a:cubicBezTo>
                    <a:pt x="745138" y="104274"/>
                    <a:pt x="783879" y="127605"/>
                    <a:pt x="799121" y="166634"/>
                  </a:cubicBezTo>
                  <a:cubicBezTo>
                    <a:pt x="815496" y="206991"/>
                    <a:pt x="801123" y="253296"/>
                    <a:pt x="764772" y="277287"/>
                  </a:cubicBezTo>
                  <a:cubicBezTo>
                    <a:pt x="705893" y="317420"/>
                    <a:pt x="645646" y="355561"/>
                    <a:pt x="586167" y="394902"/>
                  </a:cubicBezTo>
                  <a:cubicBezTo>
                    <a:pt x="579230" y="399510"/>
                    <a:pt x="569893" y="401694"/>
                    <a:pt x="565068" y="414944"/>
                  </a:cubicBezTo>
                  <a:cubicBezTo>
                    <a:pt x="639885" y="399318"/>
                    <a:pt x="712302" y="384196"/>
                    <a:pt x="784719" y="369002"/>
                  </a:cubicBezTo>
                  <a:cubicBezTo>
                    <a:pt x="806322" y="364466"/>
                    <a:pt x="828068" y="361802"/>
                    <a:pt x="849671" y="369363"/>
                  </a:cubicBezTo>
                  <a:cubicBezTo>
                    <a:pt x="895277" y="385468"/>
                    <a:pt x="920456" y="433066"/>
                    <a:pt x="908502" y="480592"/>
                  </a:cubicBezTo>
                  <a:cubicBezTo>
                    <a:pt x="896909" y="526726"/>
                    <a:pt x="850559" y="557594"/>
                    <a:pt x="802745" y="548257"/>
                  </a:cubicBezTo>
                  <a:cubicBezTo>
                    <a:pt x="723247" y="532679"/>
                    <a:pt x="644086" y="515324"/>
                    <a:pt x="563820" y="498522"/>
                  </a:cubicBezTo>
                  <a:cubicBezTo>
                    <a:pt x="564540" y="510332"/>
                    <a:pt x="574645" y="511460"/>
                    <a:pt x="580814" y="515540"/>
                  </a:cubicBezTo>
                  <a:cubicBezTo>
                    <a:pt x="640293" y="554809"/>
                    <a:pt x="700301" y="593358"/>
                    <a:pt x="759516" y="632819"/>
                  </a:cubicBezTo>
                  <a:cubicBezTo>
                    <a:pt x="797441" y="658046"/>
                    <a:pt x="812322" y="693234"/>
                    <a:pt x="802577" y="734663"/>
                  </a:cubicBezTo>
                  <a:cubicBezTo>
                    <a:pt x="793720" y="772492"/>
                    <a:pt x="768973" y="795415"/>
                    <a:pt x="731384" y="803864"/>
                  </a:cubicBezTo>
                  <a:cubicBezTo>
                    <a:pt x="692788" y="812553"/>
                    <a:pt x="657095" y="797191"/>
                    <a:pt x="632636" y="760467"/>
                  </a:cubicBezTo>
                  <a:cubicBezTo>
                    <a:pt x="594928" y="703868"/>
                    <a:pt x="558227" y="646597"/>
                    <a:pt x="520758" y="589830"/>
                  </a:cubicBezTo>
                  <a:cubicBezTo>
                    <a:pt x="514974" y="581021"/>
                    <a:pt x="512093" y="569547"/>
                    <a:pt x="498412" y="563930"/>
                  </a:cubicBezTo>
                  <a:cubicBezTo>
                    <a:pt x="515214" y="644892"/>
                    <a:pt x="532016" y="724006"/>
                    <a:pt x="547522" y="803432"/>
                  </a:cubicBezTo>
                  <a:cubicBezTo>
                    <a:pt x="555937" y="847249"/>
                    <a:pt x="531365" y="890711"/>
                    <a:pt x="489483" y="906093"/>
                  </a:cubicBezTo>
                  <a:cubicBezTo>
                    <a:pt x="422274" y="930984"/>
                    <a:pt x="353410" y="876089"/>
                    <a:pt x="365795" y="804824"/>
                  </a:cubicBezTo>
                  <a:cubicBezTo>
                    <a:pt x="378661" y="731495"/>
                    <a:pt x="395463" y="658670"/>
                    <a:pt x="410609" y="585629"/>
                  </a:cubicBezTo>
                  <a:cubicBezTo>
                    <a:pt x="411905" y="579316"/>
                    <a:pt x="412697" y="572884"/>
                    <a:pt x="413729" y="56642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/>
              <a:endParaRPr kumimoji="1" lang="zh-CN" altLang="en-US"/>
            </a:p>
          </p:txBody>
        </p:sp>
      </p:grpSp>
      <p:sp>
        <p:nvSpPr>
          <p:cNvPr id="13" name="标题 1"/>
          <p:cNvSpPr txBox="1"/>
          <p:nvPr/>
        </p:nvSpPr>
        <p:spPr>
          <a:xfrm>
            <a:off x="1414441" y="1550565"/>
            <a:ext cx="1728809" cy="4049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" cap="sq">
            <a:solidFill>
              <a:schemeClr val="accent1"/>
            </a:solidFill>
            <a:miter/>
          </a:ln>
          <a:effectLst>
            <a:outerShdw blurRad="330200" dist="203200" dir="2700000" sx="102000" sy="102000" algn="tl" rotWithShape="0">
              <a:schemeClr val="accent1">
                <a:alpha val="18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1517966" y="1629925"/>
            <a:ext cx="1571961" cy="24622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600" dirty="0">
                <a:ln w="12700">
                  <a:noFill/>
                </a:ln>
                <a:solidFill>
                  <a:srgbClr val="4B813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15.05.2025</a:t>
            </a:r>
            <a:endParaRPr kumimoji="1" lang="zh-CN" altLang="en-US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7641157" y="1399069"/>
            <a:ext cx="3986454" cy="398645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标题 1"/>
          <p:cNvSpPr txBox="1"/>
          <p:nvPr/>
        </p:nvSpPr>
        <p:spPr>
          <a:xfrm>
            <a:off x="6025661" y="1600200"/>
            <a:ext cx="491222" cy="49122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85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 w="1270" cap="sq">
            <a:noFill/>
            <a:miter/>
          </a:ln>
          <a:effectLst>
            <a:outerShdw blurRad="279400" dist="114300" dir="2700000" sx="102000" sy="102000" algn="tl" rotWithShape="0">
              <a:schemeClr val="accent1">
                <a:alpha val="13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8386984">
            <a:off x="7130748" y="4911248"/>
            <a:ext cx="351137" cy="351137"/>
          </a:xfrm>
          <a:prstGeom prst="ellipse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1270" cap="sq">
            <a:noFill/>
            <a:miter/>
          </a:ln>
          <a:effectLst>
            <a:outerShdw blurRad="279400" dist="114300" dir="2700000" sx="102000" sy="102000" algn="tl" rotWithShape="0">
              <a:schemeClr val="accent1">
                <a:alpha val="13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1415173" y="2258854"/>
            <a:ext cx="6225983" cy="264364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3600">
                <a:ln w="12700">
                  <a:noFill/>
                </a:ln>
                <a:solidFill>
                  <a:srgbClr val="4B8130">
                    <a:alpha val="100000"/>
                  </a:srgbClr>
                </a:solidFill>
                <a:latin typeface="Fira Sans Black"/>
                <a:ea typeface="Fira Sans Black"/>
                <a:cs typeface="Fira Sans Black"/>
              </a:rPr>
              <a:t>Computing Components of Google Cloud Platform for Cloud Computing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1975210" y="5367056"/>
            <a:ext cx="5328058" cy="276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1400" dirty="0">
                <a:ln w="12700">
                  <a:noFill/>
                </a:ln>
                <a:solidFill>
                  <a:srgbClr val="0070C0"/>
                </a:solidFill>
                <a:latin typeface="Poppins"/>
                <a:ea typeface="Poppins"/>
                <a:cs typeface="Poppins"/>
              </a:rPr>
              <a:t>Presenting By</a:t>
            </a:r>
          </a:p>
          <a:p>
            <a:pPr algn="l"/>
            <a:r>
              <a:rPr kumimoji="1" lang="en-US" altLang="zh-CN" sz="1400" dirty="0">
                <a:ln w="12700">
                  <a:noFill/>
                </a:ln>
                <a:solidFill>
                  <a:srgbClr val="0070C0"/>
                </a:solidFill>
                <a:latin typeface="Poppins"/>
                <a:cs typeface="Poppins"/>
              </a:rPr>
              <a:t>Santhosh HG</a:t>
            </a:r>
            <a:endParaRPr kumimoji="1" lang="zh-CN" altLang="en-US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6750000"/>
            <a:ext cx="108000" cy="108000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12084000" y="6750000"/>
            <a:ext cx="108000" cy="108000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222885" y="6750000"/>
            <a:ext cx="11747442" cy="10800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4065946" y="2392530"/>
            <a:ext cx="7488000" cy="7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Key Computing Components in GCP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690115" y="2388631"/>
            <a:ext cx="360000" cy="360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000">
                <a:ln w="12700">
                  <a:noFill/>
                </a:ln>
                <a:solidFill>
                  <a:srgbClr val="4B813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2.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3690115" y="1483561"/>
            <a:ext cx="360000" cy="360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000">
                <a:ln w="12700">
                  <a:noFill/>
                </a:ln>
                <a:solidFill>
                  <a:srgbClr val="4B813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1.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4069000" y="1487460"/>
            <a:ext cx="7488000" cy="7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Introduction to Google Cloud Platform (GCP)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16200000">
            <a:off x="669725" y="440543"/>
            <a:ext cx="2520000" cy="2520000"/>
          </a:xfrm>
          <a:prstGeom prst="teardrop">
            <a:avLst/>
          </a:prstGeom>
          <a:solidFill>
            <a:schemeClr val="accent1"/>
          </a:solidFill>
          <a:ln w="462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858682" y="1312602"/>
            <a:ext cx="2331043" cy="553998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3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Contents</a:t>
            </a:r>
            <a:endParaRPr kumimoji="1" lang="zh-CN" altLang="en-US"/>
          </a:p>
        </p:txBody>
      </p:sp>
      <p:cxnSp>
        <p:nvCxnSpPr>
          <p:cNvPr id="11" name="标题 1"/>
          <p:cNvCxnSpPr/>
          <p:nvPr/>
        </p:nvCxnSpPr>
        <p:spPr>
          <a:xfrm flipH="1">
            <a:off x="845207" y="1937909"/>
            <a:ext cx="2727886" cy="0"/>
          </a:xfrm>
          <a:prstGeom prst="line">
            <a:avLst/>
          </a:prstGeom>
          <a:noFill/>
          <a:ln w="12700" cap="sq">
            <a:solidFill>
              <a:schemeClr val="bg1"/>
            </a:solidFill>
            <a:miter/>
          </a:ln>
        </p:spPr>
      </p:cxnSp>
      <p:sp>
        <p:nvSpPr>
          <p:cNvPr id="12" name="标题 1"/>
          <p:cNvSpPr txBox="1"/>
          <p:nvPr/>
        </p:nvSpPr>
        <p:spPr>
          <a:xfrm>
            <a:off x="4065946" y="3297600"/>
            <a:ext cx="7488000" cy="7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Big Data and Machine Learning Integration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3690115" y="3293701"/>
            <a:ext cx="360000" cy="360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000">
                <a:ln w="12700">
                  <a:noFill/>
                </a:ln>
                <a:solidFill>
                  <a:srgbClr val="4B813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3.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4065946" y="4202670"/>
            <a:ext cx="7488000" cy="7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Networking and Resource Management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3690115" y="4198771"/>
            <a:ext cx="360000" cy="360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000">
                <a:ln w="12700">
                  <a:noFill/>
                </a:ln>
                <a:solidFill>
                  <a:srgbClr val="4B813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4.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4065946" y="5107740"/>
            <a:ext cx="7488000" cy="7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Conclusion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3690115" y="5103841"/>
            <a:ext cx="360000" cy="360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000">
                <a:ln w="12700">
                  <a:noFill/>
                </a:ln>
                <a:solidFill>
                  <a:srgbClr val="4B813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5.</a:t>
            </a:r>
            <a:endParaRPr kumimoji="1"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alphaModFix/>
          </a:blip>
          <a:srcRect l="-24961" t="40080" r="14523" b="-48788"/>
          <a:stretch>
            <a:fillRect/>
          </a:stretch>
        </p:blipFill>
        <p:spPr>
          <a:xfrm flipH="1">
            <a:off x="6421776" y="2049832"/>
            <a:ext cx="8616950" cy="8481867"/>
          </a:xfrm>
          <a:custGeom>
            <a:avLst/>
            <a:gdLst/>
            <a:ahLst/>
            <a:cxnLst/>
            <a:rect l="l" t="t" r="r" b="b"/>
            <a:pathLst>
              <a:path w="8623300" h="8483600">
                <a:moveTo>
                  <a:pt x="3234141" y="0"/>
                </a:moveTo>
                <a:lnTo>
                  <a:pt x="3231720" y="559"/>
                </a:lnTo>
                <a:cubicBezTo>
                  <a:pt x="1373261" y="478720"/>
                  <a:pt x="0" y="2165685"/>
                  <a:pt x="0" y="4173392"/>
                </a:cubicBezTo>
                <a:cubicBezTo>
                  <a:pt x="0" y="6552897"/>
                  <a:pt x="1928970" y="8481867"/>
                  <a:pt x="4308475" y="8481867"/>
                </a:cubicBezTo>
                <a:cubicBezTo>
                  <a:pt x="6687980" y="8481867"/>
                  <a:pt x="8616950" y="6552897"/>
                  <a:pt x="8616950" y="4173392"/>
                </a:cubicBezTo>
                <a:cubicBezTo>
                  <a:pt x="8616950" y="3504156"/>
                  <a:pt x="8464365" y="2870559"/>
                  <a:pt x="8192088" y="2305490"/>
                </a:cubicBezTo>
                <a:lnTo>
                  <a:pt x="8154241" y="2231595"/>
                </a:lnTo>
                <a:lnTo>
                  <a:pt x="8154241" y="4675248"/>
                </a:lnTo>
                <a:lnTo>
                  <a:pt x="7665669" y="4675248"/>
                </a:lnTo>
                <a:lnTo>
                  <a:pt x="7663753" y="4690324"/>
                </a:lnTo>
                <a:cubicBezTo>
                  <a:pt x="7414797" y="6319652"/>
                  <a:pt x="6007394" y="7567781"/>
                  <a:pt x="4308475" y="7567781"/>
                </a:cubicBezTo>
                <a:cubicBezTo>
                  <a:pt x="2433806" y="7567781"/>
                  <a:pt x="914086" y="6048061"/>
                  <a:pt x="914086" y="4173392"/>
                </a:cubicBezTo>
                <a:cubicBezTo>
                  <a:pt x="914086" y="2708807"/>
                  <a:pt x="1841649" y="1460866"/>
                  <a:pt x="3141370" y="984974"/>
                </a:cubicBezTo>
                <a:lnTo>
                  <a:pt x="3234141" y="953584"/>
                </a:lnTo>
                <a:lnTo>
                  <a:pt x="3234141" y="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" name="标题 1"/>
          <p:cNvSpPr txBox="1"/>
          <p:nvPr/>
        </p:nvSpPr>
        <p:spPr>
          <a:xfrm>
            <a:off x="660400" y="1158466"/>
            <a:ext cx="10858500" cy="5078822"/>
          </a:xfrm>
          <a:prstGeom prst="roundRect">
            <a:avLst>
              <a:gd name="adj" fmla="val 1391"/>
            </a:avLst>
          </a:prstGeom>
          <a:solidFill>
            <a:schemeClr val="bg1"/>
          </a:solidFill>
          <a:ln w="1270" cap="sq">
            <a:solidFill>
              <a:schemeClr val="accent1">
                <a:alpha val="50000"/>
              </a:schemeClr>
            </a:solidFill>
            <a:miter/>
          </a:ln>
          <a:effectLst>
            <a:outerShdw blurRad="279400" dist="114300" dir="2700000" sx="102000" sy="102000" algn="tl" rotWithShape="0">
              <a:schemeClr val="accent1">
                <a:alpha val="13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9757458" y="222813"/>
            <a:ext cx="2434542" cy="6412374"/>
          </a:xfrm>
          <a:custGeom>
            <a:avLst/>
            <a:gdLst>
              <a:gd name="connsiteX0" fmla="*/ 0 w 2434542"/>
              <a:gd name="connsiteY0" fmla="*/ 0 h 6412374"/>
              <a:gd name="connsiteX1" fmla="*/ 2434542 w 2434542"/>
              <a:gd name="connsiteY1" fmla="*/ 0 h 6412374"/>
              <a:gd name="connsiteX2" fmla="*/ 2434542 w 2434542"/>
              <a:gd name="connsiteY2" fmla="*/ 6412374 h 6412374"/>
              <a:gd name="connsiteX3" fmla="*/ 0 w 2434542"/>
              <a:gd name="connsiteY3" fmla="*/ 6412374 h 6412374"/>
              <a:gd name="connsiteX4" fmla="*/ 0 w 2434542"/>
              <a:gd name="connsiteY4" fmla="*/ 5099569 h 6412374"/>
              <a:gd name="connsiteX5" fmla="*/ 40695 w 2434542"/>
              <a:gd name="connsiteY5" fmla="*/ 5097514 h 6412374"/>
              <a:gd name="connsiteX6" fmla="*/ 1747456 w 2434542"/>
              <a:gd name="connsiteY6" fmla="*/ 3206187 h 6412374"/>
              <a:gd name="connsiteX7" fmla="*/ 40695 w 2434542"/>
              <a:gd name="connsiteY7" fmla="*/ 1314861 h 6412374"/>
              <a:gd name="connsiteX8" fmla="*/ 0 w 2434542"/>
              <a:gd name="connsiteY8" fmla="*/ 1312806 h 6412374"/>
            </a:gdLst>
            <a:ahLst/>
            <a:cxnLst/>
            <a:rect l="l" t="t" r="r" b="b"/>
            <a:pathLst>
              <a:path w="2434542" h="6412374">
                <a:moveTo>
                  <a:pt x="0" y="0"/>
                </a:moveTo>
                <a:lnTo>
                  <a:pt x="2434542" y="0"/>
                </a:lnTo>
                <a:lnTo>
                  <a:pt x="2434542" y="6412374"/>
                </a:lnTo>
                <a:lnTo>
                  <a:pt x="0" y="6412374"/>
                </a:lnTo>
                <a:lnTo>
                  <a:pt x="0" y="5099569"/>
                </a:lnTo>
                <a:lnTo>
                  <a:pt x="40695" y="5097514"/>
                </a:lnTo>
                <a:cubicBezTo>
                  <a:pt x="999357" y="5000156"/>
                  <a:pt x="1747456" y="4190536"/>
                  <a:pt x="1747456" y="3206187"/>
                </a:cubicBezTo>
                <a:cubicBezTo>
                  <a:pt x="1747456" y="2221838"/>
                  <a:pt x="999357" y="1412218"/>
                  <a:pt x="40695" y="1314861"/>
                </a:cubicBezTo>
                <a:lnTo>
                  <a:pt x="0" y="1312806"/>
                </a:lnTo>
                <a:close/>
              </a:path>
            </a:pathLst>
          </a:cu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7935560" y="1756177"/>
            <a:ext cx="3345872" cy="3345872"/>
          </a:xfrm>
          <a:prstGeom prst="ellipse">
            <a:avLst/>
          </a:prstGeom>
          <a:solidFill>
            <a:schemeClr val="bg1"/>
          </a:solidFill>
          <a:ln w="1270" cap="sq">
            <a:solidFill>
              <a:schemeClr val="accent1">
                <a:alpha val="50000"/>
              </a:schemeClr>
            </a:solidFill>
            <a:miter/>
          </a:ln>
          <a:effectLst>
            <a:outerShdw blurRad="279400" dist="114300" dir="2700000" sx="102000" sy="102000" algn="tl" rotWithShape="0">
              <a:schemeClr val="accent1">
                <a:alpha val="8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9757458" y="0"/>
            <a:ext cx="2434542" cy="80347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9757458" y="6782257"/>
            <a:ext cx="2434542" cy="80347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660400" y="1158353"/>
            <a:ext cx="73222" cy="5078822"/>
          </a:xfrm>
          <a:prstGeom prst="roundRect">
            <a:avLst>
              <a:gd name="adj" fmla="val 1391"/>
            </a:avLst>
          </a:prstGeom>
          <a:solidFill>
            <a:schemeClr val="accent1"/>
          </a:solidFill>
          <a:ln w="1270" cap="sq">
            <a:solidFill>
              <a:schemeClr val="accent1">
                <a:alpha val="50000"/>
              </a:schemeClr>
            </a:solidFill>
            <a:miter/>
          </a:ln>
          <a:effectLst>
            <a:outerShdw blurRad="279400" dist="114300" dir="2700000" sx="102000" sy="102000" algn="tl" rotWithShape="0">
              <a:schemeClr val="accent1">
                <a:alpha val="13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9" name="Group 8"/>
          <p:cNvGrpSpPr/>
          <p:nvPr/>
        </p:nvGrpSpPr>
        <p:grpSpPr>
          <a:xfrm>
            <a:off x="11104275" y="757558"/>
            <a:ext cx="413788" cy="106766"/>
            <a:chOff x="11104275" y="757558"/>
            <a:chExt cx="413788" cy="106766"/>
          </a:xfrm>
        </p:grpSpPr>
        <p:sp>
          <p:nvSpPr>
            <p:cNvPr id="10" name="标题 1"/>
            <p:cNvSpPr txBox="1"/>
            <p:nvPr/>
          </p:nvSpPr>
          <p:spPr>
            <a:xfrm flipV="1">
              <a:off x="11104275" y="766766"/>
              <a:ext cx="97558" cy="97558"/>
            </a:xfrm>
            <a:custGeom>
              <a:avLst/>
              <a:gdLst>
                <a:gd name="connsiteX0" fmla="*/ 408329 w 912112"/>
                <a:gd name="connsiteY0" fmla="*/ 565587 h 912112"/>
                <a:gd name="connsiteX1" fmla="*/ 276312 w 912112"/>
                <a:gd name="connsiteY1" fmla="*/ 765627 h 912112"/>
                <a:gd name="connsiteX2" fmla="*/ 145904 w 912112"/>
                <a:gd name="connsiteY2" fmla="*/ 788190 h 912112"/>
                <a:gd name="connsiteX3" fmla="*/ 126702 w 912112"/>
                <a:gd name="connsiteY3" fmla="*/ 656438 h 912112"/>
                <a:gd name="connsiteX4" fmla="*/ 161938 w 912112"/>
                <a:gd name="connsiteY4" fmla="*/ 627178 h 912112"/>
                <a:gd name="connsiteX5" fmla="*/ 349569 w 912112"/>
                <a:gd name="connsiteY5" fmla="*/ 498522 h 912112"/>
                <a:gd name="connsiteX6" fmla="*/ 111124 w 912112"/>
                <a:gd name="connsiteY6" fmla="*/ 548113 h 912112"/>
                <a:gd name="connsiteX7" fmla="*/ 4815 w 912112"/>
                <a:gd name="connsiteY7" fmla="*/ 481120 h 912112"/>
                <a:gd name="connsiteX8" fmla="*/ 63118 w 912112"/>
                <a:gd name="connsiteY8" fmla="*/ 369555 h 912112"/>
                <a:gd name="connsiteX9" fmla="*/ 131238 w 912112"/>
                <a:gd name="connsiteY9" fmla="*/ 369555 h 912112"/>
                <a:gd name="connsiteX10" fmla="*/ 348345 w 912112"/>
                <a:gd name="connsiteY10" fmla="*/ 408751 h 912112"/>
                <a:gd name="connsiteX11" fmla="*/ 159538 w 912112"/>
                <a:gd name="connsiteY11" fmla="*/ 285400 h 912112"/>
                <a:gd name="connsiteX12" fmla="*/ 109828 w 912112"/>
                <a:gd name="connsiteY12" fmla="*/ 219200 h 912112"/>
                <a:gd name="connsiteX13" fmla="*/ 162394 w 912112"/>
                <a:gd name="connsiteY13" fmla="*/ 115987 h 912112"/>
                <a:gd name="connsiteX14" fmla="*/ 276264 w 912112"/>
                <a:gd name="connsiteY14" fmla="*/ 147767 h 912112"/>
                <a:gd name="connsiteX15" fmla="*/ 395679 w 912112"/>
                <a:gd name="connsiteY15" fmla="*/ 329182 h 912112"/>
                <a:gd name="connsiteX16" fmla="*/ 415193 w 912112"/>
                <a:gd name="connsiteY16" fmla="*/ 350616 h 912112"/>
                <a:gd name="connsiteX17" fmla="*/ 369924 w 912112"/>
                <a:gd name="connsiteY17" fmla="*/ 134350 h 912112"/>
                <a:gd name="connsiteX18" fmla="*/ 366443 w 912112"/>
                <a:gd name="connsiteY18" fmla="*/ 72518 h 912112"/>
                <a:gd name="connsiteX19" fmla="*/ 477769 w 912112"/>
                <a:gd name="connsiteY19" fmla="*/ 3965 h 912112"/>
                <a:gd name="connsiteX20" fmla="*/ 547930 w 912112"/>
                <a:gd name="connsiteY20" fmla="*/ 107970 h 912112"/>
                <a:gd name="connsiteX21" fmla="*/ 502132 w 912112"/>
                <a:gd name="connsiteY21" fmla="*/ 330382 h 912112"/>
                <a:gd name="connsiteX22" fmla="*/ 498028 w 912112"/>
                <a:gd name="connsiteY22" fmla="*/ 358753 h 912112"/>
                <a:gd name="connsiteX23" fmla="*/ 630692 w 912112"/>
                <a:gd name="connsiteY23" fmla="*/ 156096 h 912112"/>
                <a:gd name="connsiteX24" fmla="*/ 701933 w 912112"/>
                <a:gd name="connsiteY24" fmla="*/ 108738 h 912112"/>
                <a:gd name="connsiteX25" fmla="*/ 799121 w 912112"/>
                <a:gd name="connsiteY25" fmla="*/ 166634 h 912112"/>
                <a:gd name="connsiteX26" fmla="*/ 764772 w 912112"/>
                <a:gd name="connsiteY26" fmla="*/ 277287 h 912112"/>
                <a:gd name="connsiteX27" fmla="*/ 586167 w 912112"/>
                <a:gd name="connsiteY27" fmla="*/ 394902 h 912112"/>
                <a:gd name="connsiteX28" fmla="*/ 565068 w 912112"/>
                <a:gd name="connsiteY28" fmla="*/ 414944 h 912112"/>
                <a:gd name="connsiteX29" fmla="*/ 784719 w 912112"/>
                <a:gd name="connsiteY29" fmla="*/ 369002 h 912112"/>
                <a:gd name="connsiteX30" fmla="*/ 849671 w 912112"/>
                <a:gd name="connsiteY30" fmla="*/ 369363 h 912112"/>
                <a:gd name="connsiteX31" fmla="*/ 908502 w 912112"/>
                <a:gd name="connsiteY31" fmla="*/ 480592 h 912112"/>
                <a:gd name="connsiteX32" fmla="*/ 802745 w 912112"/>
                <a:gd name="connsiteY32" fmla="*/ 548257 h 912112"/>
                <a:gd name="connsiteX33" fmla="*/ 563820 w 912112"/>
                <a:gd name="connsiteY33" fmla="*/ 498522 h 912112"/>
                <a:gd name="connsiteX34" fmla="*/ 580814 w 912112"/>
                <a:gd name="connsiteY34" fmla="*/ 515540 h 912112"/>
                <a:gd name="connsiteX35" fmla="*/ 759516 w 912112"/>
                <a:gd name="connsiteY35" fmla="*/ 632819 h 912112"/>
                <a:gd name="connsiteX36" fmla="*/ 802577 w 912112"/>
                <a:gd name="connsiteY36" fmla="*/ 734663 h 912112"/>
                <a:gd name="connsiteX37" fmla="*/ 731384 w 912112"/>
                <a:gd name="connsiteY37" fmla="*/ 803864 h 912112"/>
                <a:gd name="connsiteX38" fmla="*/ 632636 w 912112"/>
                <a:gd name="connsiteY38" fmla="*/ 760467 h 912112"/>
                <a:gd name="connsiteX39" fmla="*/ 520758 w 912112"/>
                <a:gd name="connsiteY39" fmla="*/ 589830 h 912112"/>
                <a:gd name="connsiteX40" fmla="*/ 498412 w 912112"/>
                <a:gd name="connsiteY40" fmla="*/ 563930 h 912112"/>
                <a:gd name="connsiteX41" fmla="*/ 547522 w 912112"/>
                <a:gd name="connsiteY41" fmla="*/ 803432 h 912112"/>
                <a:gd name="connsiteX42" fmla="*/ 489483 w 912112"/>
                <a:gd name="connsiteY42" fmla="*/ 906093 h 912112"/>
                <a:gd name="connsiteX43" fmla="*/ 365795 w 912112"/>
                <a:gd name="connsiteY43" fmla="*/ 804824 h 912112"/>
                <a:gd name="connsiteX44" fmla="*/ 410609 w 912112"/>
                <a:gd name="connsiteY44" fmla="*/ 585629 h 912112"/>
                <a:gd name="connsiteX45" fmla="*/ 413729 w 912112"/>
                <a:gd name="connsiteY45" fmla="*/ 566427 h 912112"/>
              </a:gdLst>
              <a:ahLst/>
              <a:cxnLst/>
              <a:rect l="l" t="t" r="r" b="b"/>
              <a:pathLst>
                <a:path w="912112" h="912112">
                  <a:moveTo>
                    <a:pt x="408329" y="565587"/>
                  </a:moveTo>
                  <a:cubicBezTo>
                    <a:pt x="364427" y="632339"/>
                    <a:pt x="321414" y="699691"/>
                    <a:pt x="276312" y="765627"/>
                  </a:cubicBezTo>
                  <a:cubicBezTo>
                    <a:pt x="245637" y="810417"/>
                    <a:pt x="188462" y="819082"/>
                    <a:pt x="145904" y="788190"/>
                  </a:cubicBezTo>
                  <a:cubicBezTo>
                    <a:pt x="104139" y="757874"/>
                    <a:pt x="95498" y="698179"/>
                    <a:pt x="126702" y="656438"/>
                  </a:cubicBezTo>
                  <a:cubicBezTo>
                    <a:pt x="136135" y="643788"/>
                    <a:pt x="149097" y="635603"/>
                    <a:pt x="161938" y="627178"/>
                  </a:cubicBezTo>
                  <a:cubicBezTo>
                    <a:pt x="225042" y="585845"/>
                    <a:pt x="288194" y="544560"/>
                    <a:pt x="349569" y="498522"/>
                  </a:cubicBezTo>
                  <a:cubicBezTo>
                    <a:pt x="270096" y="515132"/>
                    <a:pt x="190766" y="532463"/>
                    <a:pt x="111124" y="548113"/>
                  </a:cubicBezTo>
                  <a:cubicBezTo>
                    <a:pt x="63570" y="557289"/>
                    <a:pt x="17058" y="527979"/>
                    <a:pt x="4815" y="481120"/>
                  </a:cubicBezTo>
                  <a:cubicBezTo>
                    <a:pt x="-7187" y="433234"/>
                    <a:pt x="17536" y="386093"/>
                    <a:pt x="63118" y="369555"/>
                  </a:cubicBezTo>
                  <a:cubicBezTo>
                    <a:pt x="85849" y="361298"/>
                    <a:pt x="108436" y="364754"/>
                    <a:pt x="131238" y="369555"/>
                  </a:cubicBezTo>
                  <a:cubicBezTo>
                    <a:pt x="202743" y="384676"/>
                    <a:pt x="274344" y="399462"/>
                    <a:pt x="348345" y="408751"/>
                  </a:cubicBezTo>
                  <a:cubicBezTo>
                    <a:pt x="285433" y="367586"/>
                    <a:pt x="222642" y="326229"/>
                    <a:pt x="159538" y="285400"/>
                  </a:cubicBezTo>
                  <a:cubicBezTo>
                    <a:pt x="134599" y="269294"/>
                    <a:pt x="115229" y="249564"/>
                    <a:pt x="109828" y="219200"/>
                  </a:cubicBezTo>
                  <a:cubicBezTo>
                    <a:pt x="101907" y="175203"/>
                    <a:pt x="123246" y="133389"/>
                    <a:pt x="162394" y="115987"/>
                  </a:cubicBezTo>
                  <a:cubicBezTo>
                    <a:pt x="203199" y="97817"/>
                    <a:pt x="250029" y="109434"/>
                    <a:pt x="276264" y="147767"/>
                  </a:cubicBezTo>
                  <a:cubicBezTo>
                    <a:pt x="317069" y="207511"/>
                    <a:pt x="355810" y="268742"/>
                    <a:pt x="395679" y="329182"/>
                  </a:cubicBezTo>
                  <a:cubicBezTo>
                    <a:pt x="400312" y="336214"/>
                    <a:pt x="402472" y="345552"/>
                    <a:pt x="415193" y="350616"/>
                  </a:cubicBezTo>
                  <a:cubicBezTo>
                    <a:pt x="399784" y="277047"/>
                    <a:pt x="384854" y="205710"/>
                    <a:pt x="369924" y="134350"/>
                  </a:cubicBezTo>
                  <a:cubicBezTo>
                    <a:pt x="365651" y="113923"/>
                    <a:pt x="361307" y="93545"/>
                    <a:pt x="366443" y="72518"/>
                  </a:cubicBezTo>
                  <a:cubicBezTo>
                    <a:pt x="378229" y="23672"/>
                    <a:pt x="427387" y="-6812"/>
                    <a:pt x="477769" y="3965"/>
                  </a:cubicBezTo>
                  <a:cubicBezTo>
                    <a:pt x="523831" y="13807"/>
                    <a:pt x="556979" y="61045"/>
                    <a:pt x="547930" y="107970"/>
                  </a:cubicBezTo>
                  <a:cubicBezTo>
                    <a:pt x="533672" y="182379"/>
                    <a:pt x="517446" y="256261"/>
                    <a:pt x="502132" y="330382"/>
                  </a:cubicBezTo>
                  <a:cubicBezTo>
                    <a:pt x="500860" y="336502"/>
                    <a:pt x="500308" y="342767"/>
                    <a:pt x="498028" y="358753"/>
                  </a:cubicBezTo>
                  <a:cubicBezTo>
                    <a:pt x="545770" y="285904"/>
                    <a:pt x="588567" y="221216"/>
                    <a:pt x="630692" y="156096"/>
                  </a:cubicBezTo>
                  <a:cubicBezTo>
                    <a:pt x="647758" y="129693"/>
                    <a:pt x="670105" y="112027"/>
                    <a:pt x="701933" y="108738"/>
                  </a:cubicBezTo>
                  <a:cubicBezTo>
                    <a:pt x="745138" y="104274"/>
                    <a:pt x="783879" y="127605"/>
                    <a:pt x="799121" y="166634"/>
                  </a:cubicBezTo>
                  <a:cubicBezTo>
                    <a:pt x="815496" y="206991"/>
                    <a:pt x="801123" y="253296"/>
                    <a:pt x="764772" y="277287"/>
                  </a:cubicBezTo>
                  <a:cubicBezTo>
                    <a:pt x="705893" y="317420"/>
                    <a:pt x="645646" y="355561"/>
                    <a:pt x="586167" y="394902"/>
                  </a:cubicBezTo>
                  <a:cubicBezTo>
                    <a:pt x="579230" y="399510"/>
                    <a:pt x="569893" y="401694"/>
                    <a:pt x="565068" y="414944"/>
                  </a:cubicBezTo>
                  <a:cubicBezTo>
                    <a:pt x="639885" y="399318"/>
                    <a:pt x="712302" y="384196"/>
                    <a:pt x="784719" y="369002"/>
                  </a:cubicBezTo>
                  <a:cubicBezTo>
                    <a:pt x="806322" y="364466"/>
                    <a:pt x="828068" y="361802"/>
                    <a:pt x="849671" y="369363"/>
                  </a:cubicBezTo>
                  <a:cubicBezTo>
                    <a:pt x="895277" y="385468"/>
                    <a:pt x="920456" y="433066"/>
                    <a:pt x="908502" y="480592"/>
                  </a:cubicBezTo>
                  <a:cubicBezTo>
                    <a:pt x="896909" y="526726"/>
                    <a:pt x="850559" y="557594"/>
                    <a:pt x="802745" y="548257"/>
                  </a:cubicBezTo>
                  <a:cubicBezTo>
                    <a:pt x="723247" y="532679"/>
                    <a:pt x="644086" y="515324"/>
                    <a:pt x="563820" y="498522"/>
                  </a:cubicBezTo>
                  <a:cubicBezTo>
                    <a:pt x="564540" y="510332"/>
                    <a:pt x="574645" y="511460"/>
                    <a:pt x="580814" y="515540"/>
                  </a:cubicBezTo>
                  <a:cubicBezTo>
                    <a:pt x="640293" y="554809"/>
                    <a:pt x="700301" y="593358"/>
                    <a:pt x="759516" y="632819"/>
                  </a:cubicBezTo>
                  <a:cubicBezTo>
                    <a:pt x="797441" y="658046"/>
                    <a:pt x="812322" y="693234"/>
                    <a:pt x="802577" y="734663"/>
                  </a:cubicBezTo>
                  <a:cubicBezTo>
                    <a:pt x="793720" y="772492"/>
                    <a:pt x="768973" y="795415"/>
                    <a:pt x="731384" y="803864"/>
                  </a:cubicBezTo>
                  <a:cubicBezTo>
                    <a:pt x="692788" y="812553"/>
                    <a:pt x="657095" y="797191"/>
                    <a:pt x="632636" y="760467"/>
                  </a:cubicBezTo>
                  <a:cubicBezTo>
                    <a:pt x="594928" y="703868"/>
                    <a:pt x="558227" y="646597"/>
                    <a:pt x="520758" y="589830"/>
                  </a:cubicBezTo>
                  <a:cubicBezTo>
                    <a:pt x="514974" y="581021"/>
                    <a:pt x="512093" y="569547"/>
                    <a:pt x="498412" y="563930"/>
                  </a:cubicBezTo>
                  <a:cubicBezTo>
                    <a:pt x="515214" y="644892"/>
                    <a:pt x="532016" y="724006"/>
                    <a:pt x="547522" y="803432"/>
                  </a:cubicBezTo>
                  <a:cubicBezTo>
                    <a:pt x="555937" y="847249"/>
                    <a:pt x="531365" y="890711"/>
                    <a:pt x="489483" y="906093"/>
                  </a:cubicBezTo>
                  <a:cubicBezTo>
                    <a:pt x="422274" y="930984"/>
                    <a:pt x="353410" y="876089"/>
                    <a:pt x="365795" y="804824"/>
                  </a:cubicBezTo>
                  <a:cubicBezTo>
                    <a:pt x="378661" y="731495"/>
                    <a:pt x="395463" y="658670"/>
                    <a:pt x="410609" y="585629"/>
                  </a:cubicBezTo>
                  <a:cubicBezTo>
                    <a:pt x="411905" y="579316"/>
                    <a:pt x="412697" y="572884"/>
                    <a:pt x="413729" y="56642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/>
              <a:endParaRPr kumimoji="1" lang="zh-CN" altLang="en-US"/>
            </a:p>
          </p:txBody>
        </p:sp>
        <p:sp>
          <p:nvSpPr>
            <p:cNvPr id="11" name="标题 1"/>
            <p:cNvSpPr txBox="1"/>
            <p:nvPr/>
          </p:nvSpPr>
          <p:spPr>
            <a:xfrm flipV="1">
              <a:off x="11262390" y="762162"/>
              <a:ext cx="97558" cy="97558"/>
            </a:xfrm>
            <a:custGeom>
              <a:avLst/>
              <a:gdLst>
                <a:gd name="connsiteX0" fmla="*/ 408329 w 912112"/>
                <a:gd name="connsiteY0" fmla="*/ 565587 h 912112"/>
                <a:gd name="connsiteX1" fmla="*/ 276312 w 912112"/>
                <a:gd name="connsiteY1" fmla="*/ 765627 h 912112"/>
                <a:gd name="connsiteX2" fmla="*/ 145904 w 912112"/>
                <a:gd name="connsiteY2" fmla="*/ 788190 h 912112"/>
                <a:gd name="connsiteX3" fmla="*/ 126702 w 912112"/>
                <a:gd name="connsiteY3" fmla="*/ 656438 h 912112"/>
                <a:gd name="connsiteX4" fmla="*/ 161938 w 912112"/>
                <a:gd name="connsiteY4" fmla="*/ 627178 h 912112"/>
                <a:gd name="connsiteX5" fmla="*/ 349569 w 912112"/>
                <a:gd name="connsiteY5" fmla="*/ 498522 h 912112"/>
                <a:gd name="connsiteX6" fmla="*/ 111124 w 912112"/>
                <a:gd name="connsiteY6" fmla="*/ 548113 h 912112"/>
                <a:gd name="connsiteX7" fmla="*/ 4815 w 912112"/>
                <a:gd name="connsiteY7" fmla="*/ 481120 h 912112"/>
                <a:gd name="connsiteX8" fmla="*/ 63118 w 912112"/>
                <a:gd name="connsiteY8" fmla="*/ 369555 h 912112"/>
                <a:gd name="connsiteX9" fmla="*/ 131238 w 912112"/>
                <a:gd name="connsiteY9" fmla="*/ 369555 h 912112"/>
                <a:gd name="connsiteX10" fmla="*/ 348345 w 912112"/>
                <a:gd name="connsiteY10" fmla="*/ 408751 h 912112"/>
                <a:gd name="connsiteX11" fmla="*/ 159538 w 912112"/>
                <a:gd name="connsiteY11" fmla="*/ 285400 h 912112"/>
                <a:gd name="connsiteX12" fmla="*/ 109828 w 912112"/>
                <a:gd name="connsiteY12" fmla="*/ 219200 h 912112"/>
                <a:gd name="connsiteX13" fmla="*/ 162394 w 912112"/>
                <a:gd name="connsiteY13" fmla="*/ 115987 h 912112"/>
                <a:gd name="connsiteX14" fmla="*/ 276264 w 912112"/>
                <a:gd name="connsiteY14" fmla="*/ 147767 h 912112"/>
                <a:gd name="connsiteX15" fmla="*/ 395679 w 912112"/>
                <a:gd name="connsiteY15" fmla="*/ 329182 h 912112"/>
                <a:gd name="connsiteX16" fmla="*/ 415193 w 912112"/>
                <a:gd name="connsiteY16" fmla="*/ 350616 h 912112"/>
                <a:gd name="connsiteX17" fmla="*/ 369924 w 912112"/>
                <a:gd name="connsiteY17" fmla="*/ 134350 h 912112"/>
                <a:gd name="connsiteX18" fmla="*/ 366443 w 912112"/>
                <a:gd name="connsiteY18" fmla="*/ 72518 h 912112"/>
                <a:gd name="connsiteX19" fmla="*/ 477769 w 912112"/>
                <a:gd name="connsiteY19" fmla="*/ 3965 h 912112"/>
                <a:gd name="connsiteX20" fmla="*/ 547930 w 912112"/>
                <a:gd name="connsiteY20" fmla="*/ 107970 h 912112"/>
                <a:gd name="connsiteX21" fmla="*/ 502132 w 912112"/>
                <a:gd name="connsiteY21" fmla="*/ 330382 h 912112"/>
                <a:gd name="connsiteX22" fmla="*/ 498028 w 912112"/>
                <a:gd name="connsiteY22" fmla="*/ 358753 h 912112"/>
                <a:gd name="connsiteX23" fmla="*/ 630692 w 912112"/>
                <a:gd name="connsiteY23" fmla="*/ 156096 h 912112"/>
                <a:gd name="connsiteX24" fmla="*/ 701933 w 912112"/>
                <a:gd name="connsiteY24" fmla="*/ 108738 h 912112"/>
                <a:gd name="connsiteX25" fmla="*/ 799121 w 912112"/>
                <a:gd name="connsiteY25" fmla="*/ 166634 h 912112"/>
                <a:gd name="connsiteX26" fmla="*/ 764772 w 912112"/>
                <a:gd name="connsiteY26" fmla="*/ 277287 h 912112"/>
                <a:gd name="connsiteX27" fmla="*/ 586167 w 912112"/>
                <a:gd name="connsiteY27" fmla="*/ 394902 h 912112"/>
                <a:gd name="connsiteX28" fmla="*/ 565068 w 912112"/>
                <a:gd name="connsiteY28" fmla="*/ 414944 h 912112"/>
                <a:gd name="connsiteX29" fmla="*/ 784719 w 912112"/>
                <a:gd name="connsiteY29" fmla="*/ 369002 h 912112"/>
                <a:gd name="connsiteX30" fmla="*/ 849671 w 912112"/>
                <a:gd name="connsiteY30" fmla="*/ 369363 h 912112"/>
                <a:gd name="connsiteX31" fmla="*/ 908502 w 912112"/>
                <a:gd name="connsiteY31" fmla="*/ 480592 h 912112"/>
                <a:gd name="connsiteX32" fmla="*/ 802745 w 912112"/>
                <a:gd name="connsiteY32" fmla="*/ 548257 h 912112"/>
                <a:gd name="connsiteX33" fmla="*/ 563820 w 912112"/>
                <a:gd name="connsiteY33" fmla="*/ 498522 h 912112"/>
                <a:gd name="connsiteX34" fmla="*/ 580814 w 912112"/>
                <a:gd name="connsiteY34" fmla="*/ 515540 h 912112"/>
                <a:gd name="connsiteX35" fmla="*/ 759516 w 912112"/>
                <a:gd name="connsiteY35" fmla="*/ 632819 h 912112"/>
                <a:gd name="connsiteX36" fmla="*/ 802577 w 912112"/>
                <a:gd name="connsiteY36" fmla="*/ 734663 h 912112"/>
                <a:gd name="connsiteX37" fmla="*/ 731384 w 912112"/>
                <a:gd name="connsiteY37" fmla="*/ 803864 h 912112"/>
                <a:gd name="connsiteX38" fmla="*/ 632636 w 912112"/>
                <a:gd name="connsiteY38" fmla="*/ 760467 h 912112"/>
                <a:gd name="connsiteX39" fmla="*/ 520758 w 912112"/>
                <a:gd name="connsiteY39" fmla="*/ 589830 h 912112"/>
                <a:gd name="connsiteX40" fmla="*/ 498412 w 912112"/>
                <a:gd name="connsiteY40" fmla="*/ 563930 h 912112"/>
                <a:gd name="connsiteX41" fmla="*/ 547522 w 912112"/>
                <a:gd name="connsiteY41" fmla="*/ 803432 h 912112"/>
                <a:gd name="connsiteX42" fmla="*/ 489483 w 912112"/>
                <a:gd name="connsiteY42" fmla="*/ 906093 h 912112"/>
                <a:gd name="connsiteX43" fmla="*/ 365795 w 912112"/>
                <a:gd name="connsiteY43" fmla="*/ 804824 h 912112"/>
                <a:gd name="connsiteX44" fmla="*/ 410609 w 912112"/>
                <a:gd name="connsiteY44" fmla="*/ 585629 h 912112"/>
                <a:gd name="connsiteX45" fmla="*/ 413729 w 912112"/>
                <a:gd name="connsiteY45" fmla="*/ 566427 h 912112"/>
              </a:gdLst>
              <a:ahLst/>
              <a:cxnLst/>
              <a:rect l="l" t="t" r="r" b="b"/>
              <a:pathLst>
                <a:path w="912112" h="912112">
                  <a:moveTo>
                    <a:pt x="408329" y="565587"/>
                  </a:moveTo>
                  <a:cubicBezTo>
                    <a:pt x="364427" y="632339"/>
                    <a:pt x="321414" y="699691"/>
                    <a:pt x="276312" y="765627"/>
                  </a:cubicBezTo>
                  <a:cubicBezTo>
                    <a:pt x="245637" y="810417"/>
                    <a:pt x="188462" y="819082"/>
                    <a:pt x="145904" y="788190"/>
                  </a:cubicBezTo>
                  <a:cubicBezTo>
                    <a:pt x="104139" y="757874"/>
                    <a:pt x="95498" y="698179"/>
                    <a:pt x="126702" y="656438"/>
                  </a:cubicBezTo>
                  <a:cubicBezTo>
                    <a:pt x="136135" y="643788"/>
                    <a:pt x="149097" y="635603"/>
                    <a:pt x="161938" y="627178"/>
                  </a:cubicBezTo>
                  <a:cubicBezTo>
                    <a:pt x="225042" y="585845"/>
                    <a:pt x="288194" y="544560"/>
                    <a:pt x="349569" y="498522"/>
                  </a:cubicBezTo>
                  <a:cubicBezTo>
                    <a:pt x="270096" y="515132"/>
                    <a:pt x="190766" y="532463"/>
                    <a:pt x="111124" y="548113"/>
                  </a:cubicBezTo>
                  <a:cubicBezTo>
                    <a:pt x="63570" y="557289"/>
                    <a:pt x="17058" y="527979"/>
                    <a:pt x="4815" y="481120"/>
                  </a:cubicBezTo>
                  <a:cubicBezTo>
                    <a:pt x="-7187" y="433234"/>
                    <a:pt x="17536" y="386093"/>
                    <a:pt x="63118" y="369555"/>
                  </a:cubicBezTo>
                  <a:cubicBezTo>
                    <a:pt x="85849" y="361298"/>
                    <a:pt x="108436" y="364754"/>
                    <a:pt x="131238" y="369555"/>
                  </a:cubicBezTo>
                  <a:cubicBezTo>
                    <a:pt x="202743" y="384676"/>
                    <a:pt x="274344" y="399462"/>
                    <a:pt x="348345" y="408751"/>
                  </a:cubicBezTo>
                  <a:cubicBezTo>
                    <a:pt x="285433" y="367586"/>
                    <a:pt x="222642" y="326229"/>
                    <a:pt x="159538" y="285400"/>
                  </a:cubicBezTo>
                  <a:cubicBezTo>
                    <a:pt x="134599" y="269294"/>
                    <a:pt x="115229" y="249564"/>
                    <a:pt x="109828" y="219200"/>
                  </a:cubicBezTo>
                  <a:cubicBezTo>
                    <a:pt x="101907" y="175203"/>
                    <a:pt x="123246" y="133389"/>
                    <a:pt x="162394" y="115987"/>
                  </a:cubicBezTo>
                  <a:cubicBezTo>
                    <a:pt x="203199" y="97817"/>
                    <a:pt x="250029" y="109434"/>
                    <a:pt x="276264" y="147767"/>
                  </a:cubicBezTo>
                  <a:cubicBezTo>
                    <a:pt x="317069" y="207511"/>
                    <a:pt x="355810" y="268742"/>
                    <a:pt x="395679" y="329182"/>
                  </a:cubicBezTo>
                  <a:cubicBezTo>
                    <a:pt x="400312" y="336214"/>
                    <a:pt x="402472" y="345552"/>
                    <a:pt x="415193" y="350616"/>
                  </a:cubicBezTo>
                  <a:cubicBezTo>
                    <a:pt x="399784" y="277047"/>
                    <a:pt x="384854" y="205710"/>
                    <a:pt x="369924" y="134350"/>
                  </a:cubicBezTo>
                  <a:cubicBezTo>
                    <a:pt x="365651" y="113923"/>
                    <a:pt x="361307" y="93545"/>
                    <a:pt x="366443" y="72518"/>
                  </a:cubicBezTo>
                  <a:cubicBezTo>
                    <a:pt x="378229" y="23672"/>
                    <a:pt x="427387" y="-6812"/>
                    <a:pt x="477769" y="3965"/>
                  </a:cubicBezTo>
                  <a:cubicBezTo>
                    <a:pt x="523831" y="13807"/>
                    <a:pt x="556979" y="61045"/>
                    <a:pt x="547930" y="107970"/>
                  </a:cubicBezTo>
                  <a:cubicBezTo>
                    <a:pt x="533672" y="182379"/>
                    <a:pt x="517446" y="256261"/>
                    <a:pt x="502132" y="330382"/>
                  </a:cubicBezTo>
                  <a:cubicBezTo>
                    <a:pt x="500860" y="336502"/>
                    <a:pt x="500308" y="342767"/>
                    <a:pt x="498028" y="358753"/>
                  </a:cubicBezTo>
                  <a:cubicBezTo>
                    <a:pt x="545770" y="285904"/>
                    <a:pt x="588567" y="221216"/>
                    <a:pt x="630692" y="156096"/>
                  </a:cubicBezTo>
                  <a:cubicBezTo>
                    <a:pt x="647758" y="129693"/>
                    <a:pt x="670105" y="112027"/>
                    <a:pt x="701933" y="108738"/>
                  </a:cubicBezTo>
                  <a:cubicBezTo>
                    <a:pt x="745138" y="104274"/>
                    <a:pt x="783879" y="127605"/>
                    <a:pt x="799121" y="166634"/>
                  </a:cubicBezTo>
                  <a:cubicBezTo>
                    <a:pt x="815496" y="206991"/>
                    <a:pt x="801123" y="253296"/>
                    <a:pt x="764772" y="277287"/>
                  </a:cubicBezTo>
                  <a:cubicBezTo>
                    <a:pt x="705893" y="317420"/>
                    <a:pt x="645646" y="355561"/>
                    <a:pt x="586167" y="394902"/>
                  </a:cubicBezTo>
                  <a:cubicBezTo>
                    <a:pt x="579230" y="399510"/>
                    <a:pt x="569893" y="401694"/>
                    <a:pt x="565068" y="414944"/>
                  </a:cubicBezTo>
                  <a:cubicBezTo>
                    <a:pt x="639885" y="399318"/>
                    <a:pt x="712302" y="384196"/>
                    <a:pt x="784719" y="369002"/>
                  </a:cubicBezTo>
                  <a:cubicBezTo>
                    <a:pt x="806322" y="364466"/>
                    <a:pt x="828068" y="361802"/>
                    <a:pt x="849671" y="369363"/>
                  </a:cubicBezTo>
                  <a:cubicBezTo>
                    <a:pt x="895277" y="385468"/>
                    <a:pt x="920456" y="433066"/>
                    <a:pt x="908502" y="480592"/>
                  </a:cubicBezTo>
                  <a:cubicBezTo>
                    <a:pt x="896909" y="526726"/>
                    <a:pt x="850559" y="557594"/>
                    <a:pt x="802745" y="548257"/>
                  </a:cubicBezTo>
                  <a:cubicBezTo>
                    <a:pt x="723247" y="532679"/>
                    <a:pt x="644086" y="515324"/>
                    <a:pt x="563820" y="498522"/>
                  </a:cubicBezTo>
                  <a:cubicBezTo>
                    <a:pt x="564540" y="510332"/>
                    <a:pt x="574645" y="511460"/>
                    <a:pt x="580814" y="515540"/>
                  </a:cubicBezTo>
                  <a:cubicBezTo>
                    <a:pt x="640293" y="554809"/>
                    <a:pt x="700301" y="593358"/>
                    <a:pt x="759516" y="632819"/>
                  </a:cubicBezTo>
                  <a:cubicBezTo>
                    <a:pt x="797441" y="658046"/>
                    <a:pt x="812322" y="693234"/>
                    <a:pt x="802577" y="734663"/>
                  </a:cubicBezTo>
                  <a:cubicBezTo>
                    <a:pt x="793720" y="772492"/>
                    <a:pt x="768973" y="795415"/>
                    <a:pt x="731384" y="803864"/>
                  </a:cubicBezTo>
                  <a:cubicBezTo>
                    <a:pt x="692788" y="812553"/>
                    <a:pt x="657095" y="797191"/>
                    <a:pt x="632636" y="760467"/>
                  </a:cubicBezTo>
                  <a:cubicBezTo>
                    <a:pt x="594928" y="703868"/>
                    <a:pt x="558227" y="646597"/>
                    <a:pt x="520758" y="589830"/>
                  </a:cubicBezTo>
                  <a:cubicBezTo>
                    <a:pt x="514974" y="581021"/>
                    <a:pt x="512093" y="569547"/>
                    <a:pt x="498412" y="563930"/>
                  </a:cubicBezTo>
                  <a:cubicBezTo>
                    <a:pt x="515214" y="644892"/>
                    <a:pt x="532016" y="724006"/>
                    <a:pt x="547522" y="803432"/>
                  </a:cubicBezTo>
                  <a:cubicBezTo>
                    <a:pt x="555937" y="847249"/>
                    <a:pt x="531365" y="890711"/>
                    <a:pt x="489483" y="906093"/>
                  </a:cubicBezTo>
                  <a:cubicBezTo>
                    <a:pt x="422274" y="930984"/>
                    <a:pt x="353410" y="876089"/>
                    <a:pt x="365795" y="804824"/>
                  </a:cubicBezTo>
                  <a:cubicBezTo>
                    <a:pt x="378661" y="731495"/>
                    <a:pt x="395463" y="658670"/>
                    <a:pt x="410609" y="585629"/>
                  </a:cubicBezTo>
                  <a:cubicBezTo>
                    <a:pt x="411905" y="579316"/>
                    <a:pt x="412697" y="572884"/>
                    <a:pt x="413729" y="56642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/>
              <a:endParaRPr kumimoji="1" lang="zh-CN" altLang="en-US"/>
            </a:p>
          </p:txBody>
        </p:sp>
        <p:sp>
          <p:nvSpPr>
            <p:cNvPr id="12" name="标题 1"/>
            <p:cNvSpPr txBox="1"/>
            <p:nvPr/>
          </p:nvSpPr>
          <p:spPr>
            <a:xfrm flipV="1">
              <a:off x="11420505" y="757558"/>
              <a:ext cx="97558" cy="97558"/>
            </a:xfrm>
            <a:custGeom>
              <a:avLst/>
              <a:gdLst>
                <a:gd name="connsiteX0" fmla="*/ 408329 w 912112"/>
                <a:gd name="connsiteY0" fmla="*/ 565587 h 912112"/>
                <a:gd name="connsiteX1" fmla="*/ 276312 w 912112"/>
                <a:gd name="connsiteY1" fmla="*/ 765627 h 912112"/>
                <a:gd name="connsiteX2" fmla="*/ 145904 w 912112"/>
                <a:gd name="connsiteY2" fmla="*/ 788190 h 912112"/>
                <a:gd name="connsiteX3" fmla="*/ 126702 w 912112"/>
                <a:gd name="connsiteY3" fmla="*/ 656438 h 912112"/>
                <a:gd name="connsiteX4" fmla="*/ 161938 w 912112"/>
                <a:gd name="connsiteY4" fmla="*/ 627178 h 912112"/>
                <a:gd name="connsiteX5" fmla="*/ 349569 w 912112"/>
                <a:gd name="connsiteY5" fmla="*/ 498522 h 912112"/>
                <a:gd name="connsiteX6" fmla="*/ 111124 w 912112"/>
                <a:gd name="connsiteY6" fmla="*/ 548113 h 912112"/>
                <a:gd name="connsiteX7" fmla="*/ 4815 w 912112"/>
                <a:gd name="connsiteY7" fmla="*/ 481120 h 912112"/>
                <a:gd name="connsiteX8" fmla="*/ 63118 w 912112"/>
                <a:gd name="connsiteY8" fmla="*/ 369555 h 912112"/>
                <a:gd name="connsiteX9" fmla="*/ 131238 w 912112"/>
                <a:gd name="connsiteY9" fmla="*/ 369555 h 912112"/>
                <a:gd name="connsiteX10" fmla="*/ 348345 w 912112"/>
                <a:gd name="connsiteY10" fmla="*/ 408751 h 912112"/>
                <a:gd name="connsiteX11" fmla="*/ 159538 w 912112"/>
                <a:gd name="connsiteY11" fmla="*/ 285400 h 912112"/>
                <a:gd name="connsiteX12" fmla="*/ 109828 w 912112"/>
                <a:gd name="connsiteY12" fmla="*/ 219200 h 912112"/>
                <a:gd name="connsiteX13" fmla="*/ 162394 w 912112"/>
                <a:gd name="connsiteY13" fmla="*/ 115987 h 912112"/>
                <a:gd name="connsiteX14" fmla="*/ 276264 w 912112"/>
                <a:gd name="connsiteY14" fmla="*/ 147767 h 912112"/>
                <a:gd name="connsiteX15" fmla="*/ 395679 w 912112"/>
                <a:gd name="connsiteY15" fmla="*/ 329182 h 912112"/>
                <a:gd name="connsiteX16" fmla="*/ 415193 w 912112"/>
                <a:gd name="connsiteY16" fmla="*/ 350616 h 912112"/>
                <a:gd name="connsiteX17" fmla="*/ 369924 w 912112"/>
                <a:gd name="connsiteY17" fmla="*/ 134350 h 912112"/>
                <a:gd name="connsiteX18" fmla="*/ 366443 w 912112"/>
                <a:gd name="connsiteY18" fmla="*/ 72518 h 912112"/>
                <a:gd name="connsiteX19" fmla="*/ 477769 w 912112"/>
                <a:gd name="connsiteY19" fmla="*/ 3965 h 912112"/>
                <a:gd name="connsiteX20" fmla="*/ 547930 w 912112"/>
                <a:gd name="connsiteY20" fmla="*/ 107970 h 912112"/>
                <a:gd name="connsiteX21" fmla="*/ 502132 w 912112"/>
                <a:gd name="connsiteY21" fmla="*/ 330382 h 912112"/>
                <a:gd name="connsiteX22" fmla="*/ 498028 w 912112"/>
                <a:gd name="connsiteY22" fmla="*/ 358753 h 912112"/>
                <a:gd name="connsiteX23" fmla="*/ 630692 w 912112"/>
                <a:gd name="connsiteY23" fmla="*/ 156096 h 912112"/>
                <a:gd name="connsiteX24" fmla="*/ 701933 w 912112"/>
                <a:gd name="connsiteY24" fmla="*/ 108738 h 912112"/>
                <a:gd name="connsiteX25" fmla="*/ 799121 w 912112"/>
                <a:gd name="connsiteY25" fmla="*/ 166634 h 912112"/>
                <a:gd name="connsiteX26" fmla="*/ 764772 w 912112"/>
                <a:gd name="connsiteY26" fmla="*/ 277287 h 912112"/>
                <a:gd name="connsiteX27" fmla="*/ 586167 w 912112"/>
                <a:gd name="connsiteY27" fmla="*/ 394902 h 912112"/>
                <a:gd name="connsiteX28" fmla="*/ 565068 w 912112"/>
                <a:gd name="connsiteY28" fmla="*/ 414944 h 912112"/>
                <a:gd name="connsiteX29" fmla="*/ 784719 w 912112"/>
                <a:gd name="connsiteY29" fmla="*/ 369002 h 912112"/>
                <a:gd name="connsiteX30" fmla="*/ 849671 w 912112"/>
                <a:gd name="connsiteY30" fmla="*/ 369363 h 912112"/>
                <a:gd name="connsiteX31" fmla="*/ 908502 w 912112"/>
                <a:gd name="connsiteY31" fmla="*/ 480592 h 912112"/>
                <a:gd name="connsiteX32" fmla="*/ 802745 w 912112"/>
                <a:gd name="connsiteY32" fmla="*/ 548257 h 912112"/>
                <a:gd name="connsiteX33" fmla="*/ 563820 w 912112"/>
                <a:gd name="connsiteY33" fmla="*/ 498522 h 912112"/>
                <a:gd name="connsiteX34" fmla="*/ 580814 w 912112"/>
                <a:gd name="connsiteY34" fmla="*/ 515540 h 912112"/>
                <a:gd name="connsiteX35" fmla="*/ 759516 w 912112"/>
                <a:gd name="connsiteY35" fmla="*/ 632819 h 912112"/>
                <a:gd name="connsiteX36" fmla="*/ 802577 w 912112"/>
                <a:gd name="connsiteY36" fmla="*/ 734663 h 912112"/>
                <a:gd name="connsiteX37" fmla="*/ 731384 w 912112"/>
                <a:gd name="connsiteY37" fmla="*/ 803864 h 912112"/>
                <a:gd name="connsiteX38" fmla="*/ 632636 w 912112"/>
                <a:gd name="connsiteY38" fmla="*/ 760467 h 912112"/>
                <a:gd name="connsiteX39" fmla="*/ 520758 w 912112"/>
                <a:gd name="connsiteY39" fmla="*/ 589830 h 912112"/>
                <a:gd name="connsiteX40" fmla="*/ 498412 w 912112"/>
                <a:gd name="connsiteY40" fmla="*/ 563930 h 912112"/>
                <a:gd name="connsiteX41" fmla="*/ 547522 w 912112"/>
                <a:gd name="connsiteY41" fmla="*/ 803432 h 912112"/>
                <a:gd name="connsiteX42" fmla="*/ 489483 w 912112"/>
                <a:gd name="connsiteY42" fmla="*/ 906093 h 912112"/>
                <a:gd name="connsiteX43" fmla="*/ 365795 w 912112"/>
                <a:gd name="connsiteY43" fmla="*/ 804824 h 912112"/>
                <a:gd name="connsiteX44" fmla="*/ 410609 w 912112"/>
                <a:gd name="connsiteY44" fmla="*/ 585629 h 912112"/>
                <a:gd name="connsiteX45" fmla="*/ 413729 w 912112"/>
                <a:gd name="connsiteY45" fmla="*/ 566427 h 912112"/>
              </a:gdLst>
              <a:ahLst/>
              <a:cxnLst/>
              <a:rect l="l" t="t" r="r" b="b"/>
              <a:pathLst>
                <a:path w="912112" h="912112">
                  <a:moveTo>
                    <a:pt x="408329" y="565587"/>
                  </a:moveTo>
                  <a:cubicBezTo>
                    <a:pt x="364427" y="632339"/>
                    <a:pt x="321414" y="699691"/>
                    <a:pt x="276312" y="765627"/>
                  </a:cubicBezTo>
                  <a:cubicBezTo>
                    <a:pt x="245637" y="810417"/>
                    <a:pt x="188462" y="819082"/>
                    <a:pt x="145904" y="788190"/>
                  </a:cubicBezTo>
                  <a:cubicBezTo>
                    <a:pt x="104139" y="757874"/>
                    <a:pt x="95498" y="698179"/>
                    <a:pt x="126702" y="656438"/>
                  </a:cubicBezTo>
                  <a:cubicBezTo>
                    <a:pt x="136135" y="643788"/>
                    <a:pt x="149097" y="635603"/>
                    <a:pt x="161938" y="627178"/>
                  </a:cubicBezTo>
                  <a:cubicBezTo>
                    <a:pt x="225042" y="585845"/>
                    <a:pt x="288194" y="544560"/>
                    <a:pt x="349569" y="498522"/>
                  </a:cubicBezTo>
                  <a:cubicBezTo>
                    <a:pt x="270096" y="515132"/>
                    <a:pt x="190766" y="532463"/>
                    <a:pt x="111124" y="548113"/>
                  </a:cubicBezTo>
                  <a:cubicBezTo>
                    <a:pt x="63570" y="557289"/>
                    <a:pt x="17058" y="527979"/>
                    <a:pt x="4815" y="481120"/>
                  </a:cubicBezTo>
                  <a:cubicBezTo>
                    <a:pt x="-7187" y="433234"/>
                    <a:pt x="17536" y="386093"/>
                    <a:pt x="63118" y="369555"/>
                  </a:cubicBezTo>
                  <a:cubicBezTo>
                    <a:pt x="85849" y="361298"/>
                    <a:pt x="108436" y="364754"/>
                    <a:pt x="131238" y="369555"/>
                  </a:cubicBezTo>
                  <a:cubicBezTo>
                    <a:pt x="202743" y="384676"/>
                    <a:pt x="274344" y="399462"/>
                    <a:pt x="348345" y="408751"/>
                  </a:cubicBezTo>
                  <a:cubicBezTo>
                    <a:pt x="285433" y="367586"/>
                    <a:pt x="222642" y="326229"/>
                    <a:pt x="159538" y="285400"/>
                  </a:cubicBezTo>
                  <a:cubicBezTo>
                    <a:pt x="134599" y="269294"/>
                    <a:pt x="115229" y="249564"/>
                    <a:pt x="109828" y="219200"/>
                  </a:cubicBezTo>
                  <a:cubicBezTo>
                    <a:pt x="101907" y="175203"/>
                    <a:pt x="123246" y="133389"/>
                    <a:pt x="162394" y="115987"/>
                  </a:cubicBezTo>
                  <a:cubicBezTo>
                    <a:pt x="203199" y="97817"/>
                    <a:pt x="250029" y="109434"/>
                    <a:pt x="276264" y="147767"/>
                  </a:cubicBezTo>
                  <a:cubicBezTo>
                    <a:pt x="317069" y="207511"/>
                    <a:pt x="355810" y="268742"/>
                    <a:pt x="395679" y="329182"/>
                  </a:cubicBezTo>
                  <a:cubicBezTo>
                    <a:pt x="400312" y="336214"/>
                    <a:pt x="402472" y="345552"/>
                    <a:pt x="415193" y="350616"/>
                  </a:cubicBezTo>
                  <a:cubicBezTo>
                    <a:pt x="399784" y="277047"/>
                    <a:pt x="384854" y="205710"/>
                    <a:pt x="369924" y="134350"/>
                  </a:cubicBezTo>
                  <a:cubicBezTo>
                    <a:pt x="365651" y="113923"/>
                    <a:pt x="361307" y="93545"/>
                    <a:pt x="366443" y="72518"/>
                  </a:cubicBezTo>
                  <a:cubicBezTo>
                    <a:pt x="378229" y="23672"/>
                    <a:pt x="427387" y="-6812"/>
                    <a:pt x="477769" y="3965"/>
                  </a:cubicBezTo>
                  <a:cubicBezTo>
                    <a:pt x="523831" y="13807"/>
                    <a:pt x="556979" y="61045"/>
                    <a:pt x="547930" y="107970"/>
                  </a:cubicBezTo>
                  <a:cubicBezTo>
                    <a:pt x="533672" y="182379"/>
                    <a:pt x="517446" y="256261"/>
                    <a:pt x="502132" y="330382"/>
                  </a:cubicBezTo>
                  <a:cubicBezTo>
                    <a:pt x="500860" y="336502"/>
                    <a:pt x="500308" y="342767"/>
                    <a:pt x="498028" y="358753"/>
                  </a:cubicBezTo>
                  <a:cubicBezTo>
                    <a:pt x="545770" y="285904"/>
                    <a:pt x="588567" y="221216"/>
                    <a:pt x="630692" y="156096"/>
                  </a:cubicBezTo>
                  <a:cubicBezTo>
                    <a:pt x="647758" y="129693"/>
                    <a:pt x="670105" y="112027"/>
                    <a:pt x="701933" y="108738"/>
                  </a:cubicBezTo>
                  <a:cubicBezTo>
                    <a:pt x="745138" y="104274"/>
                    <a:pt x="783879" y="127605"/>
                    <a:pt x="799121" y="166634"/>
                  </a:cubicBezTo>
                  <a:cubicBezTo>
                    <a:pt x="815496" y="206991"/>
                    <a:pt x="801123" y="253296"/>
                    <a:pt x="764772" y="277287"/>
                  </a:cubicBezTo>
                  <a:cubicBezTo>
                    <a:pt x="705893" y="317420"/>
                    <a:pt x="645646" y="355561"/>
                    <a:pt x="586167" y="394902"/>
                  </a:cubicBezTo>
                  <a:cubicBezTo>
                    <a:pt x="579230" y="399510"/>
                    <a:pt x="569893" y="401694"/>
                    <a:pt x="565068" y="414944"/>
                  </a:cubicBezTo>
                  <a:cubicBezTo>
                    <a:pt x="639885" y="399318"/>
                    <a:pt x="712302" y="384196"/>
                    <a:pt x="784719" y="369002"/>
                  </a:cubicBezTo>
                  <a:cubicBezTo>
                    <a:pt x="806322" y="364466"/>
                    <a:pt x="828068" y="361802"/>
                    <a:pt x="849671" y="369363"/>
                  </a:cubicBezTo>
                  <a:cubicBezTo>
                    <a:pt x="895277" y="385468"/>
                    <a:pt x="920456" y="433066"/>
                    <a:pt x="908502" y="480592"/>
                  </a:cubicBezTo>
                  <a:cubicBezTo>
                    <a:pt x="896909" y="526726"/>
                    <a:pt x="850559" y="557594"/>
                    <a:pt x="802745" y="548257"/>
                  </a:cubicBezTo>
                  <a:cubicBezTo>
                    <a:pt x="723247" y="532679"/>
                    <a:pt x="644086" y="515324"/>
                    <a:pt x="563820" y="498522"/>
                  </a:cubicBezTo>
                  <a:cubicBezTo>
                    <a:pt x="564540" y="510332"/>
                    <a:pt x="574645" y="511460"/>
                    <a:pt x="580814" y="515540"/>
                  </a:cubicBezTo>
                  <a:cubicBezTo>
                    <a:pt x="640293" y="554809"/>
                    <a:pt x="700301" y="593358"/>
                    <a:pt x="759516" y="632819"/>
                  </a:cubicBezTo>
                  <a:cubicBezTo>
                    <a:pt x="797441" y="658046"/>
                    <a:pt x="812322" y="693234"/>
                    <a:pt x="802577" y="734663"/>
                  </a:cubicBezTo>
                  <a:cubicBezTo>
                    <a:pt x="793720" y="772492"/>
                    <a:pt x="768973" y="795415"/>
                    <a:pt x="731384" y="803864"/>
                  </a:cubicBezTo>
                  <a:cubicBezTo>
                    <a:pt x="692788" y="812553"/>
                    <a:pt x="657095" y="797191"/>
                    <a:pt x="632636" y="760467"/>
                  </a:cubicBezTo>
                  <a:cubicBezTo>
                    <a:pt x="594928" y="703868"/>
                    <a:pt x="558227" y="646597"/>
                    <a:pt x="520758" y="589830"/>
                  </a:cubicBezTo>
                  <a:cubicBezTo>
                    <a:pt x="514974" y="581021"/>
                    <a:pt x="512093" y="569547"/>
                    <a:pt x="498412" y="563930"/>
                  </a:cubicBezTo>
                  <a:cubicBezTo>
                    <a:pt x="515214" y="644892"/>
                    <a:pt x="532016" y="724006"/>
                    <a:pt x="547522" y="803432"/>
                  </a:cubicBezTo>
                  <a:cubicBezTo>
                    <a:pt x="555937" y="847249"/>
                    <a:pt x="531365" y="890711"/>
                    <a:pt x="489483" y="906093"/>
                  </a:cubicBezTo>
                  <a:cubicBezTo>
                    <a:pt x="422274" y="930984"/>
                    <a:pt x="353410" y="876089"/>
                    <a:pt x="365795" y="804824"/>
                  </a:cubicBezTo>
                  <a:cubicBezTo>
                    <a:pt x="378661" y="731495"/>
                    <a:pt x="395463" y="658670"/>
                    <a:pt x="410609" y="585629"/>
                  </a:cubicBezTo>
                  <a:cubicBezTo>
                    <a:pt x="411905" y="579316"/>
                    <a:pt x="412697" y="572884"/>
                    <a:pt x="413729" y="56642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/>
              <a:endParaRPr kumimoji="1" lang="zh-CN" altLang="en-US"/>
            </a:p>
          </p:txBody>
        </p:sp>
      </p:grpSp>
      <p:sp>
        <p:nvSpPr>
          <p:cNvPr id="13" name="标题 1"/>
          <p:cNvSpPr txBox="1"/>
          <p:nvPr/>
        </p:nvSpPr>
        <p:spPr>
          <a:xfrm>
            <a:off x="1366289" y="5387838"/>
            <a:ext cx="1438223" cy="4049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" cap="sq">
            <a:solidFill>
              <a:schemeClr val="accent1"/>
            </a:solidFill>
            <a:miter/>
          </a:ln>
          <a:effectLst>
            <a:outerShdw blurRad="330200" dist="203200" dir="2700000" sx="102000" sy="102000" algn="tl" rotWithShape="0">
              <a:schemeClr val="accent1">
                <a:alpha val="18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1469814" y="5467198"/>
            <a:ext cx="1307739" cy="24622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600" dirty="0">
                <a:ln w="12700">
                  <a:noFill/>
                </a:ln>
                <a:solidFill>
                  <a:srgbClr val="4B813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PART 01 </a:t>
            </a:r>
            <a:endParaRPr kumimoji="1" lang="zh-CN" altLang="en-US" dirty="0"/>
          </a:p>
        </p:txBody>
      </p:sp>
      <p:sp>
        <p:nvSpPr>
          <p:cNvPr id="15" name="标题 1"/>
          <p:cNvSpPr txBox="1"/>
          <p:nvPr/>
        </p:nvSpPr>
        <p:spPr>
          <a:xfrm>
            <a:off x="1410568" y="1514610"/>
            <a:ext cx="1627187" cy="1018800"/>
          </a:xfrm>
          <a:prstGeom prst="roundRect">
            <a:avLst>
              <a:gd name="adj" fmla="val 6473"/>
            </a:avLst>
          </a:prstGeom>
          <a:solidFill>
            <a:schemeClr val="bg1"/>
          </a:solidFill>
          <a:ln w="1270" cap="sq">
            <a:solidFill>
              <a:schemeClr val="accent1">
                <a:alpha val="50000"/>
              </a:schemeClr>
            </a:solidFill>
            <a:miter/>
          </a:ln>
          <a:effectLst>
            <a:outerShdw blurRad="279400" dist="114300" dir="2700000" sx="102000" sy="102000" algn="tl" rotWithShape="0">
              <a:schemeClr val="accent1">
                <a:alpha val="13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1550119" y="109892"/>
            <a:ext cx="1348085" cy="231799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b"/>
          <a:lstStyle/>
          <a:p>
            <a:pPr algn="ctr"/>
            <a:r>
              <a:rPr kumimoji="1" lang="en-US" altLang="zh-CN" sz="4800">
                <a:ln w="12700">
                  <a:noFill/>
                </a:ln>
                <a:solidFill>
                  <a:srgbClr val="4B813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01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4322098">
            <a:off x="6256455" y="1347170"/>
            <a:ext cx="637004" cy="637004"/>
          </a:xfrm>
          <a:prstGeom prst="ellipse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1">
                  <a:alpha val="44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" cap="sq">
            <a:noFill/>
            <a:miter/>
          </a:ln>
          <a:effectLst>
            <a:outerShdw blurRad="279400" dist="114300" dir="2700000" sx="102000" sy="102000" algn="tl" rotWithShape="0">
              <a:schemeClr val="accent1">
                <a:alpha val="13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8386984">
            <a:off x="7130748" y="4911248"/>
            <a:ext cx="351137" cy="351137"/>
          </a:xfrm>
          <a:prstGeom prst="ellipse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>
                  <a:alpha val="68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" cap="sq">
            <a:noFill/>
            <a:miter/>
          </a:ln>
          <a:effectLst>
            <a:outerShdw blurRad="279400" dist="114300" dir="2700000" sx="102000" sy="102000" algn="tl" rotWithShape="0">
              <a:schemeClr val="accent1">
                <a:alpha val="13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7629125" y="1375005"/>
            <a:ext cx="3986454" cy="3986454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标题 1"/>
          <p:cNvSpPr txBox="1"/>
          <p:nvPr/>
        </p:nvSpPr>
        <p:spPr>
          <a:xfrm>
            <a:off x="1410568" y="2629647"/>
            <a:ext cx="6225983" cy="257039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3600">
                <a:ln w="12700">
                  <a:noFill/>
                </a:ln>
                <a:solidFill>
                  <a:srgbClr val="4B813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Introduction to Google Cloud Platform (GCP)</a:t>
            </a:r>
            <a:endParaRPr kumimoji="1"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6750000"/>
            <a:ext cx="108000" cy="108000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12084000" y="6750000"/>
            <a:ext cx="108000" cy="108000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222885" y="6750000"/>
            <a:ext cx="11747442" cy="10800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660400" y="3262851"/>
            <a:ext cx="5156200" cy="214544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660400" y="2259522"/>
            <a:ext cx="5156200" cy="919526"/>
          </a:xfrm>
          <a:prstGeom prst="roundRect">
            <a:avLst>
              <a:gd name="adj" fmla="val 0"/>
            </a:avLst>
          </a:prstGeom>
          <a:blipFill>
            <a:blip r:embed="rId2"/>
            <a:srcRect/>
            <a:tile tx="0" ty="0" sx="100000" sy="100000" algn="ctr"/>
          </a:blip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5033473" y="4934660"/>
            <a:ext cx="596900" cy="3708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algn="r"/>
            <a:r>
              <a:rPr kumimoji="1" lang="en-US" altLang="zh-CN" sz="2000">
                <a:ln w="12700">
                  <a:noFill/>
                </a:ln>
                <a:solidFill>
                  <a:srgbClr val="CCCCCC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01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660400" y="2030092"/>
            <a:ext cx="5156200" cy="145626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6362700" y="3262851"/>
            <a:ext cx="5156200" cy="214544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6362700" y="2259522"/>
            <a:ext cx="5156200" cy="919526"/>
          </a:xfrm>
          <a:prstGeom prst="roundRect">
            <a:avLst>
              <a:gd name="adj" fmla="val 0"/>
            </a:avLst>
          </a:prstGeom>
          <a:blipFill>
            <a:blip r:embed="rId3"/>
            <a:srcRect/>
            <a:tile tx="0" ty="0" sx="100000" sy="100000" algn="ctr"/>
          </a:blip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806893" y="4934660"/>
            <a:ext cx="487680" cy="370840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algn="r"/>
            <a:r>
              <a:rPr kumimoji="1" lang="en-US" altLang="zh-CN" sz="2000">
                <a:ln w="12700">
                  <a:noFill/>
                </a:ln>
                <a:solidFill>
                  <a:srgbClr val="CCCCCC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02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6362700" y="2030092"/>
            <a:ext cx="5156200" cy="145626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952500" y="3615926"/>
            <a:ext cx="4572000" cy="35814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91440" tIns="45720" rIns="91440" bIns="45720" rtlCol="0" anchor="b">
            <a:spAutoFit/>
          </a:bodyPr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Definition and Benefits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950825" y="4052366"/>
            <a:ext cx="4575351" cy="824434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91440" tIns="45720" rIns="91440" bIns="45720" rtlCol="0" anchor="t"/>
          <a:lstStyle/>
          <a:p>
            <a:pPr algn="l"/>
            <a:r>
              <a:rPr kumimoji="1" lang="en-US" altLang="zh-CN" sz="1017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Cloud computing enables on- demand access to computing resources over the internet, facilitating cost savings, flexibility, disaster recovery, and seamless collaboration.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6654800" y="3615926"/>
            <a:ext cx="4572000" cy="35814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91440" tIns="45720" rIns="91440" bIns="45720" rtlCol="0" anchor="b">
            <a:spAutoFit/>
          </a:bodyPr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Market Leaders and Trends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6653124" y="4052366"/>
            <a:ext cx="4575351" cy="826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91440" tIns="45720" rIns="91440" bIns="45720" rtlCol="0" anchor="t"/>
          <a:lstStyle/>
          <a:p>
            <a:pPr algn="l"/>
            <a:r>
              <a:rPr kumimoji="1" lang="en-US" altLang="zh-CN" sz="1017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Major players like AWS, Microsoft Azure, and Google Cloud dominate the market, with increasing trends in AI, machine learning, and hybrid cloud strategies shaping the future.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316690" y="373380"/>
            <a:ext cx="8171180" cy="655320"/>
          </a:xfrm>
          <a:prstGeom prst="roundRect">
            <a:avLst>
              <a:gd name="adj" fmla="val 13854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783520" y="4670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Overview of Cloud Computing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24765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48287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6750000"/>
            <a:ext cx="108000" cy="108000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12084000" y="6750000"/>
            <a:ext cx="108000" cy="108000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222885" y="6750000"/>
            <a:ext cx="11747442" cy="10800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alphaModFix/>
          </a:blip>
          <a:srcRect l="38155" t="3275" r="34948" b="3275"/>
          <a:stretch>
            <a:fillRect/>
          </a:stretch>
        </p:blipFill>
        <p:spPr>
          <a:xfrm>
            <a:off x="9441566" y="2017486"/>
            <a:ext cx="2090035" cy="4840514"/>
          </a:xfrm>
          <a:custGeom>
            <a:avLst/>
            <a:gdLst/>
            <a:ahLst/>
            <a:cxnLst/>
            <a:rect l="l" t="t" r="r" b="b"/>
            <a:pathLst>
              <a:path w="2090035" h="4840514">
                <a:moveTo>
                  <a:pt x="0" y="0"/>
                </a:moveTo>
                <a:lnTo>
                  <a:pt x="2090035" y="0"/>
                </a:lnTo>
                <a:lnTo>
                  <a:pt x="2090035" y="4840514"/>
                </a:lnTo>
                <a:lnTo>
                  <a:pt x="0" y="4840514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6" name="标题 1"/>
          <p:cNvSpPr txBox="1"/>
          <p:nvPr/>
        </p:nvSpPr>
        <p:spPr>
          <a:xfrm flipH="1">
            <a:off x="8229516" y="0"/>
            <a:ext cx="1576470" cy="203454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660400" y="2395220"/>
            <a:ext cx="4460240" cy="3294380"/>
          </a:xfrm>
          <a:prstGeom prst="rect">
            <a:avLst/>
          </a:prstGeom>
          <a:solidFill>
            <a:schemeClr val="bg1"/>
          </a:solidFill>
          <a:ln w="3175" cap="sq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190500" sx="101000" sy="101000" algn="ctr" rotWithShape="0">
              <a:schemeClr val="accent1">
                <a:alpha val="10000"/>
              </a:schemeClr>
            </a:outerShdw>
          </a:effectLst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5345746" y="2395220"/>
            <a:ext cx="4460240" cy="3294380"/>
          </a:xfrm>
          <a:prstGeom prst="rect">
            <a:avLst/>
          </a:prstGeom>
          <a:solidFill>
            <a:schemeClr val="bg1"/>
          </a:solidFill>
          <a:ln w="3175" cap="sq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190500" sx="101000" sy="101000" algn="ctr" rotWithShape="0">
              <a:schemeClr val="accent1">
                <a:alpha val="10000"/>
              </a:schemeClr>
            </a:outerShdw>
          </a:effectLst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cxnSp>
        <p:nvCxnSpPr>
          <p:cNvPr id="9" name="标题 1"/>
          <p:cNvCxnSpPr/>
          <p:nvPr/>
        </p:nvCxnSpPr>
        <p:spPr>
          <a:xfrm>
            <a:off x="2780234" y="3470584"/>
            <a:ext cx="220573" cy="0"/>
          </a:xfrm>
          <a:prstGeom prst="line">
            <a:avLst/>
          </a:prstGeom>
          <a:noFill/>
          <a:ln w="34925" cap="rnd">
            <a:solidFill>
              <a:schemeClr val="accent1"/>
            </a:solidFill>
            <a:round/>
          </a:ln>
        </p:spPr>
      </p:cxnSp>
      <p:sp>
        <p:nvSpPr>
          <p:cNvPr id="10" name="标题 1"/>
          <p:cNvSpPr txBox="1"/>
          <p:nvPr/>
        </p:nvSpPr>
        <p:spPr>
          <a:xfrm>
            <a:off x="974925" y="2641600"/>
            <a:ext cx="3831190" cy="71899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Scalability and Flexibility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974925" y="3639938"/>
            <a:ext cx="3831190" cy="194297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GCP allows businesses to scale resources up or down based on current needs, optimizing performance and cost efficiency without long- term commitments.</a:t>
            </a:r>
            <a:endParaRPr kumimoji="1" lang="zh-CN" altLang="en-US"/>
          </a:p>
        </p:txBody>
      </p:sp>
      <p:cxnSp>
        <p:nvCxnSpPr>
          <p:cNvPr id="12" name="标题 1"/>
          <p:cNvCxnSpPr/>
          <p:nvPr/>
        </p:nvCxnSpPr>
        <p:spPr>
          <a:xfrm>
            <a:off x="7465580" y="3470584"/>
            <a:ext cx="220573" cy="0"/>
          </a:xfrm>
          <a:prstGeom prst="line">
            <a:avLst/>
          </a:prstGeom>
          <a:noFill/>
          <a:ln w="34925" cap="rnd">
            <a:solidFill>
              <a:schemeClr val="accent1"/>
            </a:solidFill>
            <a:round/>
          </a:ln>
        </p:spPr>
      </p:cxnSp>
      <p:sp>
        <p:nvSpPr>
          <p:cNvPr id="13" name="标题 1"/>
          <p:cNvSpPr txBox="1"/>
          <p:nvPr/>
        </p:nvSpPr>
        <p:spPr>
          <a:xfrm>
            <a:off x="5660271" y="2639070"/>
            <a:ext cx="3831190" cy="72152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Security and Compliance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5660271" y="3639938"/>
            <a:ext cx="3831190" cy="194297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The platform offers robust security measures and compliance certifications, ensuring data protection and meeting regulatory requirements for various industries.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668020" y="2044967"/>
            <a:ext cx="126854" cy="131412"/>
          </a:xfrm>
          <a:custGeom>
            <a:avLst/>
            <a:gdLst>
              <a:gd name="T0" fmla="*/ 7371 w 17675"/>
              <a:gd name="T1" fmla="*/ 1125 h 18310"/>
              <a:gd name="T2" fmla="*/ 5959 w 17675"/>
              <a:gd name="T3" fmla="*/ 593 h 18310"/>
              <a:gd name="T4" fmla="*/ 4735 w 17675"/>
              <a:gd name="T5" fmla="*/ 240 h 18310"/>
              <a:gd name="T6" fmla="*/ 3627 w 17675"/>
              <a:gd name="T7" fmla="*/ 54 h 18310"/>
              <a:gd name="T8" fmla="*/ 2806 w 17675"/>
              <a:gd name="T9" fmla="*/ 7 h 18310"/>
              <a:gd name="T10" fmla="*/ 2454 w 17675"/>
              <a:gd name="T11" fmla="*/ 85 h 18310"/>
              <a:gd name="T12" fmla="*/ 2132 w 17675"/>
              <a:gd name="T13" fmla="*/ 262 h 18310"/>
              <a:gd name="T14" fmla="*/ 1838 w 17675"/>
              <a:gd name="T15" fmla="*/ 533 h 18310"/>
              <a:gd name="T16" fmla="*/ 1454 w 17675"/>
              <a:gd name="T17" fmla="*/ 1111 h 18310"/>
              <a:gd name="T18" fmla="*/ 1261 w 17675"/>
              <a:gd name="T19" fmla="*/ 1545 h 18310"/>
              <a:gd name="T20" fmla="*/ 1008 w 17675"/>
              <a:gd name="T21" fmla="*/ 2315 h 18310"/>
              <a:gd name="T22" fmla="*/ 836 w 17675"/>
              <a:gd name="T23" fmla="*/ 2906 h 18310"/>
              <a:gd name="T24" fmla="*/ 683 w 17675"/>
              <a:gd name="T25" fmla="*/ 3519 h 18310"/>
              <a:gd name="T26" fmla="*/ 506 w 17675"/>
              <a:gd name="T27" fmla="*/ 4330 h 18310"/>
              <a:gd name="T28" fmla="*/ 356 w 17675"/>
              <a:gd name="T29" fmla="*/ 5177 h 18310"/>
              <a:gd name="T30" fmla="*/ 199 w 17675"/>
              <a:gd name="T31" fmla="*/ 6352 h 18310"/>
              <a:gd name="T32" fmla="*/ 65 w 17675"/>
              <a:gd name="T33" fmla="*/ 7805 h 18310"/>
              <a:gd name="T34" fmla="*/ 1 w 17675"/>
              <a:gd name="T35" fmla="*/ 9354 h 18310"/>
              <a:gd name="T36" fmla="*/ 54 w 17675"/>
              <a:gd name="T37" fmla="*/ 10490 h 18310"/>
              <a:gd name="T38" fmla="*/ 149 w 17675"/>
              <a:gd name="T39" fmla="*/ 11811 h 18310"/>
              <a:gd name="T40" fmla="*/ 298 w 17675"/>
              <a:gd name="T41" fmla="*/ 13066 h 18310"/>
              <a:gd name="T42" fmla="*/ 650 w 17675"/>
              <a:gd name="T43" fmla="*/ 14979 h 18310"/>
              <a:gd name="T44" fmla="*/ 991 w 17675"/>
              <a:gd name="T45" fmla="*/ 16266 h 18310"/>
              <a:gd name="T46" fmla="*/ 1332 w 17675"/>
              <a:gd name="T47" fmla="*/ 17156 h 18310"/>
              <a:gd name="T48" fmla="*/ 1598 w 17675"/>
              <a:gd name="T49" fmla="*/ 17614 h 18310"/>
              <a:gd name="T50" fmla="*/ 1917 w 17675"/>
              <a:gd name="T51" fmla="*/ 17970 h 18310"/>
              <a:gd name="T52" fmla="*/ 2349 w 17675"/>
              <a:gd name="T53" fmla="*/ 18232 h 18310"/>
              <a:gd name="T54" fmla="*/ 2745 w 17675"/>
              <a:gd name="T55" fmla="*/ 18309 h 18310"/>
              <a:gd name="T56" fmla="*/ 3384 w 17675"/>
              <a:gd name="T57" fmla="*/ 18287 h 18310"/>
              <a:gd name="T58" fmla="*/ 4157 w 17675"/>
              <a:gd name="T59" fmla="*/ 18192 h 18310"/>
              <a:gd name="T60" fmla="*/ 5006 w 17675"/>
              <a:gd name="T61" fmla="*/ 18009 h 18310"/>
              <a:gd name="T62" fmla="*/ 6483 w 17675"/>
              <a:gd name="T63" fmla="*/ 17544 h 18310"/>
              <a:gd name="T64" fmla="*/ 7200 w 17675"/>
              <a:gd name="T65" fmla="*/ 17277 h 18310"/>
              <a:gd name="T66" fmla="*/ 8295 w 17675"/>
              <a:gd name="T67" fmla="*/ 16841 h 18310"/>
              <a:gd name="T68" fmla="*/ 8872 w 17675"/>
              <a:gd name="T69" fmla="*/ 16605 h 18310"/>
              <a:gd name="T70" fmla="*/ 9346 w 17675"/>
              <a:gd name="T71" fmla="*/ 16391 h 18310"/>
              <a:gd name="T72" fmla="*/ 10057 w 17675"/>
              <a:gd name="T73" fmla="*/ 16048 h 18310"/>
              <a:gd name="T74" fmla="*/ 10903 w 17675"/>
              <a:gd name="T75" fmla="*/ 15584 h 18310"/>
              <a:gd name="T76" fmla="*/ 11867 w 17675"/>
              <a:gd name="T77" fmla="*/ 14997 h 18310"/>
              <a:gd name="T78" fmla="*/ 12590 w 17675"/>
              <a:gd name="T79" fmla="*/ 14528 h 18310"/>
              <a:gd name="T80" fmla="*/ 13212 w 17675"/>
              <a:gd name="T81" fmla="*/ 14088 h 18310"/>
              <a:gd name="T82" fmla="*/ 14481 w 17675"/>
              <a:gd name="T83" fmla="*/ 13112 h 18310"/>
              <a:gd name="T84" fmla="*/ 14802 w 17675"/>
              <a:gd name="T85" fmla="*/ 12854 h 18310"/>
              <a:gd name="T86" fmla="*/ 15451 w 17675"/>
              <a:gd name="T87" fmla="*/ 12291 h 18310"/>
              <a:gd name="T88" fmla="*/ 15927 w 17675"/>
              <a:gd name="T89" fmla="*/ 11853 h 18310"/>
              <a:gd name="T90" fmla="*/ 16443 w 17675"/>
              <a:gd name="T91" fmla="*/ 11335 h 18310"/>
              <a:gd name="T92" fmla="*/ 16856 w 17675"/>
              <a:gd name="T93" fmla="*/ 10896 h 18310"/>
              <a:gd name="T94" fmla="*/ 17295 w 17675"/>
              <a:gd name="T95" fmla="*/ 10296 h 18310"/>
              <a:gd name="T96" fmla="*/ 17543 w 17675"/>
              <a:gd name="T97" fmla="*/ 9805 h 18310"/>
              <a:gd name="T98" fmla="*/ 17675 w 17675"/>
              <a:gd name="T99" fmla="*/ 9283 h 18310"/>
              <a:gd name="T100" fmla="*/ 17609 w 17675"/>
              <a:gd name="T101" fmla="*/ 8895 h 18310"/>
              <a:gd name="T102" fmla="*/ 17328 w 17675"/>
              <a:gd name="T103" fmla="*/ 8254 h 18310"/>
              <a:gd name="T104" fmla="*/ 16958 w 17675"/>
              <a:gd name="T105" fmla="*/ 7727 h 18310"/>
              <a:gd name="T106" fmla="*/ 16207 w 17675"/>
              <a:gd name="T107" fmla="*/ 6899 h 18310"/>
              <a:gd name="T108" fmla="*/ 14144 w 17675"/>
              <a:gd name="T109" fmla="*/ 5052 h 18310"/>
              <a:gd name="T110" fmla="*/ 13172 w 17675"/>
              <a:gd name="T111" fmla="*/ 4299 h 18310"/>
              <a:gd name="T112" fmla="*/ 12177 w 17675"/>
              <a:gd name="T113" fmla="*/ 3589 h 18310"/>
              <a:gd name="T114" fmla="*/ 11125 w 17675"/>
              <a:gd name="T115" fmla="*/ 2920 h 18310"/>
              <a:gd name="T116" fmla="*/ 10015 w 17675"/>
              <a:gd name="T117" fmla="*/ 2305 h 18310"/>
              <a:gd name="T118" fmla="*/ 9091 w 17675"/>
              <a:gd name="T119" fmla="*/ 1855 h 18310"/>
              <a:gd name="T120" fmla="*/ 8300 w 17675"/>
              <a:gd name="T121" fmla="*/ 1511 h 18310"/>
            </a:gdLst>
            <a:ahLst/>
            <a:cxnLst/>
            <a:rect l="0" t="0" r="r" b="b"/>
            <a:pathLst>
              <a:path w="17675" h="18310">
                <a:moveTo>
                  <a:pt x="8078" y="1426"/>
                </a:moveTo>
                <a:lnTo>
                  <a:pt x="8047" y="1409"/>
                </a:lnTo>
                <a:lnTo>
                  <a:pt x="8014" y="1392"/>
                </a:lnTo>
                <a:lnTo>
                  <a:pt x="7978" y="1376"/>
                </a:lnTo>
                <a:lnTo>
                  <a:pt x="7940" y="1360"/>
                </a:lnTo>
                <a:lnTo>
                  <a:pt x="7901" y="1345"/>
                </a:lnTo>
                <a:lnTo>
                  <a:pt x="7862" y="1330"/>
                </a:lnTo>
                <a:lnTo>
                  <a:pt x="7825" y="1315"/>
                </a:lnTo>
                <a:lnTo>
                  <a:pt x="7791" y="1301"/>
                </a:lnTo>
                <a:lnTo>
                  <a:pt x="7583" y="1213"/>
                </a:lnTo>
                <a:lnTo>
                  <a:pt x="7371" y="1125"/>
                </a:lnTo>
                <a:lnTo>
                  <a:pt x="7158" y="1038"/>
                </a:lnTo>
                <a:lnTo>
                  <a:pt x="6943" y="953"/>
                </a:lnTo>
                <a:lnTo>
                  <a:pt x="6836" y="911"/>
                </a:lnTo>
                <a:lnTo>
                  <a:pt x="6727" y="869"/>
                </a:lnTo>
                <a:lnTo>
                  <a:pt x="6618" y="827"/>
                </a:lnTo>
                <a:lnTo>
                  <a:pt x="6508" y="787"/>
                </a:lnTo>
                <a:lnTo>
                  <a:pt x="6400" y="747"/>
                </a:lnTo>
                <a:lnTo>
                  <a:pt x="6290" y="707"/>
                </a:lnTo>
                <a:lnTo>
                  <a:pt x="6180" y="668"/>
                </a:lnTo>
                <a:lnTo>
                  <a:pt x="6070" y="631"/>
                </a:lnTo>
                <a:lnTo>
                  <a:pt x="5959" y="593"/>
                </a:lnTo>
                <a:lnTo>
                  <a:pt x="5848" y="556"/>
                </a:lnTo>
                <a:lnTo>
                  <a:pt x="5737" y="521"/>
                </a:lnTo>
                <a:lnTo>
                  <a:pt x="5626" y="485"/>
                </a:lnTo>
                <a:lnTo>
                  <a:pt x="5515" y="451"/>
                </a:lnTo>
                <a:lnTo>
                  <a:pt x="5404" y="418"/>
                </a:lnTo>
                <a:lnTo>
                  <a:pt x="5292" y="386"/>
                </a:lnTo>
                <a:lnTo>
                  <a:pt x="5181" y="355"/>
                </a:lnTo>
                <a:lnTo>
                  <a:pt x="5069" y="324"/>
                </a:lnTo>
                <a:lnTo>
                  <a:pt x="4958" y="295"/>
                </a:lnTo>
                <a:lnTo>
                  <a:pt x="4846" y="267"/>
                </a:lnTo>
                <a:lnTo>
                  <a:pt x="4735" y="240"/>
                </a:lnTo>
                <a:lnTo>
                  <a:pt x="4623" y="215"/>
                </a:lnTo>
                <a:lnTo>
                  <a:pt x="4511" y="191"/>
                </a:lnTo>
                <a:lnTo>
                  <a:pt x="4400" y="168"/>
                </a:lnTo>
                <a:lnTo>
                  <a:pt x="4287" y="146"/>
                </a:lnTo>
                <a:lnTo>
                  <a:pt x="4234" y="136"/>
                </a:lnTo>
                <a:lnTo>
                  <a:pt x="4162" y="125"/>
                </a:lnTo>
                <a:lnTo>
                  <a:pt x="4075" y="112"/>
                </a:lnTo>
                <a:lnTo>
                  <a:pt x="3975" y="98"/>
                </a:lnTo>
                <a:lnTo>
                  <a:pt x="3865" y="84"/>
                </a:lnTo>
                <a:lnTo>
                  <a:pt x="3749" y="69"/>
                </a:lnTo>
                <a:lnTo>
                  <a:pt x="3627" y="54"/>
                </a:lnTo>
                <a:lnTo>
                  <a:pt x="3504" y="40"/>
                </a:lnTo>
                <a:lnTo>
                  <a:pt x="3381" y="27"/>
                </a:lnTo>
                <a:lnTo>
                  <a:pt x="3262" y="17"/>
                </a:lnTo>
                <a:lnTo>
                  <a:pt x="3148" y="8"/>
                </a:lnTo>
                <a:lnTo>
                  <a:pt x="3043" y="2"/>
                </a:lnTo>
                <a:lnTo>
                  <a:pt x="2994" y="1"/>
                </a:lnTo>
                <a:lnTo>
                  <a:pt x="2949" y="0"/>
                </a:lnTo>
                <a:lnTo>
                  <a:pt x="2908" y="0"/>
                </a:lnTo>
                <a:lnTo>
                  <a:pt x="2869" y="1"/>
                </a:lnTo>
                <a:lnTo>
                  <a:pt x="2834" y="3"/>
                </a:lnTo>
                <a:lnTo>
                  <a:pt x="2806" y="7"/>
                </a:lnTo>
                <a:lnTo>
                  <a:pt x="2780" y="11"/>
                </a:lnTo>
                <a:lnTo>
                  <a:pt x="2761" y="17"/>
                </a:lnTo>
                <a:lnTo>
                  <a:pt x="2724" y="19"/>
                </a:lnTo>
                <a:lnTo>
                  <a:pt x="2689" y="24"/>
                </a:lnTo>
                <a:lnTo>
                  <a:pt x="2655" y="29"/>
                </a:lnTo>
                <a:lnTo>
                  <a:pt x="2620" y="35"/>
                </a:lnTo>
                <a:lnTo>
                  <a:pt x="2586" y="43"/>
                </a:lnTo>
                <a:lnTo>
                  <a:pt x="2552" y="53"/>
                </a:lnTo>
                <a:lnTo>
                  <a:pt x="2518" y="63"/>
                </a:lnTo>
                <a:lnTo>
                  <a:pt x="2486" y="73"/>
                </a:lnTo>
                <a:lnTo>
                  <a:pt x="2454" y="85"/>
                </a:lnTo>
                <a:lnTo>
                  <a:pt x="2423" y="97"/>
                </a:lnTo>
                <a:lnTo>
                  <a:pt x="2393" y="111"/>
                </a:lnTo>
                <a:lnTo>
                  <a:pt x="2363" y="125"/>
                </a:lnTo>
                <a:lnTo>
                  <a:pt x="2333" y="138"/>
                </a:lnTo>
                <a:lnTo>
                  <a:pt x="2306" y="153"/>
                </a:lnTo>
                <a:lnTo>
                  <a:pt x="2278" y="169"/>
                </a:lnTo>
                <a:lnTo>
                  <a:pt x="2252" y="184"/>
                </a:lnTo>
                <a:lnTo>
                  <a:pt x="2218" y="205"/>
                </a:lnTo>
                <a:lnTo>
                  <a:pt x="2187" y="224"/>
                </a:lnTo>
                <a:lnTo>
                  <a:pt x="2158" y="244"/>
                </a:lnTo>
                <a:lnTo>
                  <a:pt x="2132" y="262"/>
                </a:lnTo>
                <a:lnTo>
                  <a:pt x="2108" y="280"/>
                </a:lnTo>
                <a:lnTo>
                  <a:pt x="2086" y="298"/>
                </a:lnTo>
                <a:lnTo>
                  <a:pt x="2065" y="315"/>
                </a:lnTo>
                <a:lnTo>
                  <a:pt x="2046" y="332"/>
                </a:lnTo>
                <a:lnTo>
                  <a:pt x="2007" y="367"/>
                </a:lnTo>
                <a:lnTo>
                  <a:pt x="1968" y="405"/>
                </a:lnTo>
                <a:lnTo>
                  <a:pt x="1927" y="446"/>
                </a:lnTo>
                <a:lnTo>
                  <a:pt x="1878" y="491"/>
                </a:lnTo>
                <a:lnTo>
                  <a:pt x="1866" y="504"/>
                </a:lnTo>
                <a:lnTo>
                  <a:pt x="1853" y="517"/>
                </a:lnTo>
                <a:lnTo>
                  <a:pt x="1838" y="533"/>
                </a:lnTo>
                <a:lnTo>
                  <a:pt x="1823" y="550"/>
                </a:lnTo>
                <a:lnTo>
                  <a:pt x="1790" y="592"/>
                </a:lnTo>
                <a:lnTo>
                  <a:pt x="1754" y="637"/>
                </a:lnTo>
                <a:lnTo>
                  <a:pt x="1717" y="689"/>
                </a:lnTo>
                <a:lnTo>
                  <a:pt x="1679" y="744"/>
                </a:lnTo>
                <a:lnTo>
                  <a:pt x="1639" y="802"/>
                </a:lnTo>
                <a:lnTo>
                  <a:pt x="1600" y="863"/>
                </a:lnTo>
                <a:lnTo>
                  <a:pt x="1561" y="926"/>
                </a:lnTo>
                <a:lnTo>
                  <a:pt x="1524" y="988"/>
                </a:lnTo>
                <a:lnTo>
                  <a:pt x="1488" y="1051"/>
                </a:lnTo>
                <a:lnTo>
                  <a:pt x="1454" y="1111"/>
                </a:lnTo>
                <a:lnTo>
                  <a:pt x="1425" y="1170"/>
                </a:lnTo>
                <a:lnTo>
                  <a:pt x="1398" y="1226"/>
                </a:lnTo>
                <a:lnTo>
                  <a:pt x="1387" y="1252"/>
                </a:lnTo>
                <a:lnTo>
                  <a:pt x="1377" y="1277"/>
                </a:lnTo>
                <a:lnTo>
                  <a:pt x="1367" y="1301"/>
                </a:lnTo>
                <a:lnTo>
                  <a:pt x="1359" y="1323"/>
                </a:lnTo>
                <a:lnTo>
                  <a:pt x="1340" y="1362"/>
                </a:lnTo>
                <a:lnTo>
                  <a:pt x="1320" y="1404"/>
                </a:lnTo>
                <a:lnTo>
                  <a:pt x="1300" y="1449"/>
                </a:lnTo>
                <a:lnTo>
                  <a:pt x="1280" y="1496"/>
                </a:lnTo>
                <a:lnTo>
                  <a:pt x="1261" y="1545"/>
                </a:lnTo>
                <a:lnTo>
                  <a:pt x="1241" y="1596"/>
                </a:lnTo>
                <a:lnTo>
                  <a:pt x="1222" y="1648"/>
                </a:lnTo>
                <a:lnTo>
                  <a:pt x="1204" y="1702"/>
                </a:lnTo>
                <a:lnTo>
                  <a:pt x="1167" y="1808"/>
                </a:lnTo>
                <a:lnTo>
                  <a:pt x="1133" y="1915"/>
                </a:lnTo>
                <a:lnTo>
                  <a:pt x="1101" y="2016"/>
                </a:lnTo>
                <a:lnTo>
                  <a:pt x="1071" y="2110"/>
                </a:lnTo>
                <a:lnTo>
                  <a:pt x="1055" y="2162"/>
                </a:lnTo>
                <a:lnTo>
                  <a:pt x="1039" y="2213"/>
                </a:lnTo>
                <a:lnTo>
                  <a:pt x="1023" y="2264"/>
                </a:lnTo>
                <a:lnTo>
                  <a:pt x="1008" y="2315"/>
                </a:lnTo>
                <a:lnTo>
                  <a:pt x="992" y="2367"/>
                </a:lnTo>
                <a:lnTo>
                  <a:pt x="976" y="2418"/>
                </a:lnTo>
                <a:lnTo>
                  <a:pt x="960" y="2471"/>
                </a:lnTo>
                <a:lnTo>
                  <a:pt x="944" y="2523"/>
                </a:lnTo>
                <a:lnTo>
                  <a:pt x="929" y="2573"/>
                </a:lnTo>
                <a:lnTo>
                  <a:pt x="913" y="2626"/>
                </a:lnTo>
                <a:lnTo>
                  <a:pt x="896" y="2682"/>
                </a:lnTo>
                <a:lnTo>
                  <a:pt x="880" y="2740"/>
                </a:lnTo>
                <a:lnTo>
                  <a:pt x="864" y="2797"/>
                </a:lnTo>
                <a:lnTo>
                  <a:pt x="849" y="2852"/>
                </a:lnTo>
                <a:lnTo>
                  <a:pt x="836" y="2906"/>
                </a:lnTo>
                <a:lnTo>
                  <a:pt x="827" y="2955"/>
                </a:lnTo>
                <a:lnTo>
                  <a:pt x="818" y="2977"/>
                </a:lnTo>
                <a:lnTo>
                  <a:pt x="809" y="3003"/>
                </a:lnTo>
                <a:lnTo>
                  <a:pt x="800" y="3033"/>
                </a:lnTo>
                <a:lnTo>
                  <a:pt x="790" y="3067"/>
                </a:lnTo>
                <a:lnTo>
                  <a:pt x="770" y="3142"/>
                </a:lnTo>
                <a:lnTo>
                  <a:pt x="749" y="3225"/>
                </a:lnTo>
                <a:lnTo>
                  <a:pt x="730" y="3310"/>
                </a:lnTo>
                <a:lnTo>
                  <a:pt x="712" y="3390"/>
                </a:lnTo>
                <a:lnTo>
                  <a:pt x="696" y="3461"/>
                </a:lnTo>
                <a:lnTo>
                  <a:pt x="683" y="3519"/>
                </a:lnTo>
                <a:lnTo>
                  <a:pt x="666" y="3593"/>
                </a:lnTo>
                <a:lnTo>
                  <a:pt x="649" y="3667"/>
                </a:lnTo>
                <a:lnTo>
                  <a:pt x="633" y="3740"/>
                </a:lnTo>
                <a:lnTo>
                  <a:pt x="617" y="3813"/>
                </a:lnTo>
                <a:lnTo>
                  <a:pt x="601" y="3886"/>
                </a:lnTo>
                <a:lnTo>
                  <a:pt x="585" y="3960"/>
                </a:lnTo>
                <a:lnTo>
                  <a:pt x="569" y="4033"/>
                </a:lnTo>
                <a:lnTo>
                  <a:pt x="553" y="4108"/>
                </a:lnTo>
                <a:lnTo>
                  <a:pt x="537" y="4182"/>
                </a:lnTo>
                <a:lnTo>
                  <a:pt x="522" y="4256"/>
                </a:lnTo>
                <a:lnTo>
                  <a:pt x="506" y="4330"/>
                </a:lnTo>
                <a:lnTo>
                  <a:pt x="491" y="4406"/>
                </a:lnTo>
                <a:lnTo>
                  <a:pt x="476" y="4483"/>
                </a:lnTo>
                <a:lnTo>
                  <a:pt x="461" y="4559"/>
                </a:lnTo>
                <a:lnTo>
                  <a:pt x="447" y="4636"/>
                </a:lnTo>
                <a:lnTo>
                  <a:pt x="433" y="4714"/>
                </a:lnTo>
                <a:lnTo>
                  <a:pt x="419" y="4791"/>
                </a:lnTo>
                <a:lnTo>
                  <a:pt x="405" y="4868"/>
                </a:lnTo>
                <a:lnTo>
                  <a:pt x="392" y="4946"/>
                </a:lnTo>
                <a:lnTo>
                  <a:pt x="380" y="5024"/>
                </a:lnTo>
                <a:lnTo>
                  <a:pt x="367" y="5100"/>
                </a:lnTo>
                <a:lnTo>
                  <a:pt x="356" y="5177"/>
                </a:lnTo>
                <a:lnTo>
                  <a:pt x="346" y="5253"/>
                </a:lnTo>
                <a:lnTo>
                  <a:pt x="335" y="5328"/>
                </a:lnTo>
                <a:lnTo>
                  <a:pt x="320" y="5442"/>
                </a:lnTo>
                <a:lnTo>
                  <a:pt x="304" y="5555"/>
                </a:lnTo>
                <a:lnTo>
                  <a:pt x="289" y="5668"/>
                </a:lnTo>
                <a:lnTo>
                  <a:pt x="275" y="5781"/>
                </a:lnTo>
                <a:lnTo>
                  <a:pt x="259" y="5896"/>
                </a:lnTo>
                <a:lnTo>
                  <a:pt x="244" y="6009"/>
                </a:lnTo>
                <a:lnTo>
                  <a:pt x="229" y="6124"/>
                </a:lnTo>
                <a:lnTo>
                  <a:pt x="214" y="6238"/>
                </a:lnTo>
                <a:lnTo>
                  <a:pt x="199" y="6352"/>
                </a:lnTo>
                <a:lnTo>
                  <a:pt x="185" y="6467"/>
                </a:lnTo>
                <a:lnTo>
                  <a:pt x="173" y="6581"/>
                </a:lnTo>
                <a:lnTo>
                  <a:pt x="160" y="6697"/>
                </a:lnTo>
                <a:lnTo>
                  <a:pt x="148" y="6811"/>
                </a:lnTo>
                <a:lnTo>
                  <a:pt x="137" y="6927"/>
                </a:lnTo>
                <a:lnTo>
                  <a:pt x="127" y="7042"/>
                </a:lnTo>
                <a:lnTo>
                  <a:pt x="119" y="7158"/>
                </a:lnTo>
                <a:lnTo>
                  <a:pt x="105" y="7319"/>
                </a:lnTo>
                <a:lnTo>
                  <a:pt x="92" y="7481"/>
                </a:lnTo>
                <a:lnTo>
                  <a:pt x="79" y="7643"/>
                </a:lnTo>
                <a:lnTo>
                  <a:pt x="65" y="7805"/>
                </a:lnTo>
                <a:lnTo>
                  <a:pt x="54" y="7967"/>
                </a:lnTo>
                <a:lnTo>
                  <a:pt x="42" y="8130"/>
                </a:lnTo>
                <a:lnTo>
                  <a:pt x="31" y="8293"/>
                </a:lnTo>
                <a:lnTo>
                  <a:pt x="22" y="8456"/>
                </a:lnTo>
                <a:lnTo>
                  <a:pt x="14" y="8619"/>
                </a:lnTo>
                <a:lnTo>
                  <a:pt x="8" y="8782"/>
                </a:lnTo>
                <a:lnTo>
                  <a:pt x="3" y="8946"/>
                </a:lnTo>
                <a:lnTo>
                  <a:pt x="0" y="9109"/>
                </a:lnTo>
                <a:lnTo>
                  <a:pt x="0" y="9190"/>
                </a:lnTo>
                <a:lnTo>
                  <a:pt x="0" y="9273"/>
                </a:lnTo>
                <a:lnTo>
                  <a:pt x="1" y="9354"/>
                </a:lnTo>
                <a:lnTo>
                  <a:pt x="2" y="9437"/>
                </a:lnTo>
                <a:lnTo>
                  <a:pt x="3" y="9518"/>
                </a:lnTo>
                <a:lnTo>
                  <a:pt x="7" y="9599"/>
                </a:lnTo>
                <a:lnTo>
                  <a:pt x="10" y="9681"/>
                </a:lnTo>
                <a:lnTo>
                  <a:pt x="14" y="9763"/>
                </a:lnTo>
                <a:lnTo>
                  <a:pt x="21" y="9885"/>
                </a:lnTo>
                <a:lnTo>
                  <a:pt x="27" y="10006"/>
                </a:lnTo>
                <a:lnTo>
                  <a:pt x="34" y="10128"/>
                </a:lnTo>
                <a:lnTo>
                  <a:pt x="41" y="10249"/>
                </a:lnTo>
                <a:lnTo>
                  <a:pt x="47" y="10369"/>
                </a:lnTo>
                <a:lnTo>
                  <a:pt x="54" y="10490"/>
                </a:lnTo>
                <a:lnTo>
                  <a:pt x="61" y="10611"/>
                </a:lnTo>
                <a:lnTo>
                  <a:pt x="68" y="10731"/>
                </a:lnTo>
                <a:lnTo>
                  <a:pt x="74" y="10851"/>
                </a:lnTo>
                <a:lnTo>
                  <a:pt x="82" y="10971"/>
                </a:lnTo>
                <a:lnTo>
                  <a:pt x="90" y="11091"/>
                </a:lnTo>
                <a:lnTo>
                  <a:pt x="98" y="11213"/>
                </a:lnTo>
                <a:lnTo>
                  <a:pt x="108" y="11333"/>
                </a:lnTo>
                <a:lnTo>
                  <a:pt x="117" y="11454"/>
                </a:lnTo>
                <a:lnTo>
                  <a:pt x="127" y="11575"/>
                </a:lnTo>
                <a:lnTo>
                  <a:pt x="138" y="11697"/>
                </a:lnTo>
                <a:lnTo>
                  <a:pt x="149" y="11811"/>
                </a:lnTo>
                <a:lnTo>
                  <a:pt x="160" y="11926"/>
                </a:lnTo>
                <a:lnTo>
                  <a:pt x="172" y="12040"/>
                </a:lnTo>
                <a:lnTo>
                  <a:pt x="184" y="12154"/>
                </a:lnTo>
                <a:lnTo>
                  <a:pt x="197" y="12269"/>
                </a:lnTo>
                <a:lnTo>
                  <a:pt x="209" y="12383"/>
                </a:lnTo>
                <a:lnTo>
                  <a:pt x="223" y="12498"/>
                </a:lnTo>
                <a:lnTo>
                  <a:pt x="237" y="12611"/>
                </a:lnTo>
                <a:lnTo>
                  <a:pt x="252" y="12725"/>
                </a:lnTo>
                <a:lnTo>
                  <a:pt x="267" y="12839"/>
                </a:lnTo>
                <a:lnTo>
                  <a:pt x="281" y="12953"/>
                </a:lnTo>
                <a:lnTo>
                  <a:pt x="298" y="13066"/>
                </a:lnTo>
                <a:lnTo>
                  <a:pt x="314" y="13180"/>
                </a:lnTo>
                <a:lnTo>
                  <a:pt x="331" y="13293"/>
                </a:lnTo>
                <a:lnTo>
                  <a:pt x="349" y="13406"/>
                </a:lnTo>
                <a:lnTo>
                  <a:pt x="366" y="13519"/>
                </a:lnTo>
                <a:lnTo>
                  <a:pt x="398" y="13707"/>
                </a:lnTo>
                <a:lnTo>
                  <a:pt x="433" y="13905"/>
                </a:lnTo>
                <a:lnTo>
                  <a:pt x="470" y="14110"/>
                </a:lnTo>
                <a:lnTo>
                  <a:pt x="511" y="14322"/>
                </a:lnTo>
                <a:lnTo>
                  <a:pt x="555" y="14538"/>
                </a:lnTo>
                <a:lnTo>
                  <a:pt x="602" y="14757"/>
                </a:lnTo>
                <a:lnTo>
                  <a:pt x="650" y="14979"/>
                </a:lnTo>
                <a:lnTo>
                  <a:pt x="701" y="15200"/>
                </a:lnTo>
                <a:lnTo>
                  <a:pt x="729" y="15311"/>
                </a:lnTo>
                <a:lnTo>
                  <a:pt x="755" y="15420"/>
                </a:lnTo>
                <a:lnTo>
                  <a:pt x="784" y="15530"/>
                </a:lnTo>
                <a:lnTo>
                  <a:pt x="811" y="15639"/>
                </a:lnTo>
                <a:lnTo>
                  <a:pt x="840" y="15747"/>
                </a:lnTo>
                <a:lnTo>
                  <a:pt x="870" y="15854"/>
                </a:lnTo>
                <a:lnTo>
                  <a:pt x="899" y="15959"/>
                </a:lnTo>
                <a:lnTo>
                  <a:pt x="929" y="16064"/>
                </a:lnTo>
                <a:lnTo>
                  <a:pt x="960" y="16165"/>
                </a:lnTo>
                <a:lnTo>
                  <a:pt x="991" y="16266"/>
                </a:lnTo>
                <a:lnTo>
                  <a:pt x="1022" y="16365"/>
                </a:lnTo>
                <a:lnTo>
                  <a:pt x="1054" y="16461"/>
                </a:lnTo>
                <a:lnTo>
                  <a:pt x="1086" y="16556"/>
                </a:lnTo>
                <a:lnTo>
                  <a:pt x="1119" y="16646"/>
                </a:lnTo>
                <a:lnTo>
                  <a:pt x="1152" y="16735"/>
                </a:lnTo>
                <a:lnTo>
                  <a:pt x="1185" y="16821"/>
                </a:lnTo>
                <a:lnTo>
                  <a:pt x="1225" y="16920"/>
                </a:lnTo>
                <a:lnTo>
                  <a:pt x="1267" y="17017"/>
                </a:lnTo>
                <a:lnTo>
                  <a:pt x="1288" y="17064"/>
                </a:lnTo>
                <a:lnTo>
                  <a:pt x="1310" y="17111"/>
                </a:lnTo>
                <a:lnTo>
                  <a:pt x="1332" y="17156"/>
                </a:lnTo>
                <a:lnTo>
                  <a:pt x="1354" y="17202"/>
                </a:lnTo>
                <a:lnTo>
                  <a:pt x="1377" y="17247"/>
                </a:lnTo>
                <a:lnTo>
                  <a:pt x="1399" y="17290"/>
                </a:lnTo>
                <a:lnTo>
                  <a:pt x="1423" y="17334"/>
                </a:lnTo>
                <a:lnTo>
                  <a:pt x="1447" y="17376"/>
                </a:lnTo>
                <a:lnTo>
                  <a:pt x="1471" y="17417"/>
                </a:lnTo>
                <a:lnTo>
                  <a:pt x="1496" y="17459"/>
                </a:lnTo>
                <a:lnTo>
                  <a:pt x="1521" y="17499"/>
                </a:lnTo>
                <a:lnTo>
                  <a:pt x="1546" y="17538"/>
                </a:lnTo>
                <a:lnTo>
                  <a:pt x="1572" y="17576"/>
                </a:lnTo>
                <a:lnTo>
                  <a:pt x="1598" y="17614"/>
                </a:lnTo>
                <a:lnTo>
                  <a:pt x="1625" y="17651"/>
                </a:lnTo>
                <a:lnTo>
                  <a:pt x="1652" y="17687"/>
                </a:lnTo>
                <a:lnTo>
                  <a:pt x="1680" y="17722"/>
                </a:lnTo>
                <a:lnTo>
                  <a:pt x="1707" y="17756"/>
                </a:lnTo>
                <a:lnTo>
                  <a:pt x="1736" y="17789"/>
                </a:lnTo>
                <a:lnTo>
                  <a:pt x="1764" y="17822"/>
                </a:lnTo>
                <a:lnTo>
                  <a:pt x="1794" y="17853"/>
                </a:lnTo>
                <a:lnTo>
                  <a:pt x="1824" y="17884"/>
                </a:lnTo>
                <a:lnTo>
                  <a:pt x="1854" y="17914"/>
                </a:lnTo>
                <a:lnTo>
                  <a:pt x="1885" y="17943"/>
                </a:lnTo>
                <a:lnTo>
                  <a:pt x="1917" y="17970"/>
                </a:lnTo>
                <a:lnTo>
                  <a:pt x="1947" y="17998"/>
                </a:lnTo>
                <a:lnTo>
                  <a:pt x="1980" y="18023"/>
                </a:lnTo>
                <a:lnTo>
                  <a:pt x="2013" y="18048"/>
                </a:lnTo>
                <a:lnTo>
                  <a:pt x="2052" y="18075"/>
                </a:lnTo>
                <a:lnTo>
                  <a:pt x="2091" y="18102"/>
                </a:lnTo>
                <a:lnTo>
                  <a:pt x="2132" y="18127"/>
                </a:lnTo>
                <a:lnTo>
                  <a:pt x="2173" y="18151"/>
                </a:lnTo>
                <a:lnTo>
                  <a:pt x="2215" y="18174"/>
                </a:lnTo>
                <a:lnTo>
                  <a:pt x="2259" y="18194"/>
                </a:lnTo>
                <a:lnTo>
                  <a:pt x="2303" y="18214"/>
                </a:lnTo>
                <a:lnTo>
                  <a:pt x="2349" y="18232"/>
                </a:lnTo>
                <a:lnTo>
                  <a:pt x="2397" y="18249"/>
                </a:lnTo>
                <a:lnTo>
                  <a:pt x="2446" y="18264"/>
                </a:lnTo>
                <a:lnTo>
                  <a:pt x="2497" y="18277"/>
                </a:lnTo>
                <a:lnTo>
                  <a:pt x="2549" y="18287"/>
                </a:lnTo>
                <a:lnTo>
                  <a:pt x="2576" y="18292"/>
                </a:lnTo>
                <a:lnTo>
                  <a:pt x="2603" y="18296"/>
                </a:lnTo>
                <a:lnTo>
                  <a:pt x="2631" y="18300"/>
                </a:lnTo>
                <a:lnTo>
                  <a:pt x="2658" y="18303"/>
                </a:lnTo>
                <a:lnTo>
                  <a:pt x="2687" y="18305"/>
                </a:lnTo>
                <a:lnTo>
                  <a:pt x="2716" y="18308"/>
                </a:lnTo>
                <a:lnTo>
                  <a:pt x="2745" y="18309"/>
                </a:lnTo>
                <a:lnTo>
                  <a:pt x="2776" y="18309"/>
                </a:lnTo>
                <a:lnTo>
                  <a:pt x="2835" y="18310"/>
                </a:lnTo>
                <a:lnTo>
                  <a:pt x="2896" y="18310"/>
                </a:lnTo>
                <a:lnTo>
                  <a:pt x="2957" y="18309"/>
                </a:lnTo>
                <a:lnTo>
                  <a:pt x="3017" y="18308"/>
                </a:lnTo>
                <a:lnTo>
                  <a:pt x="3079" y="18305"/>
                </a:lnTo>
                <a:lnTo>
                  <a:pt x="3140" y="18303"/>
                </a:lnTo>
                <a:lnTo>
                  <a:pt x="3200" y="18300"/>
                </a:lnTo>
                <a:lnTo>
                  <a:pt x="3262" y="18296"/>
                </a:lnTo>
                <a:lnTo>
                  <a:pt x="3323" y="18292"/>
                </a:lnTo>
                <a:lnTo>
                  <a:pt x="3384" y="18287"/>
                </a:lnTo>
                <a:lnTo>
                  <a:pt x="3444" y="18283"/>
                </a:lnTo>
                <a:lnTo>
                  <a:pt x="3505" y="18277"/>
                </a:lnTo>
                <a:lnTo>
                  <a:pt x="3565" y="18271"/>
                </a:lnTo>
                <a:lnTo>
                  <a:pt x="3625" y="18264"/>
                </a:lnTo>
                <a:lnTo>
                  <a:pt x="3686" y="18257"/>
                </a:lnTo>
                <a:lnTo>
                  <a:pt x="3745" y="18250"/>
                </a:lnTo>
                <a:lnTo>
                  <a:pt x="3829" y="18240"/>
                </a:lnTo>
                <a:lnTo>
                  <a:pt x="3912" y="18230"/>
                </a:lnTo>
                <a:lnTo>
                  <a:pt x="3995" y="18218"/>
                </a:lnTo>
                <a:lnTo>
                  <a:pt x="4076" y="18206"/>
                </a:lnTo>
                <a:lnTo>
                  <a:pt x="4157" y="18192"/>
                </a:lnTo>
                <a:lnTo>
                  <a:pt x="4236" y="18178"/>
                </a:lnTo>
                <a:lnTo>
                  <a:pt x="4316" y="18165"/>
                </a:lnTo>
                <a:lnTo>
                  <a:pt x="4395" y="18150"/>
                </a:lnTo>
                <a:lnTo>
                  <a:pt x="4473" y="18134"/>
                </a:lnTo>
                <a:lnTo>
                  <a:pt x="4549" y="18118"/>
                </a:lnTo>
                <a:lnTo>
                  <a:pt x="4627" y="18101"/>
                </a:lnTo>
                <a:lnTo>
                  <a:pt x="4704" y="18083"/>
                </a:lnTo>
                <a:lnTo>
                  <a:pt x="4779" y="18066"/>
                </a:lnTo>
                <a:lnTo>
                  <a:pt x="4855" y="18048"/>
                </a:lnTo>
                <a:lnTo>
                  <a:pt x="4931" y="18028"/>
                </a:lnTo>
                <a:lnTo>
                  <a:pt x="5006" y="18009"/>
                </a:lnTo>
                <a:lnTo>
                  <a:pt x="5156" y="17969"/>
                </a:lnTo>
                <a:lnTo>
                  <a:pt x="5305" y="17927"/>
                </a:lnTo>
                <a:lnTo>
                  <a:pt x="5455" y="17882"/>
                </a:lnTo>
                <a:lnTo>
                  <a:pt x="5603" y="17836"/>
                </a:lnTo>
                <a:lnTo>
                  <a:pt x="5753" y="17789"/>
                </a:lnTo>
                <a:lnTo>
                  <a:pt x="5904" y="17741"/>
                </a:lnTo>
                <a:lnTo>
                  <a:pt x="6056" y="17691"/>
                </a:lnTo>
                <a:lnTo>
                  <a:pt x="6211" y="17639"/>
                </a:lnTo>
                <a:lnTo>
                  <a:pt x="6273" y="17619"/>
                </a:lnTo>
                <a:lnTo>
                  <a:pt x="6368" y="17586"/>
                </a:lnTo>
                <a:lnTo>
                  <a:pt x="6483" y="17544"/>
                </a:lnTo>
                <a:lnTo>
                  <a:pt x="6608" y="17501"/>
                </a:lnTo>
                <a:lnTo>
                  <a:pt x="6729" y="17456"/>
                </a:lnTo>
                <a:lnTo>
                  <a:pt x="6837" y="17415"/>
                </a:lnTo>
                <a:lnTo>
                  <a:pt x="6881" y="17398"/>
                </a:lnTo>
                <a:lnTo>
                  <a:pt x="6917" y="17382"/>
                </a:lnTo>
                <a:lnTo>
                  <a:pt x="6943" y="17369"/>
                </a:lnTo>
                <a:lnTo>
                  <a:pt x="6959" y="17361"/>
                </a:lnTo>
                <a:lnTo>
                  <a:pt x="6994" y="17351"/>
                </a:lnTo>
                <a:lnTo>
                  <a:pt x="7046" y="17333"/>
                </a:lnTo>
                <a:lnTo>
                  <a:pt x="7116" y="17308"/>
                </a:lnTo>
                <a:lnTo>
                  <a:pt x="7200" y="17277"/>
                </a:lnTo>
                <a:lnTo>
                  <a:pt x="7294" y="17240"/>
                </a:lnTo>
                <a:lnTo>
                  <a:pt x="7397" y="17200"/>
                </a:lnTo>
                <a:lnTo>
                  <a:pt x="7507" y="17156"/>
                </a:lnTo>
                <a:lnTo>
                  <a:pt x="7621" y="17112"/>
                </a:lnTo>
                <a:lnTo>
                  <a:pt x="7734" y="17066"/>
                </a:lnTo>
                <a:lnTo>
                  <a:pt x="7846" y="17021"/>
                </a:lnTo>
                <a:lnTo>
                  <a:pt x="7955" y="16977"/>
                </a:lnTo>
                <a:lnTo>
                  <a:pt x="8057" y="16937"/>
                </a:lnTo>
                <a:lnTo>
                  <a:pt x="8148" y="16899"/>
                </a:lnTo>
                <a:lnTo>
                  <a:pt x="8228" y="16867"/>
                </a:lnTo>
                <a:lnTo>
                  <a:pt x="8295" y="16841"/>
                </a:lnTo>
                <a:lnTo>
                  <a:pt x="8344" y="16821"/>
                </a:lnTo>
                <a:lnTo>
                  <a:pt x="8396" y="16799"/>
                </a:lnTo>
                <a:lnTo>
                  <a:pt x="8454" y="16778"/>
                </a:lnTo>
                <a:lnTo>
                  <a:pt x="8513" y="16755"/>
                </a:lnTo>
                <a:lnTo>
                  <a:pt x="8574" y="16731"/>
                </a:lnTo>
                <a:lnTo>
                  <a:pt x="8633" y="16707"/>
                </a:lnTo>
                <a:lnTo>
                  <a:pt x="8690" y="16682"/>
                </a:lnTo>
                <a:lnTo>
                  <a:pt x="8744" y="16658"/>
                </a:lnTo>
                <a:lnTo>
                  <a:pt x="8792" y="16633"/>
                </a:lnTo>
                <a:lnTo>
                  <a:pt x="8829" y="16621"/>
                </a:lnTo>
                <a:lnTo>
                  <a:pt x="8872" y="16605"/>
                </a:lnTo>
                <a:lnTo>
                  <a:pt x="8918" y="16587"/>
                </a:lnTo>
                <a:lnTo>
                  <a:pt x="8965" y="16565"/>
                </a:lnTo>
                <a:lnTo>
                  <a:pt x="9013" y="16543"/>
                </a:lnTo>
                <a:lnTo>
                  <a:pt x="9059" y="16522"/>
                </a:lnTo>
                <a:lnTo>
                  <a:pt x="9100" y="16502"/>
                </a:lnTo>
                <a:lnTo>
                  <a:pt x="9137" y="16485"/>
                </a:lnTo>
                <a:lnTo>
                  <a:pt x="9178" y="16465"/>
                </a:lnTo>
                <a:lnTo>
                  <a:pt x="9220" y="16447"/>
                </a:lnTo>
                <a:lnTo>
                  <a:pt x="9263" y="16429"/>
                </a:lnTo>
                <a:lnTo>
                  <a:pt x="9304" y="16409"/>
                </a:lnTo>
                <a:lnTo>
                  <a:pt x="9346" y="16391"/>
                </a:lnTo>
                <a:lnTo>
                  <a:pt x="9388" y="16371"/>
                </a:lnTo>
                <a:lnTo>
                  <a:pt x="9430" y="16352"/>
                </a:lnTo>
                <a:lnTo>
                  <a:pt x="9471" y="16331"/>
                </a:lnTo>
                <a:lnTo>
                  <a:pt x="9550" y="16292"/>
                </a:lnTo>
                <a:lnTo>
                  <a:pt x="9633" y="16254"/>
                </a:lnTo>
                <a:lnTo>
                  <a:pt x="9720" y="16214"/>
                </a:lnTo>
                <a:lnTo>
                  <a:pt x="9807" y="16173"/>
                </a:lnTo>
                <a:lnTo>
                  <a:pt x="9894" y="16132"/>
                </a:lnTo>
                <a:lnTo>
                  <a:pt x="9978" y="16091"/>
                </a:lnTo>
                <a:lnTo>
                  <a:pt x="10018" y="16069"/>
                </a:lnTo>
                <a:lnTo>
                  <a:pt x="10057" y="16048"/>
                </a:lnTo>
                <a:lnTo>
                  <a:pt x="10093" y="16026"/>
                </a:lnTo>
                <a:lnTo>
                  <a:pt x="10129" y="16004"/>
                </a:lnTo>
                <a:lnTo>
                  <a:pt x="10153" y="15994"/>
                </a:lnTo>
                <a:lnTo>
                  <a:pt x="10184" y="15979"/>
                </a:lnTo>
                <a:lnTo>
                  <a:pt x="10220" y="15962"/>
                </a:lnTo>
                <a:lnTo>
                  <a:pt x="10263" y="15939"/>
                </a:lnTo>
                <a:lnTo>
                  <a:pt x="10363" y="15886"/>
                </a:lnTo>
                <a:lnTo>
                  <a:pt x="10482" y="15821"/>
                </a:lnTo>
                <a:lnTo>
                  <a:pt x="10614" y="15748"/>
                </a:lnTo>
                <a:lnTo>
                  <a:pt x="10756" y="15669"/>
                </a:lnTo>
                <a:lnTo>
                  <a:pt x="10903" y="15584"/>
                </a:lnTo>
                <a:lnTo>
                  <a:pt x="11053" y="15498"/>
                </a:lnTo>
                <a:lnTo>
                  <a:pt x="11202" y="15411"/>
                </a:lnTo>
                <a:lnTo>
                  <a:pt x="11344" y="15328"/>
                </a:lnTo>
                <a:lnTo>
                  <a:pt x="11477" y="15249"/>
                </a:lnTo>
                <a:lnTo>
                  <a:pt x="11597" y="15176"/>
                </a:lnTo>
                <a:lnTo>
                  <a:pt x="11700" y="15111"/>
                </a:lnTo>
                <a:lnTo>
                  <a:pt x="11781" y="15060"/>
                </a:lnTo>
                <a:lnTo>
                  <a:pt x="11813" y="15038"/>
                </a:lnTo>
                <a:lnTo>
                  <a:pt x="11838" y="15021"/>
                </a:lnTo>
                <a:lnTo>
                  <a:pt x="11857" y="15007"/>
                </a:lnTo>
                <a:lnTo>
                  <a:pt x="11867" y="14997"/>
                </a:lnTo>
                <a:lnTo>
                  <a:pt x="11879" y="14991"/>
                </a:lnTo>
                <a:lnTo>
                  <a:pt x="11898" y="14982"/>
                </a:lnTo>
                <a:lnTo>
                  <a:pt x="11919" y="14970"/>
                </a:lnTo>
                <a:lnTo>
                  <a:pt x="11947" y="14954"/>
                </a:lnTo>
                <a:lnTo>
                  <a:pt x="12012" y="14913"/>
                </a:lnTo>
                <a:lnTo>
                  <a:pt x="12090" y="14864"/>
                </a:lnTo>
                <a:lnTo>
                  <a:pt x="12179" y="14806"/>
                </a:lnTo>
                <a:lnTo>
                  <a:pt x="12276" y="14741"/>
                </a:lnTo>
                <a:lnTo>
                  <a:pt x="12379" y="14672"/>
                </a:lnTo>
                <a:lnTo>
                  <a:pt x="12485" y="14600"/>
                </a:lnTo>
                <a:lnTo>
                  <a:pt x="12590" y="14528"/>
                </a:lnTo>
                <a:lnTo>
                  <a:pt x="12694" y="14457"/>
                </a:lnTo>
                <a:lnTo>
                  <a:pt x="12791" y="14388"/>
                </a:lnTo>
                <a:lnTo>
                  <a:pt x="12883" y="14324"/>
                </a:lnTo>
                <a:lnTo>
                  <a:pt x="12963" y="14267"/>
                </a:lnTo>
                <a:lnTo>
                  <a:pt x="13031" y="14218"/>
                </a:lnTo>
                <a:lnTo>
                  <a:pt x="13083" y="14179"/>
                </a:lnTo>
                <a:lnTo>
                  <a:pt x="13116" y="14152"/>
                </a:lnTo>
                <a:lnTo>
                  <a:pt x="13131" y="14143"/>
                </a:lnTo>
                <a:lnTo>
                  <a:pt x="13152" y="14131"/>
                </a:lnTo>
                <a:lnTo>
                  <a:pt x="13179" y="14112"/>
                </a:lnTo>
                <a:lnTo>
                  <a:pt x="13212" y="14088"/>
                </a:lnTo>
                <a:lnTo>
                  <a:pt x="13294" y="14030"/>
                </a:lnTo>
                <a:lnTo>
                  <a:pt x="13392" y="13958"/>
                </a:lnTo>
                <a:lnTo>
                  <a:pt x="13505" y="13873"/>
                </a:lnTo>
                <a:lnTo>
                  <a:pt x="13628" y="13779"/>
                </a:lnTo>
                <a:lnTo>
                  <a:pt x="13758" y="13680"/>
                </a:lnTo>
                <a:lnTo>
                  <a:pt x="13891" y="13578"/>
                </a:lnTo>
                <a:lnTo>
                  <a:pt x="14024" y="13475"/>
                </a:lnTo>
                <a:lnTo>
                  <a:pt x="14153" y="13374"/>
                </a:lnTo>
                <a:lnTo>
                  <a:pt x="14274" y="13278"/>
                </a:lnTo>
                <a:lnTo>
                  <a:pt x="14385" y="13190"/>
                </a:lnTo>
                <a:lnTo>
                  <a:pt x="14481" y="13112"/>
                </a:lnTo>
                <a:lnTo>
                  <a:pt x="14559" y="13048"/>
                </a:lnTo>
                <a:lnTo>
                  <a:pt x="14590" y="13022"/>
                </a:lnTo>
                <a:lnTo>
                  <a:pt x="14615" y="13000"/>
                </a:lnTo>
                <a:lnTo>
                  <a:pt x="14634" y="12982"/>
                </a:lnTo>
                <a:lnTo>
                  <a:pt x="14645" y="12970"/>
                </a:lnTo>
                <a:lnTo>
                  <a:pt x="14658" y="12963"/>
                </a:lnTo>
                <a:lnTo>
                  <a:pt x="14673" y="12954"/>
                </a:lnTo>
                <a:lnTo>
                  <a:pt x="14690" y="12942"/>
                </a:lnTo>
                <a:lnTo>
                  <a:pt x="14708" y="12928"/>
                </a:lnTo>
                <a:lnTo>
                  <a:pt x="14751" y="12895"/>
                </a:lnTo>
                <a:lnTo>
                  <a:pt x="14802" y="12854"/>
                </a:lnTo>
                <a:lnTo>
                  <a:pt x="14857" y="12807"/>
                </a:lnTo>
                <a:lnTo>
                  <a:pt x="14917" y="12756"/>
                </a:lnTo>
                <a:lnTo>
                  <a:pt x="14979" y="12701"/>
                </a:lnTo>
                <a:lnTo>
                  <a:pt x="15044" y="12645"/>
                </a:lnTo>
                <a:lnTo>
                  <a:pt x="15110" y="12587"/>
                </a:lnTo>
                <a:lnTo>
                  <a:pt x="15175" y="12530"/>
                </a:lnTo>
                <a:lnTo>
                  <a:pt x="15238" y="12475"/>
                </a:lnTo>
                <a:lnTo>
                  <a:pt x="15298" y="12421"/>
                </a:lnTo>
                <a:lnTo>
                  <a:pt x="15354" y="12372"/>
                </a:lnTo>
                <a:lnTo>
                  <a:pt x="15405" y="12328"/>
                </a:lnTo>
                <a:lnTo>
                  <a:pt x="15451" y="12291"/>
                </a:lnTo>
                <a:lnTo>
                  <a:pt x="15487" y="12261"/>
                </a:lnTo>
                <a:lnTo>
                  <a:pt x="15508" y="12245"/>
                </a:lnTo>
                <a:lnTo>
                  <a:pt x="15520" y="12233"/>
                </a:lnTo>
                <a:lnTo>
                  <a:pt x="15534" y="12220"/>
                </a:lnTo>
                <a:lnTo>
                  <a:pt x="15555" y="12200"/>
                </a:lnTo>
                <a:lnTo>
                  <a:pt x="15765" y="12013"/>
                </a:lnTo>
                <a:lnTo>
                  <a:pt x="15798" y="11979"/>
                </a:lnTo>
                <a:lnTo>
                  <a:pt x="15830" y="11947"/>
                </a:lnTo>
                <a:lnTo>
                  <a:pt x="15863" y="11915"/>
                </a:lnTo>
                <a:lnTo>
                  <a:pt x="15895" y="11884"/>
                </a:lnTo>
                <a:lnTo>
                  <a:pt x="15927" y="11853"/>
                </a:lnTo>
                <a:lnTo>
                  <a:pt x="15959" y="11823"/>
                </a:lnTo>
                <a:lnTo>
                  <a:pt x="15992" y="11790"/>
                </a:lnTo>
                <a:lnTo>
                  <a:pt x="16025" y="11758"/>
                </a:lnTo>
                <a:lnTo>
                  <a:pt x="16052" y="11733"/>
                </a:lnTo>
                <a:lnTo>
                  <a:pt x="16089" y="11696"/>
                </a:lnTo>
                <a:lnTo>
                  <a:pt x="16136" y="11649"/>
                </a:lnTo>
                <a:lnTo>
                  <a:pt x="16190" y="11595"/>
                </a:lnTo>
                <a:lnTo>
                  <a:pt x="16248" y="11535"/>
                </a:lnTo>
                <a:lnTo>
                  <a:pt x="16311" y="11470"/>
                </a:lnTo>
                <a:lnTo>
                  <a:pt x="16377" y="11403"/>
                </a:lnTo>
                <a:lnTo>
                  <a:pt x="16443" y="11335"/>
                </a:lnTo>
                <a:lnTo>
                  <a:pt x="16508" y="11268"/>
                </a:lnTo>
                <a:lnTo>
                  <a:pt x="16571" y="11202"/>
                </a:lnTo>
                <a:lnTo>
                  <a:pt x="16629" y="11140"/>
                </a:lnTo>
                <a:lnTo>
                  <a:pt x="16681" y="11084"/>
                </a:lnTo>
                <a:lnTo>
                  <a:pt x="16726" y="11036"/>
                </a:lnTo>
                <a:lnTo>
                  <a:pt x="16761" y="10997"/>
                </a:lnTo>
                <a:lnTo>
                  <a:pt x="16786" y="10969"/>
                </a:lnTo>
                <a:lnTo>
                  <a:pt x="16797" y="10953"/>
                </a:lnTo>
                <a:lnTo>
                  <a:pt x="16818" y="10935"/>
                </a:lnTo>
                <a:lnTo>
                  <a:pt x="16837" y="10915"/>
                </a:lnTo>
                <a:lnTo>
                  <a:pt x="16856" y="10896"/>
                </a:lnTo>
                <a:lnTo>
                  <a:pt x="16874" y="10875"/>
                </a:lnTo>
                <a:lnTo>
                  <a:pt x="16908" y="10833"/>
                </a:lnTo>
                <a:lnTo>
                  <a:pt x="16943" y="10789"/>
                </a:lnTo>
                <a:lnTo>
                  <a:pt x="17006" y="10707"/>
                </a:lnTo>
                <a:lnTo>
                  <a:pt x="17067" y="10626"/>
                </a:lnTo>
                <a:lnTo>
                  <a:pt x="17128" y="10543"/>
                </a:lnTo>
                <a:lnTo>
                  <a:pt x="17185" y="10462"/>
                </a:lnTo>
                <a:lnTo>
                  <a:pt x="17214" y="10421"/>
                </a:lnTo>
                <a:lnTo>
                  <a:pt x="17241" y="10379"/>
                </a:lnTo>
                <a:lnTo>
                  <a:pt x="17269" y="10337"/>
                </a:lnTo>
                <a:lnTo>
                  <a:pt x="17295" y="10296"/>
                </a:lnTo>
                <a:lnTo>
                  <a:pt x="17321" y="10254"/>
                </a:lnTo>
                <a:lnTo>
                  <a:pt x="17347" y="10211"/>
                </a:lnTo>
                <a:lnTo>
                  <a:pt x="17372" y="10169"/>
                </a:lnTo>
                <a:lnTo>
                  <a:pt x="17396" y="10125"/>
                </a:lnTo>
                <a:lnTo>
                  <a:pt x="17419" y="10081"/>
                </a:lnTo>
                <a:lnTo>
                  <a:pt x="17442" y="10037"/>
                </a:lnTo>
                <a:lnTo>
                  <a:pt x="17463" y="9992"/>
                </a:lnTo>
                <a:lnTo>
                  <a:pt x="17485" y="9946"/>
                </a:lnTo>
                <a:lnTo>
                  <a:pt x="17505" y="9900"/>
                </a:lnTo>
                <a:lnTo>
                  <a:pt x="17524" y="9853"/>
                </a:lnTo>
                <a:lnTo>
                  <a:pt x="17543" y="9805"/>
                </a:lnTo>
                <a:lnTo>
                  <a:pt x="17561" y="9757"/>
                </a:lnTo>
                <a:lnTo>
                  <a:pt x="17578" y="9708"/>
                </a:lnTo>
                <a:lnTo>
                  <a:pt x="17594" y="9657"/>
                </a:lnTo>
                <a:lnTo>
                  <a:pt x="17609" y="9606"/>
                </a:lnTo>
                <a:lnTo>
                  <a:pt x="17622" y="9553"/>
                </a:lnTo>
                <a:lnTo>
                  <a:pt x="17636" y="9501"/>
                </a:lnTo>
                <a:lnTo>
                  <a:pt x="17648" y="9446"/>
                </a:lnTo>
                <a:lnTo>
                  <a:pt x="17659" y="9391"/>
                </a:lnTo>
                <a:lnTo>
                  <a:pt x="17669" y="9334"/>
                </a:lnTo>
                <a:lnTo>
                  <a:pt x="17673" y="9309"/>
                </a:lnTo>
                <a:lnTo>
                  <a:pt x="17675" y="9283"/>
                </a:lnTo>
                <a:lnTo>
                  <a:pt x="17675" y="9255"/>
                </a:lnTo>
                <a:lnTo>
                  <a:pt x="17674" y="9226"/>
                </a:lnTo>
                <a:lnTo>
                  <a:pt x="17672" y="9196"/>
                </a:lnTo>
                <a:lnTo>
                  <a:pt x="17669" y="9165"/>
                </a:lnTo>
                <a:lnTo>
                  <a:pt x="17665" y="9133"/>
                </a:lnTo>
                <a:lnTo>
                  <a:pt x="17659" y="9101"/>
                </a:lnTo>
                <a:lnTo>
                  <a:pt x="17653" y="9068"/>
                </a:lnTo>
                <a:lnTo>
                  <a:pt x="17645" y="9034"/>
                </a:lnTo>
                <a:lnTo>
                  <a:pt x="17637" y="8999"/>
                </a:lnTo>
                <a:lnTo>
                  <a:pt x="17629" y="8965"/>
                </a:lnTo>
                <a:lnTo>
                  <a:pt x="17609" y="8895"/>
                </a:lnTo>
                <a:lnTo>
                  <a:pt x="17587" y="8825"/>
                </a:lnTo>
                <a:lnTo>
                  <a:pt x="17563" y="8757"/>
                </a:lnTo>
                <a:lnTo>
                  <a:pt x="17539" y="8689"/>
                </a:lnTo>
                <a:lnTo>
                  <a:pt x="17513" y="8624"/>
                </a:lnTo>
                <a:lnTo>
                  <a:pt x="17487" y="8563"/>
                </a:lnTo>
                <a:lnTo>
                  <a:pt x="17462" y="8506"/>
                </a:lnTo>
                <a:lnTo>
                  <a:pt x="17437" y="8455"/>
                </a:lnTo>
                <a:lnTo>
                  <a:pt x="17415" y="8408"/>
                </a:lnTo>
                <a:lnTo>
                  <a:pt x="17394" y="8369"/>
                </a:lnTo>
                <a:lnTo>
                  <a:pt x="17360" y="8310"/>
                </a:lnTo>
                <a:lnTo>
                  <a:pt x="17328" y="8254"/>
                </a:lnTo>
                <a:lnTo>
                  <a:pt x="17297" y="8203"/>
                </a:lnTo>
                <a:lnTo>
                  <a:pt x="17268" y="8155"/>
                </a:lnTo>
                <a:lnTo>
                  <a:pt x="17239" y="8109"/>
                </a:lnTo>
                <a:lnTo>
                  <a:pt x="17210" y="8066"/>
                </a:lnTo>
                <a:lnTo>
                  <a:pt x="17182" y="8023"/>
                </a:lnTo>
                <a:lnTo>
                  <a:pt x="17153" y="7981"/>
                </a:lnTo>
                <a:lnTo>
                  <a:pt x="17123" y="7941"/>
                </a:lnTo>
                <a:lnTo>
                  <a:pt x="17093" y="7900"/>
                </a:lnTo>
                <a:lnTo>
                  <a:pt x="17062" y="7858"/>
                </a:lnTo>
                <a:lnTo>
                  <a:pt x="17029" y="7816"/>
                </a:lnTo>
                <a:lnTo>
                  <a:pt x="16958" y="7727"/>
                </a:lnTo>
                <a:lnTo>
                  <a:pt x="16877" y="7627"/>
                </a:lnTo>
                <a:lnTo>
                  <a:pt x="16843" y="7585"/>
                </a:lnTo>
                <a:lnTo>
                  <a:pt x="16805" y="7540"/>
                </a:lnTo>
                <a:lnTo>
                  <a:pt x="16766" y="7493"/>
                </a:lnTo>
                <a:lnTo>
                  <a:pt x="16725" y="7446"/>
                </a:lnTo>
                <a:lnTo>
                  <a:pt x="16641" y="7350"/>
                </a:lnTo>
                <a:lnTo>
                  <a:pt x="16551" y="7253"/>
                </a:lnTo>
                <a:lnTo>
                  <a:pt x="16462" y="7157"/>
                </a:lnTo>
                <a:lnTo>
                  <a:pt x="16373" y="7065"/>
                </a:lnTo>
                <a:lnTo>
                  <a:pt x="16287" y="6978"/>
                </a:lnTo>
                <a:lnTo>
                  <a:pt x="16207" y="6899"/>
                </a:lnTo>
                <a:lnTo>
                  <a:pt x="16179" y="6872"/>
                </a:lnTo>
                <a:lnTo>
                  <a:pt x="16153" y="6842"/>
                </a:lnTo>
                <a:lnTo>
                  <a:pt x="16127" y="6811"/>
                </a:lnTo>
                <a:lnTo>
                  <a:pt x="16099" y="6779"/>
                </a:lnTo>
                <a:lnTo>
                  <a:pt x="16071" y="6747"/>
                </a:lnTo>
                <a:lnTo>
                  <a:pt x="16042" y="6715"/>
                </a:lnTo>
                <a:lnTo>
                  <a:pt x="16011" y="6683"/>
                </a:lnTo>
                <a:lnTo>
                  <a:pt x="15979" y="6652"/>
                </a:lnTo>
                <a:lnTo>
                  <a:pt x="14313" y="5186"/>
                </a:lnTo>
                <a:lnTo>
                  <a:pt x="14230" y="5121"/>
                </a:lnTo>
                <a:lnTo>
                  <a:pt x="14144" y="5052"/>
                </a:lnTo>
                <a:lnTo>
                  <a:pt x="14058" y="4981"/>
                </a:lnTo>
                <a:lnTo>
                  <a:pt x="13972" y="4911"/>
                </a:lnTo>
                <a:lnTo>
                  <a:pt x="13885" y="4840"/>
                </a:lnTo>
                <a:lnTo>
                  <a:pt x="13797" y="4769"/>
                </a:lnTo>
                <a:lnTo>
                  <a:pt x="13709" y="4700"/>
                </a:lnTo>
                <a:lnTo>
                  <a:pt x="13622" y="4634"/>
                </a:lnTo>
                <a:lnTo>
                  <a:pt x="13528" y="4565"/>
                </a:lnTo>
                <a:lnTo>
                  <a:pt x="13437" y="4496"/>
                </a:lnTo>
                <a:lnTo>
                  <a:pt x="13348" y="4430"/>
                </a:lnTo>
                <a:lnTo>
                  <a:pt x="13259" y="4364"/>
                </a:lnTo>
                <a:lnTo>
                  <a:pt x="13172" y="4299"/>
                </a:lnTo>
                <a:lnTo>
                  <a:pt x="13085" y="4234"/>
                </a:lnTo>
                <a:lnTo>
                  <a:pt x="12999" y="4170"/>
                </a:lnTo>
                <a:lnTo>
                  <a:pt x="12913" y="4107"/>
                </a:lnTo>
                <a:lnTo>
                  <a:pt x="12826" y="4043"/>
                </a:lnTo>
                <a:lnTo>
                  <a:pt x="12738" y="3980"/>
                </a:lnTo>
                <a:lnTo>
                  <a:pt x="12650" y="3916"/>
                </a:lnTo>
                <a:lnTo>
                  <a:pt x="12559" y="3852"/>
                </a:lnTo>
                <a:lnTo>
                  <a:pt x="12468" y="3787"/>
                </a:lnTo>
                <a:lnTo>
                  <a:pt x="12373" y="3722"/>
                </a:lnTo>
                <a:lnTo>
                  <a:pt x="12276" y="3655"/>
                </a:lnTo>
                <a:lnTo>
                  <a:pt x="12177" y="3589"/>
                </a:lnTo>
                <a:lnTo>
                  <a:pt x="12083" y="3525"/>
                </a:lnTo>
                <a:lnTo>
                  <a:pt x="11988" y="3463"/>
                </a:lnTo>
                <a:lnTo>
                  <a:pt x="11893" y="3402"/>
                </a:lnTo>
                <a:lnTo>
                  <a:pt x="11798" y="3340"/>
                </a:lnTo>
                <a:lnTo>
                  <a:pt x="11702" y="3280"/>
                </a:lnTo>
                <a:lnTo>
                  <a:pt x="11606" y="3219"/>
                </a:lnTo>
                <a:lnTo>
                  <a:pt x="11509" y="3158"/>
                </a:lnTo>
                <a:lnTo>
                  <a:pt x="11411" y="3097"/>
                </a:lnTo>
                <a:lnTo>
                  <a:pt x="11318" y="3037"/>
                </a:lnTo>
                <a:lnTo>
                  <a:pt x="11222" y="2979"/>
                </a:lnTo>
                <a:lnTo>
                  <a:pt x="11125" y="2920"/>
                </a:lnTo>
                <a:lnTo>
                  <a:pt x="11028" y="2863"/>
                </a:lnTo>
                <a:lnTo>
                  <a:pt x="10930" y="2806"/>
                </a:lnTo>
                <a:lnTo>
                  <a:pt x="10831" y="2749"/>
                </a:lnTo>
                <a:lnTo>
                  <a:pt x="10732" y="2692"/>
                </a:lnTo>
                <a:lnTo>
                  <a:pt x="10631" y="2635"/>
                </a:lnTo>
                <a:lnTo>
                  <a:pt x="10529" y="2579"/>
                </a:lnTo>
                <a:lnTo>
                  <a:pt x="10427" y="2523"/>
                </a:lnTo>
                <a:lnTo>
                  <a:pt x="10326" y="2468"/>
                </a:lnTo>
                <a:lnTo>
                  <a:pt x="10223" y="2413"/>
                </a:lnTo>
                <a:lnTo>
                  <a:pt x="10120" y="2359"/>
                </a:lnTo>
                <a:lnTo>
                  <a:pt x="10015" y="2305"/>
                </a:lnTo>
                <a:lnTo>
                  <a:pt x="9911" y="2251"/>
                </a:lnTo>
                <a:lnTo>
                  <a:pt x="9807" y="2198"/>
                </a:lnTo>
                <a:lnTo>
                  <a:pt x="9735" y="2162"/>
                </a:lnTo>
                <a:lnTo>
                  <a:pt x="9660" y="2124"/>
                </a:lnTo>
                <a:lnTo>
                  <a:pt x="9583" y="2086"/>
                </a:lnTo>
                <a:lnTo>
                  <a:pt x="9504" y="2047"/>
                </a:lnTo>
                <a:lnTo>
                  <a:pt x="9423" y="2010"/>
                </a:lnTo>
                <a:lnTo>
                  <a:pt x="9340" y="1971"/>
                </a:lnTo>
                <a:lnTo>
                  <a:pt x="9258" y="1932"/>
                </a:lnTo>
                <a:lnTo>
                  <a:pt x="9174" y="1893"/>
                </a:lnTo>
                <a:lnTo>
                  <a:pt x="9091" y="1855"/>
                </a:lnTo>
                <a:lnTo>
                  <a:pt x="9006" y="1816"/>
                </a:lnTo>
                <a:lnTo>
                  <a:pt x="8923" y="1780"/>
                </a:lnTo>
                <a:lnTo>
                  <a:pt x="8840" y="1743"/>
                </a:lnTo>
                <a:lnTo>
                  <a:pt x="8759" y="1707"/>
                </a:lnTo>
                <a:lnTo>
                  <a:pt x="8679" y="1673"/>
                </a:lnTo>
                <a:lnTo>
                  <a:pt x="8600" y="1640"/>
                </a:lnTo>
                <a:lnTo>
                  <a:pt x="8523" y="1608"/>
                </a:lnTo>
                <a:lnTo>
                  <a:pt x="8472" y="1587"/>
                </a:lnTo>
                <a:lnTo>
                  <a:pt x="8417" y="1562"/>
                </a:lnTo>
                <a:lnTo>
                  <a:pt x="8360" y="1537"/>
                </a:lnTo>
                <a:lnTo>
                  <a:pt x="8300" y="1511"/>
                </a:lnTo>
                <a:lnTo>
                  <a:pt x="8242" y="1485"/>
                </a:lnTo>
                <a:lnTo>
                  <a:pt x="8184" y="1461"/>
                </a:lnTo>
                <a:lnTo>
                  <a:pt x="8156" y="1451"/>
                </a:lnTo>
                <a:lnTo>
                  <a:pt x="8129" y="1442"/>
                </a:lnTo>
                <a:lnTo>
                  <a:pt x="8102" y="1433"/>
                </a:lnTo>
                <a:lnTo>
                  <a:pt x="8078" y="1426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861625" y="2044968"/>
            <a:ext cx="126854" cy="131412"/>
          </a:xfrm>
          <a:custGeom>
            <a:avLst/>
            <a:gdLst>
              <a:gd name="T0" fmla="*/ 7371 w 17675"/>
              <a:gd name="T1" fmla="*/ 1125 h 18310"/>
              <a:gd name="T2" fmla="*/ 5959 w 17675"/>
              <a:gd name="T3" fmla="*/ 593 h 18310"/>
              <a:gd name="T4" fmla="*/ 4735 w 17675"/>
              <a:gd name="T5" fmla="*/ 240 h 18310"/>
              <a:gd name="T6" fmla="*/ 3627 w 17675"/>
              <a:gd name="T7" fmla="*/ 54 h 18310"/>
              <a:gd name="T8" fmla="*/ 2806 w 17675"/>
              <a:gd name="T9" fmla="*/ 7 h 18310"/>
              <a:gd name="T10" fmla="*/ 2454 w 17675"/>
              <a:gd name="T11" fmla="*/ 85 h 18310"/>
              <a:gd name="T12" fmla="*/ 2132 w 17675"/>
              <a:gd name="T13" fmla="*/ 262 h 18310"/>
              <a:gd name="T14" fmla="*/ 1838 w 17675"/>
              <a:gd name="T15" fmla="*/ 533 h 18310"/>
              <a:gd name="T16" fmla="*/ 1454 w 17675"/>
              <a:gd name="T17" fmla="*/ 1111 h 18310"/>
              <a:gd name="T18" fmla="*/ 1261 w 17675"/>
              <a:gd name="T19" fmla="*/ 1545 h 18310"/>
              <a:gd name="T20" fmla="*/ 1008 w 17675"/>
              <a:gd name="T21" fmla="*/ 2315 h 18310"/>
              <a:gd name="T22" fmla="*/ 836 w 17675"/>
              <a:gd name="T23" fmla="*/ 2906 h 18310"/>
              <a:gd name="T24" fmla="*/ 683 w 17675"/>
              <a:gd name="T25" fmla="*/ 3519 h 18310"/>
              <a:gd name="T26" fmla="*/ 506 w 17675"/>
              <a:gd name="T27" fmla="*/ 4330 h 18310"/>
              <a:gd name="T28" fmla="*/ 356 w 17675"/>
              <a:gd name="T29" fmla="*/ 5177 h 18310"/>
              <a:gd name="T30" fmla="*/ 199 w 17675"/>
              <a:gd name="T31" fmla="*/ 6352 h 18310"/>
              <a:gd name="T32" fmla="*/ 65 w 17675"/>
              <a:gd name="T33" fmla="*/ 7805 h 18310"/>
              <a:gd name="T34" fmla="*/ 1 w 17675"/>
              <a:gd name="T35" fmla="*/ 9354 h 18310"/>
              <a:gd name="T36" fmla="*/ 54 w 17675"/>
              <a:gd name="T37" fmla="*/ 10490 h 18310"/>
              <a:gd name="T38" fmla="*/ 149 w 17675"/>
              <a:gd name="T39" fmla="*/ 11811 h 18310"/>
              <a:gd name="T40" fmla="*/ 298 w 17675"/>
              <a:gd name="T41" fmla="*/ 13066 h 18310"/>
              <a:gd name="T42" fmla="*/ 650 w 17675"/>
              <a:gd name="T43" fmla="*/ 14979 h 18310"/>
              <a:gd name="T44" fmla="*/ 991 w 17675"/>
              <a:gd name="T45" fmla="*/ 16266 h 18310"/>
              <a:gd name="T46" fmla="*/ 1332 w 17675"/>
              <a:gd name="T47" fmla="*/ 17156 h 18310"/>
              <a:gd name="T48" fmla="*/ 1598 w 17675"/>
              <a:gd name="T49" fmla="*/ 17614 h 18310"/>
              <a:gd name="T50" fmla="*/ 1917 w 17675"/>
              <a:gd name="T51" fmla="*/ 17970 h 18310"/>
              <a:gd name="T52" fmla="*/ 2349 w 17675"/>
              <a:gd name="T53" fmla="*/ 18232 h 18310"/>
              <a:gd name="T54" fmla="*/ 2745 w 17675"/>
              <a:gd name="T55" fmla="*/ 18309 h 18310"/>
              <a:gd name="T56" fmla="*/ 3384 w 17675"/>
              <a:gd name="T57" fmla="*/ 18287 h 18310"/>
              <a:gd name="T58" fmla="*/ 4157 w 17675"/>
              <a:gd name="T59" fmla="*/ 18192 h 18310"/>
              <a:gd name="T60" fmla="*/ 5006 w 17675"/>
              <a:gd name="T61" fmla="*/ 18009 h 18310"/>
              <a:gd name="T62" fmla="*/ 6483 w 17675"/>
              <a:gd name="T63" fmla="*/ 17544 h 18310"/>
              <a:gd name="T64" fmla="*/ 7200 w 17675"/>
              <a:gd name="T65" fmla="*/ 17277 h 18310"/>
              <a:gd name="T66" fmla="*/ 8295 w 17675"/>
              <a:gd name="T67" fmla="*/ 16841 h 18310"/>
              <a:gd name="T68" fmla="*/ 8872 w 17675"/>
              <a:gd name="T69" fmla="*/ 16605 h 18310"/>
              <a:gd name="T70" fmla="*/ 9346 w 17675"/>
              <a:gd name="T71" fmla="*/ 16391 h 18310"/>
              <a:gd name="T72" fmla="*/ 10057 w 17675"/>
              <a:gd name="T73" fmla="*/ 16048 h 18310"/>
              <a:gd name="T74" fmla="*/ 10903 w 17675"/>
              <a:gd name="T75" fmla="*/ 15584 h 18310"/>
              <a:gd name="T76" fmla="*/ 11867 w 17675"/>
              <a:gd name="T77" fmla="*/ 14997 h 18310"/>
              <a:gd name="T78" fmla="*/ 12590 w 17675"/>
              <a:gd name="T79" fmla="*/ 14528 h 18310"/>
              <a:gd name="T80" fmla="*/ 13212 w 17675"/>
              <a:gd name="T81" fmla="*/ 14088 h 18310"/>
              <a:gd name="T82" fmla="*/ 14481 w 17675"/>
              <a:gd name="T83" fmla="*/ 13112 h 18310"/>
              <a:gd name="T84" fmla="*/ 14802 w 17675"/>
              <a:gd name="T85" fmla="*/ 12854 h 18310"/>
              <a:gd name="T86" fmla="*/ 15451 w 17675"/>
              <a:gd name="T87" fmla="*/ 12291 h 18310"/>
              <a:gd name="T88" fmla="*/ 15927 w 17675"/>
              <a:gd name="T89" fmla="*/ 11853 h 18310"/>
              <a:gd name="T90" fmla="*/ 16443 w 17675"/>
              <a:gd name="T91" fmla="*/ 11335 h 18310"/>
              <a:gd name="T92" fmla="*/ 16856 w 17675"/>
              <a:gd name="T93" fmla="*/ 10896 h 18310"/>
              <a:gd name="T94" fmla="*/ 17295 w 17675"/>
              <a:gd name="T95" fmla="*/ 10296 h 18310"/>
              <a:gd name="T96" fmla="*/ 17543 w 17675"/>
              <a:gd name="T97" fmla="*/ 9805 h 18310"/>
              <a:gd name="T98" fmla="*/ 17675 w 17675"/>
              <a:gd name="T99" fmla="*/ 9283 h 18310"/>
              <a:gd name="T100" fmla="*/ 17609 w 17675"/>
              <a:gd name="T101" fmla="*/ 8895 h 18310"/>
              <a:gd name="T102" fmla="*/ 17328 w 17675"/>
              <a:gd name="T103" fmla="*/ 8254 h 18310"/>
              <a:gd name="T104" fmla="*/ 16958 w 17675"/>
              <a:gd name="T105" fmla="*/ 7727 h 18310"/>
              <a:gd name="T106" fmla="*/ 16207 w 17675"/>
              <a:gd name="T107" fmla="*/ 6899 h 18310"/>
              <a:gd name="T108" fmla="*/ 14144 w 17675"/>
              <a:gd name="T109" fmla="*/ 5052 h 18310"/>
              <a:gd name="T110" fmla="*/ 13172 w 17675"/>
              <a:gd name="T111" fmla="*/ 4299 h 18310"/>
              <a:gd name="T112" fmla="*/ 12177 w 17675"/>
              <a:gd name="T113" fmla="*/ 3589 h 18310"/>
              <a:gd name="T114" fmla="*/ 11125 w 17675"/>
              <a:gd name="T115" fmla="*/ 2920 h 18310"/>
              <a:gd name="T116" fmla="*/ 10015 w 17675"/>
              <a:gd name="T117" fmla="*/ 2305 h 18310"/>
              <a:gd name="T118" fmla="*/ 9091 w 17675"/>
              <a:gd name="T119" fmla="*/ 1855 h 18310"/>
              <a:gd name="T120" fmla="*/ 8300 w 17675"/>
              <a:gd name="T121" fmla="*/ 1511 h 18310"/>
            </a:gdLst>
            <a:ahLst/>
            <a:cxnLst/>
            <a:rect l="0" t="0" r="r" b="b"/>
            <a:pathLst>
              <a:path w="17675" h="18310">
                <a:moveTo>
                  <a:pt x="8078" y="1426"/>
                </a:moveTo>
                <a:lnTo>
                  <a:pt x="8047" y="1409"/>
                </a:lnTo>
                <a:lnTo>
                  <a:pt x="8014" y="1392"/>
                </a:lnTo>
                <a:lnTo>
                  <a:pt x="7978" y="1376"/>
                </a:lnTo>
                <a:lnTo>
                  <a:pt x="7940" y="1360"/>
                </a:lnTo>
                <a:lnTo>
                  <a:pt x="7901" y="1345"/>
                </a:lnTo>
                <a:lnTo>
                  <a:pt x="7862" y="1330"/>
                </a:lnTo>
                <a:lnTo>
                  <a:pt x="7825" y="1315"/>
                </a:lnTo>
                <a:lnTo>
                  <a:pt x="7791" y="1301"/>
                </a:lnTo>
                <a:lnTo>
                  <a:pt x="7583" y="1213"/>
                </a:lnTo>
                <a:lnTo>
                  <a:pt x="7371" y="1125"/>
                </a:lnTo>
                <a:lnTo>
                  <a:pt x="7158" y="1038"/>
                </a:lnTo>
                <a:lnTo>
                  <a:pt x="6943" y="953"/>
                </a:lnTo>
                <a:lnTo>
                  <a:pt x="6836" y="911"/>
                </a:lnTo>
                <a:lnTo>
                  <a:pt x="6727" y="869"/>
                </a:lnTo>
                <a:lnTo>
                  <a:pt x="6618" y="827"/>
                </a:lnTo>
                <a:lnTo>
                  <a:pt x="6508" y="787"/>
                </a:lnTo>
                <a:lnTo>
                  <a:pt x="6400" y="747"/>
                </a:lnTo>
                <a:lnTo>
                  <a:pt x="6290" y="707"/>
                </a:lnTo>
                <a:lnTo>
                  <a:pt x="6180" y="668"/>
                </a:lnTo>
                <a:lnTo>
                  <a:pt x="6070" y="631"/>
                </a:lnTo>
                <a:lnTo>
                  <a:pt x="5959" y="593"/>
                </a:lnTo>
                <a:lnTo>
                  <a:pt x="5848" y="556"/>
                </a:lnTo>
                <a:lnTo>
                  <a:pt x="5737" y="521"/>
                </a:lnTo>
                <a:lnTo>
                  <a:pt x="5626" y="485"/>
                </a:lnTo>
                <a:lnTo>
                  <a:pt x="5515" y="451"/>
                </a:lnTo>
                <a:lnTo>
                  <a:pt x="5404" y="418"/>
                </a:lnTo>
                <a:lnTo>
                  <a:pt x="5292" y="386"/>
                </a:lnTo>
                <a:lnTo>
                  <a:pt x="5181" y="355"/>
                </a:lnTo>
                <a:lnTo>
                  <a:pt x="5069" y="324"/>
                </a:lnTo>
                <a:lnTo>
                  <a:pt x="4958" y="295"/>
                </a:lnTo>
                <a:lnTo>
                  <a:pt x="4846" y="267"/>
                </a:lnTo>
                <a:lnTo>
                  <a:pt x="4735" y="240"/>
                </a:lnTo>
                <a:lnTo>
                  <a:pt x="4623" y="215"/>
                </a:lnTo>
                <a:lnTo>
                  <a:pt x="4511" y="191"/>
                </a:lnTo>
                <a:lnTo>
                  <a:pt x="4400" y="168"/>
                </a:lnTo>
                <a:lnTo>
                  <a:pt x="4287" y="146"/>
                </a:lnTo>
                <a:lnTo>
                  <a:pt x="4234" y="136"/>
                </a:lnTo>
                <a:lnTo>
                  <a:pt x="4162" y="125"/>
                </a:lnTo>
                <a:lnTo>
                  <a:pt x="4075" y="112"/>
                </a:lnTo>
                <a:lnTo>
                  <a:pt x="3975" y="98"/>
                </a:lnTo>
                <a:lnTo>
                  <a:pt x="3865" y="84"/>
                </a:lnTo>
                <a:lnTo>
                  <a:pt x="3749" y="69"/>
                </a:lnTo>
                <a:lnTo>
                  <a:pt x="3627" y="54"/>
                </a:lnTo>
                <a:lnTo>
                  <a:pt x="3504" y="40"/>
                </a:lnTo>
                <a:lnTo>
                  <a:pt x="3381" y="27"/>
                </a:lnTo>
                <a:lnTo>
                  <a:pt x="3262" y="17"/>
                </a:lnTo>
                <a:lnTo>
                  <a:pt x="3148" y="8"/>
                </a:lnTo>
                <a:lnTo>
                  <a:pt x="3043" y="2"/>
                </a:lnTo>
                <a:lnTo>
                  <a:pt x="2994" y="1"/>
                </a:lnTo>
                <a:lnTo>
                  <a:pt x="2949" y="0"/>
                </a:lnTo>
                <a:lnTo>
                  <a:pt x="2908" y="0"/>
                </a:lnTo>
                <a:lnTo>
                  <a:pt x="2869" y="1"/>
                </a:lnTo>
                <a:lnTo>
                  <a:pt x="2834" y="3"/>
                </a:lnTo>
                <a:lnTo>
                  <a:pt x="2806" y="7"/>
                </a:lnTo>
                <a:lnTo>
                  <a:pt x="2780" y="11"/>
                </a:lnTo>
                <a:lnTo>
                  <a:pt x="2761" y="17"/>
                </a:lnTo>
                <a:lnTo>
                  <a:pt x="2724" y="19"/>
                </a:lnTo>
                <a:lnTo>
                  <a:pt x="2689" y="24"/>
                </a:lnTo>
                <a:lnTo>
                  <a:pt x="2655" y="29"/>
                </a:lnTo>
                <a:lnTo>
                  <a:pt x="2620" y="35"/>
                </a:lnTo>
                <a:lnTo>
                  <a:pt x="2586" y="43"/>
                </a:lnTo>
                <a:lnTo>
                  <a:pt x="2552" y="53"/>
                </a:lnTo>
                <a:lnTo>
                  <a:pt x="2518" y="63"/>
                </a:lnTo>
                <a:lnTo>
                  <a:pt x="2486" y="73"/>
                </a:lnTo>
                <a:lnTo>
                  <a:pt x="2454" y="85"/>
                </a:lnTo>
                <a:lnTo>
                  <a:pt x="2423" y="97"/>
                </a:lnTo>
                <a:lnTo>
                  <a:pt x="2393" y="111"/>
                </a:lnTo>
                <a:lnTo>
                  <a:pt x="2363" y="125"/>
                </a:lnTo>
                <a:lnTo>
                  <a:pt x="2333" y="138"/>
                </a:lnTo>
                <a:lnTo>
                  <a:pt x="2306" y="153"/>
                </a:lnTo>
                <a:lnTo>
                  <a:pt x="2278" y="169"/>
                </a:lnTo>
                <a:lnTo>
                  <a:pt x="2252" y="184"/>
                </a:lnTo>
                <a:lnTo>
                  <a:pt x="2218" y="205"/>
                </a:lnTo>
                <a:lnTo>
                  <a:pt x="2187" y="224"/>
                </a:lnTo>
                <a:lnTo>
                  <a:pt x="2158" y="244"/>
                </a:lnTo>
                <a:lnTo>
                  <a:pt x="2132" y="262"/>
                </a:lnTo>
                <a:lnTo>
                  <a:pt x="2108" y="280"/>
                </a:lnTo>
                <a:lnTo>
                  <a:pt x="2086" y="298"/>
                </a:lnTo>
                <a:lnTo>
                  <a:pt x="2065" y="315"/>
                </a:lnTo>
                <a:lnTo>
                  <a:pt x="2046" y="332"/>
                </a:lnTo>
                <a:lnTo>
                  <a:pt x="2007" y="367"/>
                </a:lnTo>
                <a:lnTo>
                  <a:pt x="1968" y="405"/>
                </a:lnTo>
                <a:lnTo>
                  <a:pt x="1927" y="446"/>
                </a:lnTo>
                <a:lnTo>
                  <a:pt x="1878" y="491"/>
                </a:lnTo>
                <a:lnTo>
                  <a:pt x="1866" y="504"/>
                </a:lnTo>
                <a:lnTo>
                  <a:pt x="1853" y="517"/>
                </a:lnTo>
                <a:lnTo>
                  <a:pt x="1838" y="533"/>
                </a:lnTo>
                <a:lnTo>
                  <a:pt x="1823" y="550"/>
                </a:lnTo>
                <a:lnTo>
                  <a:pt x="1790" y="592"/>
                </a:lnTo>
                <a:lnTo>
                  <a:pt x="1754" y="637"/>
                </a:lnTo>
                <a:lnTo>
                  <a:pt x="1717" y="689"/>
                </a:lnTo>
                <a:lnTo>
                  <a:pt x="1679" y="744"/>
                </a:lnTo>
                <a:lnTo>
                  <a:pt x="1639" y="802"/>
                </a:lnTo>
                <a:lnTo>
                  <a:pt x="1600" y="863"/>
                </a:lnTo>
                <a:lnTo>
                  <a:pt x="1561" y="926"/>
                </a:lnTo>
                <a:lnTo>
                  <a:pt x="1524" y="988"/>
                </a:lnTo>
                <a:lnTo>
                  <a:pt x="1488" y="1051"/>
                </a:lnTo>
                <a:lnTo>
                  <a:pt x="1454" y="1111"/>
                </a:lnTo>
                <a:lnTo>
                  <a:pt x="1425" y="1170"/>
                </a:lnTo>
                <a:lnTo>
                  <a:pt x="1398" y="1226"/>
                </a:lnTo>
                <a:lnTo>
                  <a:pt x="1387" y="1252"/>
                </a:lnTo>
                <a:lnTo>
                  <a:pt x="1377" y="1277"/>
                </a:lnTo>
                <a:lnTo>
                  <a:pt x="1367" y="1301"/>
                </a:lnTo>
                <a:lnTo>
                  <a:pt x="1359" y="1323"/>
                </a:lnTo>
                <a:lnTo>
                  <a:pt x="1340" y="1362"/>
                </a:lnTo>
                <a:lnTo>
                  <a:pt x="1320" y="1404"/>
                </a:lnTo>
                <a:lnTo>
                  <a:pt x="1300" y="1449"/>
                </a:lnTo>
                <a:lnTo>
                  <a:pt x="1280" y="1496"/>
                </a:lnTo>
                <a:lnTo>
                  <a:pt x="1261" y="1545"/>
                </a:lnTo>
                <a:lnTo>
                  <a:pt x="1241" y="1596"/>
                </a:lnTo>
                <a:lnTo>
                  <a:pt x="1222" y="1648"/>
                </a:lnTo>
                <a:lnTo>
                  <a:pt x="1204" y="1702"/>
                </a:lnTo>
                <a:lnTo>
                  <a:pt x="1167" y="1808"/>
                </a:lnTo>
                <a:lnTo>
                  <a:pt x="1133" y="1915"/>
                </a:lnTo>
                <a:lnTo>
                  <a:pt x="1101" y="2016"/>
                </a:lnTo>
                <a:lnTo>
                  <a:pt x="1071" y="2110"/>
                </a:lnTo>
                <a:lnTo>
                  <a:pt x="1055" y="2162"/>
                </a:lnTo>
                <a:lnTo>
                  <a:pt x="1039" y="2213"/>
                </a:lnTo>
                <a:lnTo>
                  <a:pt x="1023" y="2264"/>
                </a:lnTo>
                <a:lnTo>
                  <a:pt x="1008" y="2315"/>
                </a:lnTo>
                <a:lnTo>
                  <a:pt x="992" y="2367"/>
                </a:lnTo>
                <a:lnTo>
                  <a:pt x="976" y="2418"/>
                </a:lnTo>
                <a:lnTo>
                  <a:pt x="960" y="2471"/>
                </a:lnTo>
                <a:lnTo>
                  <a:pt x="944" y="2523"/>
                </a:lnTo>
                <a:lnTo>
                  <a:pt x="929" y="2573"/>
                </a:lnTo>
                <a:lnTo>
                  <a:pt x="913" y="2626"/>
                </a:lnTo>
                <a:lnTo>
                  <a:pt x="896" y="2682"/>
                </a:lnTo>
                <a:lnTo>
                  <a:pt x="880" y="2740"/>
                </a:lnTo>
                <a:lnTo>
                  <a:pt x="864" y="2797"/>
                </a:lnTo>
                <a:lnTo>
                  <a:pt x="849" y="2852"/>
                </a:lnTo>
                <a:lnTo>
                  <a:pt x="836" y="2906"/>
                </a:lnTo>
                <a:lnTo>
                  <a:pt x="827" y="2955"/>
                </a:lnTo>
                <a:lnTo>
                  <a:pt x="818" y="2977"/>
                </a:lnTo>
                <a:lnTo>
                  <a:pt x="809" y="3003"/>
                </a:lnTo>
                <a:lnTo>
                  <a:pt x="800" y="3033"/>
                </a:lnTo>
                <a:lnTo>
                  <a:pt x="790" y="3067"/>
                </a:lnTo>
                <a:lnTo>
                  <a:pt x="770" y="3142"/>
                </a:lnTo>
                <a:lnTo>
                  <a:pt x="749" y="3225"/>
                </a:lnTo>
                <a:lnTo>
                  <a:pt x="730" y="3310"/>
                </a:lnTo>
                <a:lnTo>
                  <a:pt x="712" y="3390"/>
                </a:lnTo>
                <a:lnTo>
                  <a:pt x="696" y="3461"/>
                </a:lnTo>
                <a:lnTo>
                  <a:pt x="683" y="3519"/>
                </a:lnTo>
                <a:lnTo>
                  <a:pt x="666" y="3593"/>
                </a:lnTo>
                <a:lnTo>
                  <a:pt x="649" y="3667"/>
                </a:lnTo>
                <a:lnTo>
                  <a:pt x="633" y="3740"/>
                </a:lnTo>
                <a:lnTo>
                  <a:pt x="617" y="3813"/>
                </a:lnTo>
                <a:lnTo>
                  <a:pt x="601" y="3886"/>
                </a:lnTo>
                <a:lnTo>
                  <a:pt x="585" y="3960"/>
                </a:lnTo>
                <a:lnTo>
                  <a:pt x="569" y="4033"/>
                </a:lnTo>
                <a:lnTo>
                  <a:pt x="553" y="4108"/>
                </a:lnTo>
                <a:lnTo>
                  <a:pt x="537" y="4182"/>
                </a:lnTo>
                <a:lnTo>
                  <a:pt x="522" y="4256"/>
                </a:lnTo>
                <a:lnTo>
                  <a:pt x="506" y="4330"/>
                </a:lnTo>
                <a:lnTo>
                  <a:pt x="491" y="4406"/>
                </a:lnTo>
                <a:lnTo>
                  <a:pt x="476" y="4483"/>
                </a:lnTo>
                <a:lnTo>
                  <a:pt x="461" y="4559"/>
                </a:lnTo>
                <a:lnTo>
                  <a:pt x="447" y="4636"/>
                </a:lnTo>
                <a:lnTo>
                  <a:pt x="433" y="4714"/>
                </a:lnTo>
                <a:lnTo>
                  <a:pt x="419" y="4791"/>
                </a:lnTo>
                <a:lnTo>
                  <a:pt x="405" y="4868"/>
                </a:lnTo>
                <a:lnTo>
                  <a:pt x="392" y="4946"/>
                </a:lnTo>
                <a:lnTo>
                  <a:pt x="380" y="5024"/>
                </a:lnTo>
                <a:lnTo>
                  <a:pt x="367" y="5100"/>
                </a:lnTo>
                <a:lnTo>
                  <a:pt x="356" y="5177"/>
                </a:lnTo>
                <a:lnTo>
                  <a:pt x="346" y="5253"/>
                </a:lnTo>
                <a:lnTo>
                  <a:pt x="335" y="5328"/>
                </a:lnTo>
                <a:lnTo>
                  <a:pt x="320" y="5442"/>
                </a:lnTo>
                <a:lnTo>
                  <a:pt x="304" y="5555"/>
                </a:lnTo>
                <a:lnTo>
                  <a:pt x="289" y="5668"/>
                </a:lnTo>
                <a:lnTo>
                  <a:pt x="275" y="5781"/>
                </a:lnTo>
                <a:lnTo>
                  <a:pt x="259" y="5896"/>
                </a:lnTo>
                <a:lnTo>
                  <a:pt x="244" y="6009"/>
                </a:lnTo>
                <a:lnTo>
                  <a:pt x="229" y="6124"/>
                </a:lnTo>
                <a:lnTo>
                  <a:pt x="214" y="6238"/>
                </a:lnTo>
                <a:lnTo>
                  <a:pt x="199" y="6352"/>
                </a:lnTo>
                <a:lnTo>
                  <a:pt x="185" y="6467"/>
                </a:lnTo>
                <a:lnTo>
                  <a:pt x="173" y="6581"/>
                </a:lnTo>
                <a:lnTo>
                  <a:pt x="160" y="6697"/>
                </a:lnTo>
                <a:lnTo>
                  <a:pt x="148" y="6811"/>
                </a:lnTo>
                <a:lnTo>
                  <a:pt x="137" y="6927"/>
                </a:lnTo>
                <a:lnTo>
                  <a:pt x="127" y="7042"/>
                </a:lnTo>
                <a:lnTo>
                  <a:pt x="119" y="7158"/>
                </a:lnTo>
                <a:lnTo>
                  <a:pt x="105" y="7319"/>
                </a:lnTo>
                <a:lnTo>
                  <a:pt x="92" y="7481"/>
                </a:lnTo>
                <a:lnTo>
                  <a:pt x="79" y="7643"/>
                </a:lnTo>
                <a:lnTo>
                  <a:pt x="65" y="7805"/>
                </a:lnTo>
                <a:lnTo>
                  <a:pt x="54" y="7967"/>
                </a:lnTo>
                <a:lnTo>
                  <a:pt x="42" y="8130"/>
                </a:lnTo>
                <a:lnTo>
                  <a:pt x="31" y="8293"/>
                </a:lnTo>
                <a:lnTo>
                  <a:pt x="22" y="8456"/>
                </a:lnTo>
                <a:lnTo>
                  <a:pt x="14" y="8619"/>
                </a:lnTo>
                <a:lnTo>
                  <a:pt x="8" y="8782"/>
                </a:lnTo>
                <a:lnTo>
                  <a:pt x="3" y="8946"/>
                </a:lnTo>
                <a:lnTo>
                  <a:pt x="0" y="9109"/>
                </a:lnTo>
                <a:lnTo>
                  <a:pt x="0" y="9190"/>
                </a:lnTo>
                <a:lnTo>
                  <a:pt x="0" y="9273"/>
                </a:lnTo>
                <a:lnTo>
                  <a:pt x="1" y="9354"/>
                </a:lnTo>
                <a:lnTo>
                  <a:pt x="2" y="9437"/>
                </a:lnTo>
                <a:lnTo>
                  <a:pt x="3" y="9518"/>
                </a:lnTo>
                <a:lnTo>
                  <a:pt x="7" y="9599"/>
                </a:lnTo>
                <a:lnTo>
                  <a:pt x="10" y="9681"/>
                </a:lnTo>
                <a:lnTo>
                  <a:pt x="14" y="9763"/>
                </a:lnTo>
                <a:lnTo>
                  <a:pt x="21" y="9885"/>
                </a:lnTo>
                <a:lnTo>
                  <a:pt x="27" y="10006"/>
                </a:lnTo>
                <a:lnTo>
                  <a:pt x="34" y="10128"/>
                </a:lnTo>
                <a:lnTo>
                  <a:pt x="41" y="10249"/>
                </a:lnTo>
                <a:lnTo>
                  <a:pt x="47" y="10369"/>
                </a:lnTo>
                <a:lnTo>
                  <a:pt x="54" y="10490"/>
                </a:lnTo>
                <a:lnTo>
                  <a:pt x="61" y="10611"/>
                </a:lnTo>
                <a:lnTo>
                  <a:pt x="68" y="10731"/>
                </a:lnTo>
                <a:lnTo>
                  <a:pt x="74" y="10851"/>
                </a:lnTo>
                <a:lnTo>
                  <a:pt x="82" y="10971"/>
                </a:lnTo>
                <a:lnTo>
                  <a:pt x="90" y="11091"/>
                </a:lnTo>
                <a:lnTo>
                  <a:pt x="98" y="11213"/>
                </a:lnTo>
                <a:lnTo>
                  <a:pt x="108" y="11333"/>
                </a:lnTo>
                <a:lnTo>
                  <a:pt x="117" y="11454"/>
                </a:lnTo>
                <a:lnTo>
                  <a:pt x="127" y="11575"/>
                </a:lnTo>
                <a:lnTo>
                  <a:pt x="138" y="11697"/>
                </a:lnTo>
                <a:lnTo>
                  <a:pt x="149" y="11811"/>
                </a:lnTo>
                <a:lnTo>
                  <a:pt x="160" y="11926"/>
                </a:lnTo>
                <a:lnTo>
                  <a:pt x="172" y="12040"/>
                </a:lnTo>
                <a:lnTo>
                  <a:pt x="184" y="12154"/>
                </a:lnTo>
                <a:lnTo>
                  <a:pt x="197" y="12269"/>
                </a:lnTo>
                <a:lnTo>
                  <a:pt x="209" y="12383"/>
                </a:lnTo>
                <a:lnTo>
                  <a:pt x="223" y="12498"/>
                </a:lnTo>
                <a:lnTo>
                  <a:pt x="237" y="12611"/>
                </a:lnTo>
                <a:lnTo>
                  <a:pt x="252" y="12725"/>
                </a:lnTo>
                <a:lnTo>
                  <a:pt x="267" y="12839"/>
                </a:lnTo>
                <a:lnTo>
                  <a:pt x="281" y="12953"/>
                </a:lnTo>
                <a:lnTo>
                  <a:pt x="298" y="13066"/>
                </a:lnTo>
                <a:lnTo>
                  <a:pt x="314" y="13180"/>
                </a:lnTo>
                <a:lnTo>
                  <a:pt x="331" y="13293"/>
                </a:lnTo>
                <a:lnTo>
                  <a:pt x="349" y="13406"/>
                </a:lnTo>
                <a:lnTo>
                  <a:pt x="366" y="13519"/>
                </a:lnTo>
                <a:lnTo>
                  <a:pt x="398" y="13707"/>
                </a:lnTo>
                <a:lnTo>
                  <a:pt x="433" y="13905"/>
                </a:lnTo>
                <a:lnTo>
                  <a:pt x="470" y="14110"/>
                </a:lnTo>
                <a:lnTo>
                  <a:pt x="511" y="14322"/>
                </a:lnTo>
                <a:lnTo>
                  <a:pt x="555" y="14538"/>
                </a:lnTo>
                <a:lnTo>
                  <a:pt x="602" y="14757"/>
                </a:lnTo>
                <a:lnTo>
                  <a:pt x="650" y="14979"/>
                </a:lnTo>
                <a:lnTo>
                  <a:pt x="701" y="15200"/>
                </a:lnTo>
                <a:lnTo>
                  <a:pt x="729" y="15311"/>
                </a:lnTo>
                <a:lnTo>
                  <a:pt x="755" y="15420"/>
                </a:lnTo>
                <a:lnTo>
                  <a:pt x="784" y="15530"/>
                </a:lnTo>
                <a:lnTo>
                  <a:pt x="811" y="15639"/>
                </a:lnTo>
                <a:lnTo>
                  <a:pt x="840" y="15747"/>
                </a:lnTo>
                <a:lnTo>
                  <a:pt x="870" y="15854"/>
                </a:lnTo>
                <a:lnTo>
                  <a:pt x="899" y="15959"/>
                </a:lnTo>
                <a:lnTo>
                  <a:pt x="929" y="16064"/>
                </a:lnTo>
                <a:lnTo>
                  <a:pt x="960" y="16165"/>
                </a:lnTo>
                <a:lnTo>
                  <a:pt x="991" y="16266"/>
                </a:lnTo>
                <a:lnTo>
                  <a:pt x="1022" y="16365"/>
                </a:lnTo>
                <a:lnTo>
                  <a:pt x="1054" y="16461"/>
                </a:lnTo>
                <a:lnTo>
                  <a:pt x="1086" y="16556"/>
                </a:lnTo>
                <a:lnTo>
                  <a:pt x="1119" y="16646"/>
                </a:lnTo>
                <a:lnTo>
                  <a:pt x="1152" y="16735"/>
                </a:lnTo>
                <a:lnTo>
                  <a:pt x="1185" y="16821"/>
                </a:lnTo>
                <a:lnTo>
                  <a:pt x="1225" y="16920"/>
                </a:lnTo>
                <a:lnTo>
                  <a:pt x="1267" y="17017"/>
                </a:lnTo>
                <a:lnTo>
                  <a:pt x="1288" y="17064"/>
                </a:lnTo>
                <a:lnTo>
                  <a:pt x="1310" y="17111"/>
                </a:lnTo>
                <a:lnTo>
                  <a:pt x="1332" y="17156"/>
                </a:lnTo>
                <a:lnTo>
                  <a:pt x="1354" y="17202"/>
                </a:lnTo>
                <a:lnTo>
                  <a:pt x="1377" y="17247"/>
                </a:lnTo>
                <a:lnTo>
                  <a:pt x="1399" y="17290"/>
                </a:lnTo>
                <a:lnTo>
                  <a:pt x="1423" y="17334"/>
                </a:lnTo>
                <a:lnTo>
                  <a:pt x="1447" y="17376"/>
                </a:lnTo>
                <a:lnTo>
                  <a:pt x="1471" y="17417"/>
                </a:lnTo>
                <a:lnTo>
                  <a:pt x="1496" y="17459"/>
                </a:lnTo>
                <a:lnTo>
                  <a:pt x="1521" y="17499"/>
                </a:lnTo>
                <a:lnTo>
                  <a:pt x="1546" y="17538"/>
                </a:lnTo>
                <a:lnTo>
                  <a:pt x="1572" y="17576"/>
                </a:lnTo>
                <a:lnTo>
                  <a:pt x="1598" y="17614"/>
                </a:lnTo>
                <a:lnTo>
                  <a:pt x="1625" y="17651"/>
                </a:lnTo>
                <a:lnTo>
                  <a:pt x="1652" y="17687"/>
                </a:lnTo>
                <a:lnTo>
                  <a:pt x="1680" y="17722"/>
                </a:lnTo>
                <a:lnTo>
                  <a:pt x="1707" y="17756"/>
                </a:lnTo>
                <a:lnTo>
                  <a:pt x="1736" y="17789"/>
                </a:lnTo>
                <a:lnTo>
                  <a:pt x="1764" y="17822"/>
                </a:lnTo>
                <a:lnTo>
                  <a:pt x="1794" y="17853"/>
                </a:lnTo>
                <a:lnTo>
                  <a:pt x="1824" y="17884"/>
                </a:lnTo>
                <a:lnTo>
                  <a:pt x="1854" y="17914"/>
                </a:lnTo>
                <a:lnTo>
                  <a:pt x="1885" y="17943"/>
                </a:lnTo>
                <a:lnTo>
                  <a:pt x="1917" y="17970"/>
                </a:lnTo>
                <a:lnTo>
                  <a:pt x="1947" y="17998"/>
                </a:lnTo>
                <a:lnTo>
                  <a:pt x="1980" y="18023"/>
                </a:lnTo>
                <a:lnTo>
                  <a:pt x="2013" y="18048"/>
                </a:lnTo>
                <a:lnTo>
                  <a:pt x="2052" y="18075"/>
                </a:lnTo>
                <a:lnTo>
                  <a:pt x="2091" y="18102"/>
                </a:lnTo>
                <a:lnTo>
                  <a:pt x="2132" y="18127"/>
                </a:lnTo>
                <a:lnTo>
                  <a:pt x="2173" y="18151"/>
                </a:lnTo>
                <a:lnTo>
                  <a:pt x="2215" y="18174"/>
                </a:lnTo>
                <a:lnTo>
                  <a:pt x="2259" y="18194"/>
                </a:lnTo>
                <a:lnTo>
                  <a:pt x="2303" y="18214"/>
                </a:lnTo>
                <a:lnTo>
                  <a:pt x="2349" y="18232"/>
                </a:lnTo>
                <a:lnTo>
                  <a:pt x="2397" y="18249"/>
                </a:lnTo>
                <a:lnTo>
                  <a:pt x="2446" y="18264"/>
                </a:lnTo>
                <a:lnTo>
                  <a:pt x="2497" y="18277"/>
                </a:lnTo>
                <a:lnTo>
                  <a:pt x="2549" y="18287"/>
                </a:lnTo>
                <a:lnTo>
                  <a:pt x="2576" y="18292"/>
                </a:lnTo>
                <a:lnTo>
                  <a:pt x="2603" y="18296"/>
                </a:lnTo>
                <a:lnTo>
                  <a:pt x="2631" y="18300"/>
                </a:lnTo>
                <a:lnTo>
                  <a:pt x="2658" y="18303"/>
                </a:lnTo>
                <a:lnTo>
                  <a:pt x="2687" y="18305"/>
                </a:lnTo>
                <a:lnTo>
                  <a:pt x="2716" y="18308"/>
                </a:lnTo>
                <a:lnTo>
                  <a:pt x="2745" y="18309"/>
                </a:lnTo>
                <a:lnTo>
                  <a:pt x="2776" y="18309"/>
                </a:lnTo>
                <a:lnTo>
                  <a:pt x="2835" y="18310"/>
                </a:lnTo>
                <a:lnTo>
                  <a:pt x="2896" y="18310"/>
                </a:lnTo>
                <a:lnTo>
                  <a:pt x="2957" y="18309"/>
                </a:lnTo>
                <a:lnTo>
                  <a:pt x="3017" y="18308"/>
                </a:lnTo>
                <a:lnTo>
                  <a:pt x="3079" y="18305"/>
                </a:lnTo>
                <a:lnTo>
                  <a:pt x="3140" y="18303"/>
                </a:lnTo>
                <a:lnTo>
                  <a:pt x="3200" y="18300"/>
                </a:lnTo>
                <a:lnTo>
                  <a:pt x="3262" y="18296"/>
                </a:lnTo>
                <a:lnTo>
                  <a:pt x="3323" y="18292"/>
                </a:lnTo>
                <a:lnTo>
                  <a:pt x="3384" y="18287"/>
                </a:lnTo>
                <a:lnTo>
                  <a:pt x="3444" y="18283"/>
                </a:lnTo>
                <a:lnTo>
                  <a:pt x="3505" y="18277"/>
                </a:lnTo>
                <a:lnTo>
                  <a:pt x="3565" y="18271"/>
                </a:lnTo>
                <a:lnTo>
                  <a:pt x="3625" y="18264"/>
                </a:lnTo>
                <a:lnTo>
                  <a:pt x="3686" y="18257"/>
                </a:lnTo>
                <a:lnTo>
                  <a:pt x="3745" y="18250"/>
                </a:lnTo>
                <a:lnTo>
                  <a:pt x="3829" y="18240"/>
                </a:lnTo>
                <a:lnTo>
                  <a:pt x="3912" y="18230"/>
                </a:lnTo>
                <a:lnTo>
                  <a:pt x="3995" y="18218"/>
                </a:lnTo>
                <a:lnTo>
                  <a:pt x="4076" y="18206"/>
                </a:lnTo>
                <a:lnTo>
                  <a:pt x="4157" y="18192"/>
                </a:lnTo>
                <a:lnTo>
                  <a:pt x="4236" y="18178"/>
                </a:lnTo>
                <a:lnTo>
                  <a:pt x="4316" y="18165"/>
                </a:lnTo>
                <a:lnTo>
                  <a:pt x="4395" y="18150"/>
                </a:lnTo>
                <a:lnTo>
                  <a:pt x="4473" y="18134"/>
                </a:lnTo>
                <a:lnTo>
                  <a:pt x="4549" y="18118"/>
                </a:lnTo>
                <a:lnTo>
                  <a:pt x="4627" y="18101"/>
                </a:lnTo>
                <a:lnTo>
                  <a:pt x="4704" y="18083"/>
                </a:lnTo>
                <a:lnTo>
                  <a:pt x="4779" y="18066"/>
                </a:lnTo>
                <a:lnTo>
                  <a:pt x="4855" y="18048"/>
                </a:lnTo>
                <a:lnTo>
                  <a:pt x="4931" y="18028"/>
                </a:lnTo>
                <a:lnTo>
                  <a:pt x="5006" y="18009"/>
                </a:lnTo>
                <a:lnTo>
                  <a:pt x="5156" y="17969"/>
                </a:lnTo>
                <a:lnTo>
                  <a:pt x="5305" y="17927"/>
                </a:lnTo>
                <a:lnTo>
                  <a:pt x="5455" y="17882"/>
                </a:lnTo>
                <a:lnTo>
                  <a:pt x="5603" y="17836"/>
                </a:lnTo>
                <a:lnTo>
                  <a:pt x="5753" y="17789"/>
                </a:lnTo>
                <a:lnTo>
                  <a:pt x="5904" y="17741"/>
                </a:lnTo>
                <a:lnTo>
                  <a:pt x="6056" y="17691"/>
                </a:lnTo>
                <a:lnTo>
                  <a:pt x="6211" y="17639"/>
                </a:lnTo>
                <a:lnTo>
                  <a:pt x="6273" y="17619"/>
                </a:lnTo>
                <a:lnTo>
                  <a:pt x="6368" y="17586"/>
                </a:lnTo>
                <a:lnTo>
                  <a:pt x="6483" y="17544"/>
                </a:lnTo>
                <a:lnTo>
                  <a:pt x="6608" y="17501"/>
                </a:lnTo>
                <a:lnTo>
                  <a:pt x="6729" y="17456"/>
                </a:lnTo>
                <a:lnTo>
                  <a:pt x="6837" y="17415"/>
                </a:lnTo>
                <a:lnTo>
                  <a:pt x="6881" y="17398"/>
                </a:lnTo>
                <a:lnTo>
                  <a:pt x="6917" y="17382"/>
                </a:lnTo>
                <a:lnTo>
                  <a:pt x="6943" y="17369"/>
                </a:lnTo>
                <a:lnTo>
                  <a:pt x="6959" y="17361"/>
                </a:lnTo>
                <a:lnTo>
                  <a:pt x="6994" y="17351"/>
                </a:lnTo>
                <a:lnTo>
                  <a:pt x="7046" y="17333"/>
                </a:lnTo>
                <a:lnTo>
                  <a:pt x="7116" y="17308"/>
                </a:lnTo>
                <a:lnTo>
                  <a:pt x="7200" y="17277"/>
                </a:lnTo>
                <a:lnTo>
                  <a:pt x="7294" y="17240"/>
                </a:lnTo>
                <a:lnTo>
                  <a:pt x="7397" y="17200"/>
                </a:lnTo>
                <a:lnTo>
                  <a:pt x="7507" y="17156"/>
                </a:lnTo>
                <a:lnTo>
                  <a:pt x="7621" y="17112"/>
                </a:lnTo>
                <a:lnTo>
                  <a:pt x="7734" y="17066"/>
                </a:lnTo>
                <a:lnTo>
                  <a:pt x="7846" y="17021"/>
                </a:lnTo>
                <a:lnTo>
                  <a:pt x="7955" y="16977"/>
                </a:lnTo>
                <a:lnTo>
                  <a:pt x="8057" y="16937"/>
                </a:lnTo>
                <a:lnTo>
                  <a:pt x="8148" y="16899"/>
                </a:lnTo>
                <a:lnTo>
                  <a:pt x="8228" y="16867"/>
                </a:lnTo>
                <a:lnTo>
                  <a:pt x="8295" y="16841"/>
                </a:lnTo>
                <a:lnTo>
                  <a:pt x="8344" y="16821"/>
                </a:lnTo>
                <a:lnTo>
                  <a:pt x="8396" y="16799"/>
                </a:lnTo>
                <a:lnTo>
                  <a:pt x="8454" y="16778"/>
                </a:lnTo>
                <a:lnTo>
                  <a:pt x="8513" y="16755"/>
                </a:lnTo>
                <a:lnTo>
                  <a:pt x="8574" y="16731"/>
                </a:lnTo>
                <a:lnTo>
                  <a:pt x="8633" y="16707"/>
                </a:lnTo>
                <a:lnTo>
                  <a:pt x="8690" y="16682"/>
                </a:lnTo>
                <a:lnTo>
                  <a:pt x="8744" y="16658"/>
                </a:lnTo>
                <a:lnTo>
                  <a:pt x="8792" y="16633"/>
                </a:lnTo>
                <a:lnTo>
                  <a:pt x="8829" y="16621"/>
                </a:lnTo>
                <a:lnTo>
                  <a:pt x="8872" y="16605"/>
                </a:lnTo>
                <a:lnTo>
                  <a:pt x="8918" y="16587"/>
                </a:lnTo>
                <a:lnTo>
                  <a:pt x="8965" y="16565"/>
                </a:lnTo>
                <a:lnTo>
                  <a:pt x="9013" y="16543"/>
                </a:lnTo>
                <a:lnTo>
                  <a:pt x="9059" y="16522"/>
                </a:lnTo>
                <a:lnTo>
                  <a:pt x="9100" y="16502"/>
                </a:lnTo>
                <a:lnTo>
                  <a:pt x="9137" y="16485"/>
                </a:lnTo>
                <a:lnTo>
                  <a:pt x="9178" y="16465"/>
                </a:lnTo>
                <a:lnTo>
                  <a:pt x="9220" y="16447"/>
                </a:lnTo>
                <a:lnTo>
                  <a:pt x="9263" y="16429"/>
                </a:lnTo>
                <a:lnTo>
                  <a:pt x="9304" y="16409"/>
                </a:lnTo>
                <a:lnTo>
                  <a:pt x="9346" y="16391"/>
                </a:lnTo>
                <a:lnTo>
                  <a:pt x="9388" y="16371"/>
                </a:lnTo>
                <a:lnTo>
                  <a:pt x="9430" y="16352"/>
                </a:lnTo>
                <a:lnTo>
                  <a:pt x="9471" y="16331"/>
                </a:lnTo>
                <a:lnTo>
                  <a:pt x="9550" y="16292"/>
                </a:lnTo>
                <a:lnTo>
                  <a:pt x="9633" y="16254"/>
                </a:lnTo>
                <a:lnTo>
                  <a:pt x="9720" y="16214"/>
                </a:lnTo>
                <a:lnTo>
                  <a:pt x="9807" y="16173"/>
                </a:lnTo>
                <a:lnTo>
                  <a:pt x="9894" y="16132"/>
                </a:lnTo>
                <a:lnTo>
                  <a:pt x="9978" y="16091"/>
                </a:lnTo>
                <a:lnTo>
                  <a:pt x="10018" y="16069"/>
                </a:lnTo>
                <a:lnTo>
                  <a:pt x="10057" y="16048"/>
                </a:lnTo>
                <a:lnTo>
                  <a:pt x="10093" y="16026"/>
                </a:lnTo>
                <a:lnTo>
                  <a:pt x="10129" y="16004"/>
                </a:lnTo>
                <a:lnTo>
                  <a:pt x="10153" y="15994"/>
                </a:lnTo>
                <a:lnTo>
                  <a:pt x="10184" y="15979"/>
                </a:lnTo>
                <a:lnTo>
                  <a:pt x="10220" y="15962"/>
                </a:lnTo>
                <a:lnTo>
                  <a:pt x="10263" y="15939"/>
                </a:lnTo>
                <a:lnTo>
                  <a:pt x="10363" y="15886"/>
                </a:lnTo>
                <a:lnTo>
                  <a:pt x="10482" y="15821"/>
                </a:lnTo>
                <a:lnTo>
                  <a:pt x="10614" y="15748"/>
                </a:lnTo>
                <a:lnTo>
                  <a:pt x="10756" y="15669"/>
                </a:lnTo>
                <a:lnTo>
                  <a:pt x="10903" y="15584"/>
                </a:lnTo>
                <a:lnTo>
                  <a:pt x="11053" y="15498"/>
                </a:lnTo>
                <a:lnTo>
                  <a:pt x="11202" y="15411"/>
                </a:lnTo>
                <a:lnTo>
                  <a:pt x="11344" y="15328"/>
                </a:lnTo>
                <a:lnTo>
                  <a:pt x="11477" y="15249"/>
                </a:lnTo>
                <a:lnTo>
                  <a:pt x="11597" y="15176"/>
                </a:lnTo>
                <a:lnTo>
                  <a:pt x="11700" y="15111"/>
                </a:lnTo>
                <a:lnTo>
                  <a:pt x="11781" y="15060"/>
                </a:lnTo>
                <a:lnTo>
                  <a:pt x="11813" y="15038"/>
                </a:lnTo>
                <a:lnTo>
                  <a:pt x="11838" y="15021"/>
                </a:lnTo>
                <a:lnTo>
                  <a:pt x="11857" y="15007"/>
                </a:lnTo>
                <a:lnTo>
                  <a:pt x="11867" y="14997"/>
                </a:lnTo>
                <a:lnTo>
                  <a:pt x="11879" y="14991"/>
                </a:lnTo>
                <a:lnTo>
                  <a:pt x="11898" y="14982"/>
                </a:lnTo>
                <a:lnTo>
                  <a:pt x="11919" y="14970"/>
                </a:lnTo>
                <a:lnTo>
                  <a:pt x="11947" y="14954"/>
                </a:lnTo>
                <a:lnTo>
                  <a:pt x="12012" y="14913"/>
                </a:lnTo>
                <a:lnTo>
                  <a:pt x="12090" y="14864"/>
                </a:lnTo>
                <a:lnTo>
                  <a:pt x="12179" y="14806"/>
                </a:lnTo>
                <a:lnTo>
                  <a:pt x="12276" y="14741"/>
                </a:lnTo>
                <a:lnTo>
                  <a:pt x="12379" y="14672"/>
                </a:lnTo>
                <a:lnTo>
                  <a:pt x="12485" y="14600"/>
                </a:lnTo>
                <a:lnTo>
                  <a:pt x="12590" y="14528"/>
                </a:lnTo>
                <a:lnTo>
                  <a:pt x="12694" y="14457"/>
                </a:lnTo>
                <a:lnTo>
                  <a:pt x="12791" y="14388"/>
                </a:lnTo>
                <a:lnTo>
                  <a:pt x="12883" y="14324"/>
                </a:lnTo>
                <a:lnTo>
                  <a:pt x="12963" y="14267"/>
                </a:lnTo>
                <a:lnTo>
                  <a:pt x="13031" y="14218"/>
                </a:lnTo>
                <a:lnTo>
                  <a:pt x="13083" y="14179"/>
                </a:lnTo>
                <a:lnTo>
                  <a:pt x="13116" y="14152"/>
                </a:lnTo>
                <a:lnTo>
                  <a:pt x="13131" y="14143"/>
                </a:lnTo>
                <a:lnTo>
                  <a:pt x="13152" y="14131"/>
                </a:lnTo>
                <a:lnTo>
                  <a:pt x="13179" y="14112"/>
                </a:lnTo>
                <a:lnTo>
                  <a:pt x="13212" y="14088"/>
                </a:lnTo>
                <a:lnTo>
                  <a:pt x="13294" y="14030"/>
                </a:lnTo>
                <a:lnTo>
                  <a:pt x="13392" y="13958"/>
                </a:lnTo>
                <a:lnTo>
                  <a:pt x="13505" y="13873"/>
                </a:lnTo>
                <a:lnTo>
                  <a:pt x="13628" y="13779"/>
                </a:lnTo>
                <a:lnTo>
                  <a:pt x="13758" y="13680"/>
                </a:lnTo>
                <a:lnTo>
                  <a:pt x="13891" y="13578"/>
                </a:lnTo>
                <a:lnTo>
                  <a:pt x="14024" y="13475"/>
                </a:lnTo>
                <a:lnTo>
                  <a:pt x="14153" y="13374"/>
                </a:lnTo>
                <a:lnTo>
                  <a:pt x="14274" y="13278"/>
                </a:lnTo>
                <a:lnTo>
                  <a:pt x="14385" y="13190"/>
                </a:lnTo>
                <a:lnTo>
                  <a:pt x="14481" y="13112"/>
                </a:lnTo>
                <a:lnTo>
                  <a:pt x="14559" y="13048"/>
                </a:lnTo>
                <a:lnTo>
                  <a:pt x="14590" y="13022"/>
                </a:lnTo>
                <a:lnTo>
                  <a:pt x="14615" y="13000"/>
                </a:lnTo>
                <a:lnTo>
                  <a:pt x="14634" y="12982"/>
                </a:lnTo>
                <a:lnTo>
                  <a:pt x="14645" y="12970"/>
                </a:lnTo>
                <a:lnTo>
                  <a:pt x="14658" y="12963"/>
                </a:lnTo>
                <a:lnTo>
                  <a:pt x="14673" y="12954"/>
                </a:lnTo>
                <a:lnTo>
                  <a:pt x="14690" y="12942"/>
                </a:lnTo>
                <a:lnTo>
                  <a:pt x="14708" y="12928"/>
                </a:lnTo>
                <a:lnTo>
                  <a:pt x="14751" y="12895"/>
                </a:lnTo>
                <a:lnTo>
                  <a:pt x="14802" y="12854"/>
                </a:lnTo>
                <a:lnTo>
                  <a:pt x="14857" y="12807"/>
                </a:lnTo>
                <a:lnTo>
                  <a:pt x="14917" y="12756"/>
                </a:lnTo>
                <a:lnTo>
                  <a:pt x="14979" y="12701"/>
                </a:lnTo>
                <a:lnTo>
                  <a:pt x="15044" y="12645"/>
                </a:lnTo>
                <a:lnTo>
                  <a:pt x="15110" y="12587"/>
                </a:lnTo>
                <a:lnTo>
                  <a:pt x="15175" y="12530"/>
                </a:lnTo>
                <a:lnTo>
                  <a:pt x="15238" y="12475"/>
                </a:lnTo>
                <a:lnTo>
                  <a:pt x="15298" y="12421"/>
                </a:lnTo>
                <a:lnTo>
                  <a:pt x="15354" y="12372"/>
                </a:lnTo>
                <a:lnTo>
                  <a:pt x="15405" y="12328"/>
                </a:lnTo>
                <a:lnTo>
                  <a:pt x="15451" y="12291"/>
                </a:lnTo>
                <a:lnTo>
                  <a:pt x="15487" y="12261"/>
                </a:lnTo>
                <a:lnTo>
                  <a:pt x="15508" y="12245"/>
                </a:lnTo>
                <a:lnTo>
                  <a:pt x="15520" y="12233"/>
                </a:lnTo>
                <a:lnTo>
                  <a:pt x="15534" y="12220"/>
                </a:lnTo>
                <a:lnTo>
                  <a:pt x="15555" y="12200"/>
                </a:lnTo>
                <a:lnTo>
                  <a:pt x="15765" y="12013"/>
                </a:lnTo>
                <a:lnTo>
                  <a:pt x="15798" y="11979"/>
                </a:lnTo>
                <a:lnTo>
                  <a:pt x="15830" y="11947"/>
                </a:lnTo>
                <a:lnTo>
                  <a:pt x="15863" y="11915"/>
                </a:lnTo>
                <a:lnTo>
                  <a:pt x="15895" y="11884"/>
                </a:lnTo>
                <a:lnTo>
                  <a:pt x="15927" y="11853"/>
                </a:lnTo>
                <a:lnTo>
                  <a:pt x="15959" y="11823"/>
                </a:lnTo>
                <a:lnTo>
                  <a:pt x="15992" y="11790"/>
                </a:lnTo>
                <a:lnTo>
                  <a:pt x="16025" y="11758"/>
                </a:lnTo>
                <a:lnTo>
                  <a:pt x="16052" y="11733"/>
                </a:lnTo>
                <a:lnTo>
                  <a:pt x="16089" y="11696"/>
                </a:lnTo>
                <a:lnTo>
                  <a:pt x="16136" y="11649"/>
                </a:lnTo>
                <a:lnTo>
                  <a:pt x="16190" y="11595"/>
                </a:lnTo>
                <a:lnTo>
                  <a:pt x="16248" y="11535"/>
                </a:lnTo>
                <a:lnTo>
                  <a:pt x="16311" y="11470"/>
                </a:lnTo>
                <a:lnTo>
                  <a:pt x="16377" y="11403"/>
                </a:lnTo>
                <a:lnTo>
                  <a:pt x="16443" y="11335"/>
                </a:lnTo>
                <a:lnTo>
                  <a:pt x="16508" y="11268"/>
                </a:lnTo>
                <a:lnTo>
                  <a:pt x="16571" y="11202"/>
                </a:lnTo>
                <a:lnTo>
                  <a:pt x="16629" y="11140"/>
                </a:lnTo>
                <a:lnTo>
                  <a:pt x="16681" y="11084"/>
                </a:lnTo>
                <a:lnTo>
                  <a:pt x="16726" y="11036"/>
                </a:lnTo>
                <a:lnTo>
                  <a:pt x="16761" y="10997"/>
                </a:lnTo>
                <a:lnTo>
                  <a:pt x="16786" y="10969"/>
                </a:lnTo>
                <a:lnTo>
                  <a:pt x="16797" y="10953"/>
                </a:lnTo>
                <a:lnTo>
                  <a:pt x="16818" y="10935"/>
                </a:lnTo>
                <a:lnTo>
                  <a:pt x="16837" y="10915"/>
                </a:lnTo>
                <a:lnTo>
                  <a:pt x="16856" y="10896"/>
                </a:lnTo>
                <a:lnTo>
                  <a:pt x="16874" y="10875"/>
                </a:lnTo>
                <a:lnTo>
                  <a:pt x="16908" y="10833"/>
                </a:lnTo>
                <a:lnTo>
                  <a:pt x="16943" y="10789"/>
                </a:lnTo>
                <a:lnTo>
                  <a:pt x="17006" y="10707"/>
                </a:lnTo>
                <a:lnTo>
                  <a:pt x="17067" y="10626"/>
                </a:lnTo>
                <a:lnTo>
                  <a:pt x="17128" y="10543"/>
                </a:lnTo>
                <a:lnTo>
                  <a:pt x="17185" y="10462"/>
                </a:lnTo>
                <a:lnTo>
                  <a:pt x="17214" y="10421"/>
                </a:lnTo>
                <a:lnTo>
                  <a:pt x="17241" y="10379"/>
                </a:lnTo>
                <a:lnTo>
                  <a:pt x="17269" y="10337"/>
                </a:lnTo>
                <a:lnTo>
                  <a:pt x="17295" y="10296"/>
                </a:lnTo>
                <a:lnTo>
                  <a:pt x="17321" y="10254"/>
                </a:lnTo>
                <a:lnTo>
                  <a:pt x="17347" y="10211"/>
                </a:lnTo>
                <a:lnTo>
                  <a:pt x="17372" y="10169"/>
                </a:lnTo>
                <a:lnTo>
                  <a:pt x="17396" y="10125"/>
                </a:lnTo>
                <a:lnTo>
                  <a:pt x="17419" y="10081"/>
                </a:lnTo>
                <a:lnTo>
                  <a:pt x="17442" y="10037"/>
                </a:lnTo>
                <a:lnTo>
                  <a:pt x="17463" y="9992"/>
                </a:lnTo>
                <a:lnTo>
                  <a:pt x="17485" y="9946"/>
                </a:lnTo>
                <a:lnTo>
                  <a:pt x="17505" y="9900"/>
                </a:lnTo>
                <a:lnTo>
                  <a:pt x="17524" y="9853"/>
                </a:lnTo>
                <a:lnTo>
                  <a:pt x="17543" y="9805"/>
                </a:lnTo>
                <a:lnTo>
                  <a:pt x="17561" y="9757"/>
                </a:lnTo>
                <a:lnTo>
                  <a:pt x="17578" y="9708"/>
                </a:lnTo>
                <a:lnTo>
                  <a:pt x="17594" y="9657"/>
                </a:lnTo>
                <a:lnTo>
                  <a:pt x="17609" y="9606"/>
                </a:lnTo>
                <a:lnTo>
                  <a:pt x="17622" y="9553"/>
                </a:lnTo>
                <a:lnTo>
                  <a:pt x="17636" y="9501"/>
                </a:lnTo>
                <a:lnTo>
                  <a:pt x="17648" y="9446"/>
                </a:lnTo>
                <a:lnTo>
                  <a:pt x="17659" y="9391"/>
                </a:lnTo>
                <a:lnTo>
                  <a:pt x="17669" y="9334"/>
                </a:lnTo>
                <a:lnTo>
                  <a:pt x="17673" y="9309"/>
                </a:lnTo>
                <a:lnTo>
                  <a:pt x="17675" y="9283"/>
                </a:lnTo>
                <a:lnTo>
                  <a:pt x="17675" y="9255"/>
                </a:lnTo>
                <a:lnTo>
                  <a:pt x="17674" y="9226"/>
                </a:lnTo>
                <a:lnTo>
                  <a:pt x="17672" y="9196"/>
                </a:lnTo>
                <a:lnTo>
                  <a:pt x="17669" y="9165"/>
                </a:lnTo>
                <a:lnTo>
                  <a:pt x="17665" y="9133"/>
                </a:lnTo>
                <a:lnTo>
                  <a:pt x="17659" y="9101"/>
                </a:lnTo>
                <a:lnTo>
                  <a:pt x="17653" y="9068"/>
                </a:lnTo>
                <a:lnTo>
                  <a:pt x="17645" y="9034"/>
                </a:lnTo>
                <a:lnTo>
                  <a:pt x="17637" y="8999"/>
                </a:lnTo>
                <a:lnTo>
                  <a:pt x="17629" y="8965"/>
                </a:lnTo>
                <a:lnTo>
                  <a:pt x="17609" y="8895"/>
                </a:lnTo>
                <a:lnTo>
                  <a:pt x="17587" y="8825"/>
                </a:lnTo>
                <a:lnTo>
                  <a:pt x="17563" y="8757"/>
                </a:lnTo>
                <a:lnTo>
                  <a:pt x="17539" y="8689"/>
                </a:lnTo>
                <a:lnTo>
                  <a:pt x="17513" y="8624"/>
                </a:lnTo>
                <a:lnTo>
                  <a:pt x="17487" y="8563"/>
                </a:lnTo>
                <a:lnTo>
                  <a:pt x="17462" y="8506"/>
                </a:lnTo>
                <a:lnTo>
                  <a:pt x="17437" y="8455"/>
                </a:lnTo>
                <a:lnTo>
                  <a:pt x="17415" y="8408"/>
                </a:lnTo>
                <a:lnTo>
                  <a:pt x="17394" y="8369"/>
                </a:lnTo>
                <a:lnTo>
                  <a:pt x="17360" y="8310"/>
                </a:lnTo>
                <a:lnTo>
                  <a:pt x="17328" y="8254"/>
                </a:lnTo>
                <a:lnTo>
                  <a:pt x="17297" y="8203"/>
                </a:lnTo>
                <a:lnTo>
                  <a:pt x="17268" y="8155"/>
                </a:lnTo>
                <a:lnTo>
                  <a:pt x="17239" y="8109"/>
                </a:lnTo>
                <a:lnTo>
                  <a:pt x="17210" y="8066"/>
                </a:lnTo>
                <a:lnTo>
                  <a:pt x="17182" y="8023"/>
                </a:lnTo>
                <a:lnTo>
                  <a:pt x="17153" y="7981"/>
                </a:lnTo>
                <a:lnTo>
                  <a:pt x="17123" y="7941"/>
                </a:lnTo>
                <a:lnTo>
                  <a:pt x="17093" y="7900"/>
                </a:lnTo>
                <a:lnTo>
                  <a:pt x="17062" y="7858"/>
                </a:lnTo>
                <a:lnTo>
                  <a:pt x="17029" y="7816"/>
                </a:lnTo>
                <a:lnTo>
                  <a:pt x="16958" y="7727"/>
                </a:lnTo>
                <a:lnTo>
                  <a:pt x="16877" y="7627"/>
                </a:lnTo>
                <a:lnTo>
                  <a:pt x="16843" y="7585"/>
                </a:lnTo>
                <a:lnTo>
                  <a:pt x="16805" y="7540"/>
                </a:lnTo>
                <a:lnTo>
                  <a:pt x="16766" y="7493"/>
                </a:lnTo>
                <a:lnTo>
                  <a:pt x="16725" y="7446"/>
                </a:lnTo>
                <a:lnTo>
                  <a:pt x="16641" y="7350"/>
                </a:lnTo>
                <a:lnTo>
                  <a:pt x="16551" y="7253"/>
                </a:lnTo>
                <a:lnTo>
                  <a:pt x="16462" y="7157"/>
                </a:lnTo>
                <a:lnTo>
                  <a:pt x="16373" y="7065"/>
                </a:lnTo>
                <a:lnTo>
                  <a:pt x="16287" y="6978"/>
                </a:lnTo>
                <a:lnTo>
                  <a:pt x="16207" y="6899"/>
                </a:lnTo>
                <a:lnTo>
                  <a:pt x="16179" y="6872"/>
                </a:lnTo>
                <a:lnTo>
                  <a:pt x="16153" y="6842"/>
                </a:lnTo>
                <a:lnTo>
                  <a:pt x="16127" y="6811"/>
                </a:lnTo>
                <a:lnTo>
                  <a:pt x="16099" y="6779"/>
                </a:lnTo>
                <a:lnTo>
                  <a:pt x="16071" y="6747"/>
                </a:lnTo>
                <a:lnTo>
                  <a:pt x="16042" y="6715"/>
                </a:lnTo>
                <a:lnTo>
                  <a:pt x="16011" y="6683"/>
                </a:lnTo>
                <a:lnTo>
                  <a:pt x="15979" y="6652"/>
                </a:lnTo>
                <a:lnTo>
                  <a:pt x="14313" y="5186"/>
                </a:lnTo>
                <a:lnTo>
                  <a:pt x="14230" y="5121"/>
                </a:lnTo>
                <a:lnTo>
                  <a:pt x="14144" y="5052"/>
                </a:lnTo>
                <a:lnTo>
                  <a:pt x="14058" y="4981"/>
                </a:lnTo>
                <a:lnTo>
                  <a:pt x="13972" y="4911"/>
                </a:lnTo>
                <a:lnTo>
                  <a:pt x="13885" y="4840"/>
                </a:lnTo>
                <a:lnTo>
                  <a:pt x="13797" y="4769"/>
                </a:lnTo>
                <a:lnTo>
                  <a:pt x="13709" y="4700"/>
                </a:lnTo>
                <a:lnTo>
                  <a:pt x="13622" y="4634"/>
                </a:lnTo>
                <a:lnTo>
                  <a:pt x="13528" y="4565"/>
                </a:lnTo>
                <a:lnTo>
                  <a:pt x="13437" y="4496"/>
                </a:lnTo>
                <a:lnTo>
                  <a:pt x="13348" y="4430"/>
                </a:lnTo>
                <a:lnTo>
                  <a:pt x="13259" y="4364"/>
                </a:lnTo>
                <a:lnTo>
                  <a:pt x="13172" y="4299"/>
                </a:lnTo>
                <a:lnTo>
                  <a:pt x="13085" y="4234"/>
                </a:lnTo>
                <a:lnTo>
                  <a:pt x="12999" y="4170"/>
                </a:lnTo>
                <a:lnTo>
                  <a:pt x="12913" y="4107"/>
                </a:lnTo>
                <a:lnTo>
                  <a:pt x="12826" y="4043"/>
                </a:lnTo>
                <a:lnTo>
                  <a:pt x="12738" y="3980"/>
                </a:lnTo>
                <a:lnTo>
                  <a:pt x="12650" y="3916"/>
                </a:lnTo>
                <a:lnTo>
                  <a:pt x="12559" y="3852"/>
                </a:lnTo>
                <a:lnTo>
                  <a:pt x="12468" y="3787"/>
                </a:lnTo>
                <a:lnTo>
                  <a:pt x="12373" y="3722"/>
                </a:lnTo>
                <a:lnTo>
                  <a:pt x="12276" y="3655"/>
                </a:lnTo>
                <a:lnTo>
                  <a:pt x="12177" y="3589"/>
                </a:lnTo>
                <a:lnTo>
                  <a:pt x="12083" y="3525"/>
                </a:lnTo>
                <a:lnTo>
                  <a:pt x="11988" y="3463"/>
                </a:lnTo>
                <a:lnTo>
                  <a:pt x="11893" y="3402"/>
                </a:lnTo>
                <a:lnTo>
                  <a:pt x="11798" y="3340"/>
                </a:lnTo>
                <a:lnTo>
                  <a:pt x="11702" y="3280"/>
                </a:lnTo>
                <a:lnTo>
                  <a:pt x="11606" y="3219"/>
                </a:lnTo>
                <a:lnTo>
                  <a:pt x="11509" y="3158"/>
                </a:lnTo>
                <a:lnTo>
                  <a:pt x="11411" y="3097"/>
                </a:lnTo>
                <a:lnTo>
                  <a:pt x="11318" y="3037"/>
                </a:lnTo>
                <a:lnTo>
                  <a:pt x="11222" y="2979"/>
                </a:lnTo>
                <a:lnTo>
                  <a:pt x="11125" y="2920"/>
                </a:lnTo>
                <a:lnTo>
                  <a:pt x="11028" y="2863"/>
                </a:lnTo>
                <a:lnTo>
                  <a:pt x="10930" y="2806"/>
                </a:lnTo>
                <a:lnTo>
                  <a:pt x="10831" y="2749"/>
                </a:lnTo>
                <a:lnTo>
                  <a:pt x="10732" y="2692"/>
                </a:lnTo>
                <a:lnTo>
                  <a:pt x="10631" y="2635"/>
                </a:lnTo>
                <a:lnTo>
                  <a:pt x="10529" y="2579"/>
                </a:lnTo>
                <a:lnTo>
                  <a:pt x="10427" y="2523"/>
                </a:lnTo>
                <a:lnTo>
                  <a:pt x="10326" y="2468"/>
                </a:lnTo>
                <a:lnTo>
                  <a:pt x="10223" y="2413"/>
                </a:lnTo>
                <a:lnTo>
                  <a:pt x="10120" y="2359"/>
                </a:lnTo>
                <a:lnTo>
                  <a:pt x="10015" y="2305"/>
                </a:lnTo>
                <a:lnTo>
                  <a:pt x="9911" y="2251"/>
                </a:lnTo>
                <a:lnTo>
                  <a:pt x="9807" y="2198"/>
                </a:lnTo>
                <a:lnTo>
                  <a:pt x="9735" y="2162"/>
                </a:lnTo>
                <a:lnTo>
                  <a:pt x="9660" y="2124"/>
                </a:lnTo>
                <a:lnTo>
                  <a:pt x="9583" y="2086"/>
                </a:lnTo>
                <a:lnTo>
                  <a:pt x="9504" y="2047"/>
                </a:lnTo>
                <a:lnTo>
                  <a:pt x="9423" y="2010"/>
                </a:lnTo>
                <a:lnTo>
                  <a:pt x="9340" y="1971"/>
                </a:lnTo>
                <a:lnTo>
                  <a:pt x="9258" y="1932"/>
                </a:lnTo>
                <a:lnTo>
                  <a:pt x="9174" y="1893"/>
                </a:lnTo>
                <a:lnTo>
                  <a:pt x="9091" y="1855"/>
                </a:lnTo>
                <a:lnTo>
                  <a:pt x="9006" y="1816"/>
                </a:lnTo>
                <a:lnTo>
                  <a:pt x="8923" y="1780"/>
                </a:lnTo>
                <a:lnTo>
                  <a:pt x="8840" y="1743"/>
                </a:lnTo>
                <a:lnTo>
                  <a:pt x="8759" y="1707"/>
                </a:lnTo>
                <a:lnTo>
                  <a:pt x="8679" y="1673"/>
                </a:lnTo>
                <a:lnTo>
                  <a:pt x="8600" y="1640"/>
                </a:lnTo>
                <a:lnTo>
                  <a:pt x="8523" y="1608"/>
                </a:lnTo>
                <a:lnTo>
                  <a:pt x="8472" y="1587"/>
                </a:lnTo>
                <a:lnTo>
                  <a:pt x="8417" y="1562"/>
                </a:lnTo>
                <a:lnTo>
                  <a:pt x="8360" y="1537"/>
                </a:lnTo>
                <a:lnTo>
                  <a:pt x="8300" y="1511"/>
                </a:lnTo>
                <a:lnTo>
                  <a:pt x="8242" y="1485"/>
                </a:lnTo>
                <a:lnTo>
                  <a:pt x="8184" y="1461"/>
                </a:lnTo>
                <a:lnTo>
                  <a:pt x="8156" y="1451"/>
                </a:lnTo>
                <a:lnTo>
                  <a:pt x="8129" y="1442"/>
                </a:lnTo>
                <a:lnTo>
                  <a:pt x="8102" y="1433"/>
                </a:lnTo>
                <a:lnTo>
                  <a:pt x="8078" y="1426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1055229" y="2044968"/>
            <a:ext cx="126854" cy="131412"/>
          </a:xfrm>
          <a:custGeom>
            <a:avLst/>
            <a:gdLst>
              <a:gd name="T0" fmla="*/ 7371 w 17675"/>
              <a:gd name="T1" fmla="*/ 1125 h 18310"/>
              <a:gd name="T2" fmla="*/ 5959 w 17675"/>
              <a:gd name="T3" fmla="*/ 593 h 18310"/>
              <a:gd name="T4" fmla="*/ 4735 w 17675"/>
              <a:gd name="T5" fmla="*/ 240 h 18310"/>
              <a:gd name="T6" fmla="*/ 3627 w 17675"/>
              <a:gd name="T7" fmla="*/ 54 h 18310"/>
              <a:gd name="T8" fmla="*/ 2806 w 17675"/>
              <a:gd name="T9" fmla="*/ 7 h 18310"/>
              <a:gd name="T10" fmla="*/ 2454 w 17675"/>
              <a:gd name="T11" fmla="*/ 85 h 18310"/>
              <a:gd name="T12" fmla="*/ 2132 w 17675"/>
              <a:gd name="T13" fmla="*/ 262 h 18310"/>
              <a:gd name="T14" fmla="*/ 1838 w 17675"/>
              <a:gd name="T15" fmla="*/ 533 h 18310"/>
              <a:gd name="T16" fmla="*/ 1454 w 17675"/>
              <a:gd name="T17" fmla="*/ 1111 h 18310"/>
              <a:gd name="T18" fmla="*/ 1261 w 17675"/>
              <a:gd name="T19" fmla="*/ 1545 h 18310"/>
              <a:gd name="T20" fmla="*/ 1008 w 17675"/>
              <a:gd name="T21" fmla="*/ 2315 h 18310"/>
              <a:gd name="T22" fmla="*/ 836 w 17675"/>
              <a:gd name="T23" fmla="*/ 2906 h 18310"/>
              <a:gd name="T24" fmla="*/ 683 w 17675"/>
              <a:gd name="T25" fmla="*/ 3519 h 18310"/>
              <a:gd name="T26" fmla="*/ 506 w 17675"/>
              <a:gd name="T27" fmla="*/ 4330 h 18310"/>
              <a:gd name="T28" fmla="*/ 356 w 17675"/>
              <a:gd name="T29" fmla="*/ 5177 h 18310"/>
              <a:gd name="T30" fmla="*/ 199 w 17675"/>
              <a:gd name="T31" fmla="*/ 6352 h 18310"/>
              <a:gd name="T32" fmla="*/ 65 w 17675"/>
              <a:gd name="T33" fmla="*/ 7805 h 18310"/>
              <a:gd name="T34" fmla="*/ 1 w 17675"/>
              <a:gd name="T35" fmla="*/ 9354 h 18310"/>
              <a:gd name="T36" fmla="*/ 54 w 17675"/>
              <a:gd name="T37" fmla="*/ 10490 h 18310"/>
              <a:gd name="T38" fmla="*/ 149 w 17675"/>
              <a:gd name="T39" fmla="*/ 11811 h 18310"/>
              <a:gd name="T40" fmla="*/ 298 w 17675"/>
              <a:gd name="T41" fmla="*/ 13066 h 18310"/>
              <a:gd name="T42" fmla="*/ 650 w 17675"/>
              <a:gd name="T43" fmla="*/ 14979 h 18310"/>
              <a:gd name="T44" fmla="*/ 991 w 17675"/>
              <a:gd name="T45" fmla="*/ 16266 h 18310"/>
              <a:gd name="T46" fmla="*/ 1332 w 17675"/>
              <a:gd name="T47" fmla="*/ 17156 h 18310"/>
              <a:gd name="T48" fmla="*/ 1598 w 17675"/>
              <a:gd name="T49" fmla="*/ 17614 h 18310"/>
              <a:gd name="T50" fmla="*/ 1917 w 17675"/>
              <a:gd name="T51" fmla="*/ 17970 h 18310"/>
              <a:gd name="T52" fmla="*/ 2349 w 17675"/>
              <a:gd name="T53" fmla="*/ 18232 h 18310"/>
              <a:gd name="T54" fmla="*/ 2745 w 17675"/>
              <a:gd name="T55" fmla="*/ 18309 h 18310"/>
              <a:gd name="T56" fmla="*/ 3384 w 17675"/>
              <a:gd name="T57" fmla="*/ 18287 h 18310"/>
              <a:gd name="T58" fmla="*/ 4157 w 17675"/>
              <a:gd name="T59" fmla="*/ 18192 h 18310"/>
              <a:gd name="T60" fmla="*/ 5006 w 17675"/>
              <a:gd name="T61" fmla="*/ 18009 h 18310"/>
              <a:gd name="T62" fmla="*/ 6483 w 17675"/>
              <a:gd name="T63" fmla="*/ 17544 h 18310"/>
              <a:gd name="T64" fmla="*/ 7200 w 17675"/>
              <a:gd name="T65" fmla="*/ 17277 h 18310"/>
              <a:gd name="T66" fmla="*/ 8295 w 17675"/>
              <a:gd name="T67" fmla="*/ 16841 h 18310"/>
              <a:gd name="T68" fmla="*/ 8872 w 17675"/>
              <a:gd name="T69" fmla="*/ 16605 h 18310"/>
              <a:gd name="T70" fmla="*/ 9346 w 17675"/>
              <a:gd name="T71" fmla="*/ 16391 h 18310"/>
              <a:gd name="T72" fmla="*/ 10057 w 17675"/>
              <a:gd name="T73" fmla="*/ 16048 h 18310"/>
              <a:gd name="T74" fmla="*/ 10903 w 17675"/>
              <a:gd name="T75" fmla="*/ 15584 h 18310"/>
              <a:gd name="T76" fmla="*/ 11867 w 17675"/>
              <a:gd name="T77" fmla="*/ 14997 h 18310"/>
              <a:gd name="T78" fmla="*/ 12590 w 17675"/>
              <a:gd name="T79" fmla="*/ 14528 h 18310"/>
              <a:gd name="T80" fmla="*/ 13212 w 17675"/>
              <a:gd name="T81" fmla="*/ 14088 h 18310"/>
              <a:gd name="T82" fmla="*/ 14481 w 17675"/>
              <a:gd name="T83" fmla="*/ 13112 h 18310"/>
              <a:gd name="T84" fmla="*/ 14802 w 17675"/>
              <a:gd name="T85" fmla="*/ 12854 h 18310"/>
              <a:gd name="T86" fmla="*/ 15451 w 17675"/>
              <a:gd name="T87" fmla="*/ 12291 h 18310"/>
              <a:gd name="T88" fmla="*/ 15927 w 17675"/>
              <a:gd name="T89" fmla="*/ 11853 h 18310"/>
              <a:gd name="T90" fmla="*/ 16443 w 17675"/>
              <a:gd name="T91" fmla="*/ 11335 h 18310"/>
              <a:gd name="T92" fmla="*/ 16856 w 17675"/>
              <a:gd name="T93" fmla="*/ 10896 h 18310"/>
              <a:gd name="T94" fmla="*/ 17295 w 17675"/>
              <a:gd name="T95" fmla="*/ 10296 h 18310"/>
              <a:gd name="T96" fmla="*/ 17543 w 17675"/>
              <a:gd name="T97" fmla="*/ 9805 h 18310"/>
              <a:gd name="T98" fmla="*/ 17675 w 17675"/>
              <a:gd name="T99" fmla="*/ 9283 h 18310"/>
              <a:gd name="T100" fmla="*/ 17609 w 17675"/>
              <a:gd name="T101" fmla="*/ 8895 h 18310"/>
              <a:gd name="T102" fmla="*/ 17328 w 17675"/>
              <a:gd name="T103" fmla="*/ 8254 h 18310"/>
              <a:gd name="T104" fmla="*/ 16958 w 17675"/>
              <a:gd name="T105" fmla="*/ 7727 h 18310"/>
              <a:gd name="T106" fmla="*/ 16207 w 17675"/>
              <a:gd name="T107" fmla="*/ 6899 h 18310"/>
              <a:gd name="T108" fmla="*/ 14144 w 17675"/>
              <a:gd name="T109" fmla="*/ 5052 h 18310"/>
              <a:gd name="T110" fmla="*/ 13172 w 17675"/>
              <a:gd name="T111" fmla="*/ 4299 h 18310"/>
              <a:gd name="T112" fmla="*/ 12177 w 17675"/>
              <a:gd name="T113" fmla="*/ 3589 h 18310"/>
              <a:gd name="T114" fmla="*/ 11125 w 17675"/>
              <a:gd name="T115" fmla="*/ 2920 h 18310"/>
              <a:gd name="T116" fmla="*/ 10015 w 17675"/>
              <a:gd name="T117" fmla="*/ 2305 h 18310"/>
              <a:gd name="T118" fmla="*/ 9091 w 17675"/>
              <a:gd name="T119" fmla="*/ 1855 h 18310"/>
              <a:gd name="T120" fmla="*/ 8300 w 17675"/>
              <a:gd name="T121" fmla="*/ 1511 h 18310"/>
            </a:gdLst>
            <a:ahLst/>
            <a:cxnLst/>
            <a:rect l="0" t="0" r="r" b="b"/>
            <a:pathLst>
              <a:path w="17675" h="18310">
                <a:moveTo>
                  <a:pt x="8078" y="1426"/>
                </a:moveTo>
                <a:lnTo>
                  <a:pt x="8047" y="1409"/>
                </a:lnTo>
                <a:lnTo>
                  <a:pt x="8014" y="1392"/>
                </a:lnTo>
                <a:lnTo>
                  <a:pt x="7978" y="1376"/>
                </a:lnTo>
                <a:lnTo>
                  <a:pt x="7940" y="1360"/>
                </a:lnTo>
                <a:lnTo>
                  <a:pt x="7901" y="1345"/>
                </a:lnTo>
                <a:lnTo>
                  <a:pt x="7862" y="1330"/>
                </a:lnTo>
                <a:lnTo>
                  <a:pt x="7825" y="1315"/>
                </a:lnTo>
                <a:lnTo>
                  <a:pt x="7791" y="1301"/>
                </a:lnTo>
                <a:lnTo>
                  <a:pt x="7583" y="1213"/>
                </a:lnTo>
                <a:lnTo>
                  <a:pt x="7371" y="1125"/>
                </a:lnTo>
                <a:lnTo>
                  <a:pt x="7158" y="1038"/>
                </a:lnTo>
                <a:lnTo>
                  <a:pt x="6943" y="953"/>
                </a:lnTo>
                <a:lnTo>
                  <a:pt x="6836" y="911"/>
                </a:lnTo>
                <a:lnTo>
                  <a:pt x="6727" y="869"/>
                </a:lnTo>
                <a:lnTo>
                  <a:pt x="6618" y="827"/>
                </a:lnTo>
                <a:lnTo>
                  <a:pt x="6508" y="787"/>
                </a:lnTo>
                <a:lnTo>
                  <a:pt x="6400" y="747"/>
                </a:lnTo>
                <a:lnTo>
                  <a:pt x="6290" y="707"/>
                </a:lnTo>
                <a:lnTo>
                  <a:pt x="6180" y="668"/>
                </a:lnTo>
                <a:lnTo>
                  <a:pt x="6070" y="631"/>
                </a:lnTo>
                <a:lnTo>
                  <a:pt x="5959" y="593"/>
                </a:lnTo>
                <a:lnTo>
                  <a:pt x="5848" y="556"/>
                </a:lnTo>
                <a:lnTo>
                  <a:pt x="5737" y="521"/>
                </a:lnTo>
                <a:lnTo>
                  <a:pt x="5626" y="485"/>
                </a:lnTo>
                <a:lnTo>
                  <a:pt x="5515" y="451"/>
                </a:lnTo>
                <a:lnTo>
                  <a:pt x="5404" y="418"/>
                </a:lnTo>
                <a:lnTo>
                  <a:pt x="5292" y="386"/>
                </a:lnTo>
                <a:lnTo>
                  <a:pt x="5181" y="355"/>
                </a:lnTo>
                <a:lnTo>
                  <a:pt x="5069" y="324"/>
                </a:lnTo>
                <a:lnTo>
                  <a:pt x="4958" y="295"/>
                </a:lnTo>
                <a:lnTo>
                  <a:pt x="4846" y="267"/>
                </a:lnTo>
                <a:lnTo>
                  <a:pt x="4735" y="240"/>
                </a:lnTo>
                <a:lnTo>
                  <a:pt x="4623" y="215"/>
                </a:lnTo>
                <a:lnTo>
                  <a:pt x="4511" y="191"/>
                </a:lnTo>
                <a:lnTo>
                  <a:pt x="4400" y="168"/>
                </a:lnTo>
                <a:lnTo>
                  <a:pt x="4287" y="146"/>
                </a:lnTo>
                <a:lnTo>
                  <a:pt x="4234" y="136"/>
                </a:lnTo>
                <a:lnTo>
                  <a:pt x="4162" y="125"/>
                </a:lnTo>
                <a:lnTo>
                  <a:pt x="4075" y="112"/>
                </a:lnTo>
                <a:lnTo>
                  <a:pt x="3975" y="98"/>
                </a:lnTo>
                <a:lnTo>
                  <a:pt x="3865" y="84"/>
                </a:lnTo>
                <a:lnTo>
                  <a:pt x="3749" y="69"/>
                </a:lnTo>
                <a:lnTo>
                  <a:pt x="3627" y="54"/>
                </a:lnTo>
                <a:lnTo>
                  <a:pt x="3504" y="40"/>
                </a:lnTo>
                <a:lnTo>
                  <a:pt x="3381" y="27"/>
                </a:lnTo>
                <a:lnTo>
                  <a:pt x="3262" y="17"/>
                </a:lnTo>
                <a:lnTo>
                  <a:pt x="3148" y="8"/>
                </a:lnTo>
                <a:lnTo>
                  <a:pt x="3043" y="2"/>
                </a:lnTo>
                <a:lnTo>
                  <a:pt x="2994" y="1"/>
                </a:lnTo>
                <a:lnTo>
                  <a:pt x="2949" y="0"/>
                </a:lnTo>
                <a:lnTo>
                  <a:pt x="2908" y="0"/>
                </a:lnTo>
                <a:lnTo>
                  <a:pt x="2869" y="1"/>
                </a:lnTo>
                <a:lnTo>
                  <a:pt x="2834" y="3"/>
                </a:lnTo>
                <a:lnTo>
                  <a:pt x="2806" y="7"/>
                </a:lnTo>
                <a:lnTo>
                  <a:pt x="2780" y="11"/>
                </a:lnTo>
                <a:lnTo>
                  <a:pt x="2761" y="17"/>
                </a:lnTo>
                <a:lnTo>
                  <a:pt x="2724" y="19"/>
                </a:lnTo>
                <a:lnTo>
                  <a:pt x="2689" y="24"/>
                </a:lnTo>
                <a:lnTo>
                  <a:pt x="2655" y="29"/>
                </a:lnTo>
                <a:lnTo>
                  <a:pt x="2620" y="35"/>
                </a:lnTo>
                <a:lnTo>
                  <a:pt x="2586" y="43"/>
                </a:lnTo>
                <a:lnTo>
                  <a:pt x="2552" y="53"/>
                </a:lnTo>
                <a:lnTo>
                  <a:pt x="2518" y="63"/>
                </a:lnTo>
                <a:lnTo>
                  <a:pt x="2486" y="73"/>
                </a:lnTo>
                <a:lnTo>
                  <a:pt x="2454" y="85"/>
                </a:lnTo>
                <a:lnTo>
                  <a:pt x="2423" y="97"/>
                </a:lnTo>
                <a:lnTo>
                  <a:pt x="2393" y="111"/>
                </a:lnTo>
                <a:lnTo>
                  <a:pt x="2363" y="125"/>
                </a:lnTo>
                <a:lnTo>
                  <a:pt x="2333" y="138"/>
                </a:lnTo>
                <a:lnTo>
                  <a:pt x="2306" y="153"/>
                </a:lnTo>
                <a:lnTo>
                  <a:pt x="2278" y="169"/>
                </a:lnTo>
                <a:lnTo>
                  <a:pt x="2252" y="184"/>
                </a:lnTo>
                <a:lnTo>
                  <a:pt x="2218" y="205"/>
                </a:lnTo>
                <a:lnTo>
                  <a:pt x="2187" y="224"/>
                </a:lnTo>
                <a:lnTo>
                  <a:pt x="2158" y="244"/>
                </a:lnTo>
                <a:lnTo>
                  <a:pt x="2132" y="262"/>
                </a:lnTo>
                <a:lnTo>
                  <a:pt x="2108" y="280"/>
                </a:lnTo>
                <a:lnTo>
                  <a:pt x="2086" y="298"/>
                </a:lnTo>
                <a:lnTo>
                  <a:pt x="2065" y="315"/>
                </a:lnTo>
                <a:lnTo>
                  <a:pt x="2046" y="332"/>
                </a:lnTo>
                <a:lnTo>
                  <a:pt x="2007" y="367"/>
                </a:lnTo>
                <a:lnTo>
                  <a:pt x="1968" y="405"/>
                </a:lnTo>
                <a:lnTo>
                  <a:pt x="1927" y="446"/>
                </a:lnTo>
                <a:lnTo>
                  <a:pt x="1878" y="491"/>
                </a:lnTo>
                <a:lnTo>
                  <a:pt x="1866" y="504"/>
                </a:lnTo>
                <a:lnTo>
                  <a:pt x="1853" y="517"/>
                </a:lnTo>
                <a:lnTo>
                  <a:pt x="1838" y="533"/>
                </a:lnTo>
                <a:lnTo>
                  <a:pt x="1823" y="550"/>
                </a:lnTo>
                <a:lnTo>
                  <a:pt x="1790" y="592"/>
                </a:lnTo>
                <a:lnTo>
                  <a:pt x="1754" y="637"/>
                </a:lnTo>
                <a:lnTo>
                  <a:pt x="1717" y="689"/>
                </a:lnTo>
                <a:lnTo>
                  <a:pt x="1679" y="744"/>
                </a:lnTo>
                <a:lnTo>
                  <a:pt x="1639" y="802"/>
                </a:lnTo>
                <a:lnTo>
                  <a:pt x="1600" y="863"/>
                </a:lnTo>
                <a:lnTo>
                  <a:pt x="1561" y="926"/>
                </a:lnTo>
                <a:lnTo>
                  <a:pt x="1524" y="988"/>
                </a:lnTo>
                <a:lnTo>
                  <a:pt x="1488" y="1051"/>
                </a:lnTo>
                <a:lnTo>
                  <a:pt x="1454" y="1111"/>
                </a:lnTo>
                <a:lnTo>
                  <a:pt x="1425" y="1170"/>
                </a:lnTo>
                <a:lnTo>
                  <a:pt x="1398" y="1226"/>
                </a:lnTo>
                <a:lnTo>
                  <a:pt x="1387" y="1252"/>
                </a:lnTo>
                <a:lnTo>
                  <a:pt x="1377" y="1277"/>
                </a:lnTo>
                <a:lnTo>
                  <a:pt x="1367" y="1301"/>
                </a:lnTo>
                <a:lnTo>
                  <a:pt x="1359" y="1323"/>
                </a:lnTo>
                <a:lnTo>
                  <a:pt x="1340" y="1362"/>
                </a:lnTo>
                <a:lnTo>
                  <a:pt x="1320" y="1404"/>
                </a:lnTo>
                <a:lnTo>
                  <a:pt x="1300" y="1449"/>
                </a:lnTo>
                <a:lnTo>
                  <a:pt x="1280" y="1496"/>
                </a:lnTo>
                <a:lnTo>
                  <a:pt x="1261" y="1545"/>
                </a:lnTo>
                <a:lnTo>
                  <a:pt x="1241" y="1596"/>
                </a:lnTo>
                <a:lnTo>
                  <a:pt x="1222" y="1648"/>
                </a:lnTo>
                <a:lnTo>
                  <a:pt x="1204" y="1702"/>
                </a:lnTo>
                <a:lnTo>
                  <a:pt x="1167" y="1808"/>
                </a:lnTo>
                <a:lnTo>
                  <a:pt x="1133" y="1915"/>
                </a:lnTo>
                <a:lnTo>
                  <a:pt x="1101" y="2016"/>
                </a:lnTo>
                <a:lnTo>
                  <a:pt x="1071" y="2110"/>
                </a:lnTo>
                <a:lnTo>
                  <a:pt x="1055" y="2162"/>
                </a:lnTo>
                <a:lnTo>
                  <a:pt x="1039" y="2213"/>
                </a:lnTo>
                <a:lnTo>
                  <a:pt x="1023" y="2264"/>
                </a:lnTo>
                <a:lnTo>
                  <a:pt x="1008" y="2315"/>
                </a:lnTo>
                <a:lnTo>
                  <a:pt x="992" y="2367"/>
                </a:lnTo>
                <a:lnTo>
                  <a:pt x="976" y="2418"/>
                </a:lnTo>
                <a:lnTo>
                  <a:pt x="960" y="2471"/>
                </a:lnTo>
                <a:lnTo>
                  <a:pt x="944" y="2523"/>
                </a:lnTo>
                <a:lnTo>
                  <a:pt x="929" y="2573"/>
                </a:lnTo>
                <a:lnTo>
                  <a:pt x="913" y="2626"/>
                </a:lnTo>
                <a:lnTo>
                  <a:pt x="896" y="2682"/>
                </a:lnTo>
                <a:lnTo>
                  <a:pt x="880" y="2740"/>
                </a:lnTo>
                <a:lnTo>
                  <a:pt x="864" y="2797"/>
                </a:lnTo>
                <a:lnTo>
                  <a:pt x="849" y="2852"/>
                </a:lnTo>
                <a:lnTo>
                  <a:pt x="836" y="2906"/>
                </a:lnTo>
                <a:lnTo>
                  <a:pt x="827" y="2955"/>
                </a:lnTo>
                <a:lnTo>
                  <a:pt x="818" y="2977"/>
                </a:lnTo>
                <a:lnTo>
                  <a:pt x="809" y="3003"/>
                </a:lnTo>
                <a:lnTo>
                  <a:pt x="800" y="3033"/>
                </a:lnTo>
                <a:lnTo>
                  <a:pt x="790" y="3067"/>
                </a:lnTo>
                <a:lnTo>
                  <a:pt x="770" y="3142"/>
                </a:lnTo>
                <a:lnTo>
                  <a:pt x="749" y="3225"/>
                </a:lnTo>
                <a:lnTo>
                  <a:pt x="730" y="3310"/>
                </a:lnTo>
                <a:lnTo>
                  <a:pt x="712" y="3390"/>
                </a:lnTo>
                <a:lnTo>
                  <a:pt x="696" y="3461"/>
                </a:lnTo>
                <a:lnTo>
                  <a:pt x="683" y="3519"/>
                </a:lnTo>
                <a:lnTo>
                  <a:pt x="666" y="3593"/>
                </a:lnTo>
                <a:lnTo>
                  <a:pt x="649" y="3667"/>
                </a:lnTo>
                <a:lnTo>
                  <a:pt x="633" y="3740"/>
                </a:lnTo>
                <a:lnTo>
                  <a:pt x="617" y="3813"/>
                </a:lnTo>
                <a:lnTo>
                  <a:pt x="601" y="3886"/>
                </a:lnTo>
                <a:lnTo>
                  <a:pt x="585" y="3960"/>
                </a:lnTo>
                <a:lnTo>
                  <a:pt x="569" y="4033"/>
                </a:lnTo>
                <a:lnTo>
                  <a:pt x="553" y="4108"/>
                </a:lnTo>
                <a:lnTo>
                  <a:pt x="537" y="4182"/>
                </a:lnTo>
                <a:lnTo>
                  <a:pt x="522" y="4256"/>
                </a:lnTo>
                <a:lnTo>
                  <a:pt x="506" y="4330"/>
                </a:lnTo>
                <a:lnTo>
                  <a:pt x="491" y="4406"/>
                </a:lnTo>
                <a:lnTo>
                  <a:pt x="476" y="4483"/>
                </a:lnTo>
                <a:lnTo>
                  <a:pt x="461" y="4559"/>
                </a:lnTo>
                <a:lnTo>
                  <a:pt x="447" y="4636"/>
                </a:lnTo>
                <a:lnTo>
                  <a:pt x="433" y="4714"/>
                </a:lnTo>
                <a:lnTo>
                  <a:pt x="419" y="4791"/>
                </a:lnTo>
                <a:lnTo>
                  <a:pt x="405" y="4868"/>
                </a:lnTo>
                <a:lnTo>
                  <a:pt x="392" y="4946"/>
                </a:lnTo>
                <a:lnTo>
                  <a:pt x="380" y="5024"/>
                </a:lnTo>
                <a:lnTo>
                  <a:pt x="367" y="5100"/>
                </a:lnTo>
                <a:lnTo>
                  <a:pt x="356" y="5177"/>
                </a:lnTo>
                <a:lnTo>
                  <a:pt x="346" y="5253"/>
                </a:lnTo>
                <a:lnTo>
                  <a:pt x="335" y="5328"/>
                </a:lnTo>
                <a:lnTo>
                  <a:pt x="320" y="5442"/>
                </a:lnTo>
                <a:lnTo>
                  <a:pt x="304" y="5555"/>
                </a:lnTo>
                <a:lnTo>
                  <a:pt x="289" y="5668"/>
                </a:lnTo>
                <a:lnTo>
                  <a:pt x="275" y="5781"/>
                </a:lnTo>
                <a:lnTo>
                  <a:pt x="259" y="5896"/>
                </a:lnTo>
                <a:lnTo>
                  <a:pt x="244" y="6009"/>
                </a:lnTo>
                <a:lnTo>
                  <a:pt x="229" y="6124"/>
                </a:lnTo>
                <a:lnTo>
                  <a:pt x="214" y="6238"/>
                </a:lnTo>
                <a:lnTo>
                  <a:pt x="199" y="6352"/>
                </a:lnTo>
                <a:lnTo>
                  <a:pt x="185" y="6467"/>
                </a:lnTo>
                <a:lnTo>
                  <a:pt x="173" y="6581"/>
                </a:lnTo>
                <a:lnTo>
                  <a:pt x="160" y="6697"/>
                </a:lnTo>
                <a:lnTo>
                  <a:pt x="148" y="6811"/>
                </a:lnTo>
                <a:lnTo>
                  <a:pt x="137" y="6927"/>
                </a:lnTo>
                <a:lnTo>
                  <a:pt x="127" y="7042"/>
                </a:lnTo>
                <a:lnTo>
                  <a:pt x="119" y="7158"/>
                </a:lnTo>
                <a:lnTo>
                  <a:pt x="105" y="7319"/>
                </a:lnTo>
                <a:lnTo>
                  <a:pt x="92" y="7481"/>
                </a:lnTo>
                <a:lnTo>
                  <a:pt x="79" y="7643"/>
                </a:lnTo>
                <a:lnTo>
                  <a:pt x="65" y="7805"/>
                </a:lnTo>
                <a:lnTo>
                  <a:pt x="54" y="7967"/>
                </a:lnTo>
                <a:lnTo>
                  <a:pt x="42" y="8130"/>
                </a:lnTo>
                <a:lnTo>
                  <a:pt x="31" y="8293"/>
                </a:lnTo>
                <a:lnTo>
                  <a:pt x="22" y="8456"/>
                </a:lnTo>
                <a:lnTo>
                  <a:pt x="14" y="8619"/>
                </a:lnTo>
                <a:lnTo>
                  <a:pt x="8" y="8782"/>
                </a:lnTo>
                <a:lnTo>
                  <a:pt x="3" y="8946"/>
                </a:lnTo>
                <a:lnTo>
                  <a:pt x="0" y="9109"/>
                </a:lnTo>
                <a:lnTo>
                  <a:pt x="0" y="9190"/>
                </a:lnTo>
                <a:lnTo>
                  <a:pt x="0" y="9273"/>
                </a:lnTo>
                <a:lnTo>
                  <a:pt x="1" y="9354"/>
                </a:lnTo>
                <a:lnTo>
                  <a:pt x="2" y="9437"/>
                </a:lnTo>
                <a:lnTo>
                  <a:pt x="3" y="9518"/>
                </a:lnTo>
                <a:lnTo>
                  <a:pt x="7" y="9599"/>
                </a:lnTo>
                <a:lnTo>
                  <a:pt x="10" y="9681"/>
                </a:lnTo>
                <a:lnTo>
                  <a:pt x="14" y="9763"/>
                </a:lnTo>
                <a:lnTo>
                  <a:pt x="21" y="9885"/>
                </a:lnTo>
                <a:lnTo>
                  <a:pt x="27" y="10006"/>
                </a:lnTo>
                <a:lnTo>
                  <a:pt x="34" y="10128"/>
                </a:lnTo>
                <a:lnTo>
                  <a:pt x="41" y="10249"/>
                </a:lnTo>
                <a:lnTo>
                  <a:pt x="47" y="10369"/>
                </a:lnTo>
                <a:lnTo>
                  <a:pt x="54" y="10490"/>
                </a:lnTo>
                <a:lnTo>
                  <a:pt x="61" y="10611"/>
                </a:lnTo>
                <a:lnTo>
                  <a:pt x="68" y="10731"/>
                </a:lnTo>
                <a:lnTo>
                  <a:pt x="74" y="10851"/>
                </a:lnTo>
                <a:lnTo>
                  <a:pt x="82" y="10971"/>
                </a:lnTo>
                <a:lnTo>
                  <a:pt x="90" y="11091"/>
                </a:lnTo>
                <a:lnTo>
                  <a:pt x="98" y="11213"/>
                </a:lnTo>
                <a:lnTo>
                  <a:pt x="108" y="11333"/>
                </a:lnTo>
                <a:lnTo>
                  <a:pt x="117" y="11454"/>
                </a:lnTo>
                <a:lnTo>
                  <a:pt x="127" y="11575"/>
                </a:lnTo>
                <a:lnTo>
                  <a:pt x="138" y="11697"/>
                </a:lnTo>
                <a:lnTo>
                  <a:pt x="149" y="11811"/>
                </a:lnTo>
                <a:lnTo>
                  <a:pt x="160" y="11926"/>
                </a:lnTo>
                <a:lnTo>
                  <a:pt x="172" y="12040"/>
                </a:lnTo>
                <a:lnTo>
                  <a:pt x="184" y="12154"/>
                </a:lnTo>
                <a:lnTo>
                  <a:pt x="197" y="12269"/>
                </a:lnTo>
                <a:lnTo>
                  <a:pt x="209" y="12383"/>
                </a:lnTo>
                <a:lnTo>
                  <a:pt x="223" y="12498"/>
                </a:lnTo>
                <a:lnTo>
                  <a:pt x="237" y="12611"/>
                </a:lnTo>
                <a:lnTo>
                  <a:pt x="252" y="12725"/>
                </a:lnTo>
                <a:lnTo>
                  <a:pt x="267" y="12839"/>
                </a:lnTo>
                <a:lnTo>
                  <a:pt x="281" y="12953"/>
                </a:lnTo>
                <a:lnTo>
                  <a:pt x="298" y="13066"/>
                </a:lnTo>
                <a:lnTo>
                  <a:pt x="314" y="13180"/>
                </a:lnTo>
                <a:lnTo>
                  <a:pt x="331" y="13293"/>
                </a:lnTo>
                <a:lnTo>
                  <a:pt x="349" y="13406"/>
                </a:lnTo>
                <a:lnTo>
                  <a:pt x="366" y="13519"/>
                </a:lnTo>
                <a:lnTo>
                  <a:pt x="398" y="13707"/>
                </a:lnTo>
                <a:lnTo>
                  <a:pt x="433" y="13905"/>
                </a:lnTo>
                <a:lnTo>
                  <a:pt x="470" y="14110"/>
                </a:lnTo>
                <a:lnTo>
                  <a:pt x="511" y="14322"/>
                </a:lnTo>
                <a:lnTo>
                  <a:pt x="555" y="14538"/>
                </a:lnTo>
                <a:lnTo>
                  <a:pt x="602" y="14757"/>
                </a:lnTo>
                <a:lnTo>
                  <a:pt x="650" y="14979"/>
                </a:lnTo>
                <a:lnTo>
                  <a:pt x="701" y="15200"/>
                </a:lnTo>
                <a:lnTo>
                  <a:pt x="729" y="15311"/>
                </a:lnTo>
                <a:lnTo>
                  <a:pt x="755" y="15420"/>
                </a:lnTo>
                <a:lnTo>
                  <a:pt x="784" y="15530"/>
                </a:lnTo>
                <a:lnTo>
                  <a:pt x="811" y="15639"/>
                </a:lnTo>
                <a:lnTo>
                  <a:pt x="840" y="15747"/>
                </a:lnTo>
                <a:lnTo>
                  <a:pt x="870" y="15854"/>
                </a:lnTo>
                <a:lnTo>
                  <a:pt x="899" y="15959"/>
                </a:lnTo>
                <a:lnTo>
                  <a:pt x="929" y="16064"/>
                </a:lnTo>
                <a:lnTo>
                  <a:pt x="960" y="16165"/>
                </a:lnTo>
                <a:lnTo>
                  <a:pt x="991" y="16266"/>
                </a:lnTo>
                <a:lnTo>
                  <a:pt x="1022" y="16365"/>
                </a:lnTo>
                <a:lnTo>
                  <a:pt x="1054" y="16461"/>
                </a:lnTo>
                <a:lnTo>
                  <a:pt x="1086" y="16556"/>
                </a:lnTo>
                <a:lnTo>
                  <a:pt x="1119" y="16646"/>
                </a:lnTo>
                <a:lnTo>
                  <a:pt x="1152" y="16735"/>
                </a:lnTo>
                <a:lnTo>
                  <a:pt x="1185" y="16821"/>
                </a:lnTo>
                <a:lnTo>
                  <a:pt x="1225" y="16920"/>
                </a:lnTo>
                <a:lnTo>
                  <a:pt x="1267" y="17017"/>
                </a:lnTo>
                <a:lnTo>
                  <a:pt x="1288" y="17064"/>
                </a:lnTo>
                <a:lnTo>
                  <a:pt x="1310" y="17111"/>
                </a:lnTo>
                <a:lnTo>
                  <a:pt x="1332" y="17156"/>
                </a:lnTo>
                <a:lnTo>
                  <a:pt x="1354" y="17202"/>
                </a:lnTo>
                <a:lnTo>
                  <a:pt x="1377" y="17247"/>
                </a:lnTo>
                <a:lnTo>
                  <a:pt x="1399" y="17290"/>
                </a:lnTo>
                <a:lnTo>
                  <a:pt x="1423" y="17334"/>
                </a:lnTo>
                <a:lnTo>
                  <a:pt x="1447" y="17376"/>
                </a:lnTo>
                <a:lnTo>
                  <a:pt x="1471" y="17417"/>
                </a:lnTo>
                <a:lnTo>
                  <a:pt x="1496" y="17459"/>
                </a:lnTo>
                <a:lnTo>
                  <a:pt x="1521" y="17499"/>
                </a:lnTo>
                <a:lnTo>
                  <a:pt x="1546" y="17538"/>
                </a:lnTo>
                <a:lnTo>
                  <a:pt x="1572" y="17576"/>
                </a:lnTo>
                <a:lnTo>
                  <a:pt x="1598" y="17614"/>
                </a:lnTo>
                <a:lnTo>
                  <a:pt x="1625" y="17651"/>
                </a:lnTo>
                <a:lnTo>
                  <a:pt x="1652" y="17687"/>
                </a:lnTo>
                <a:lnTo>
                  <a:pt x="1680" y="17722"/>
                </a:lnTo>
                <a:lnTo>
                  <a:pt x="1707" y="17756"/>
                </a:lnTo>
                <a:lnTo>
                  <a:pt x="1736" y="17789"/>
                </a:lnTo>
                <a:lnTo>
                  <a:pt x="1764" y="17822"/>
                </a:lnTo>
                <a:lnTo>
                  <a:pt x="1794" y="17853"/>
                </a:lnTo>
                <a:lnTo>
                  <a:pt x="1824" y="17884"/>
                </a:lnTo>
                <a:lnTo>
                  <a:pt x="1854" y="17914"/>
                </a:lnTo>
                <a:lnTo>
                  <a:pt x="1885" y="17943"/>
                </a:lnTo>
                <a:lnTo>
                  <a:pt x="1917" y="17970"/>
                </a:lnTo>
                <a:lnTo>
                  <a:pt x="1947" y="17998"/>
                </a:lnTo>
                <a:lnTo>
                  <a:pt x="1980" y="18023"/>
                </a:lnTo>
                <a:lnTo>
                  <a:pt x="2013" y="18048"/>
                </a:lnTo>
                <a:lnTo>
                  <a:pt x="2052" y="18075"/>
                </a:lnTo>
                <a:lnTo>
                  <a:pt x="2091" y="18102"/>
                </a:lnTo>
                <a:lnTo>
                  <a:pt x="2132" y="18127"/>
                </a:lnTo>
                <a:lnTo>
                  <a:pt x="2173" y="18151"/>
                </a:lnTo>
                <a:lnTo>
                  <a:pt x="2215" y="18174"/>
                </a:lnTo>
                <a:lnTo>
                  <a:pt x="2259" y="18194"/>
                </a:lnTo>
                <a:lnTo>
                  <a:pt x="2303" y="18214"/>
                </a:lnTo>
                <a:lnTo>
                  <a:pt x="2349" y="18232"/>
                </a:lnTo>
                <a:lnTo>
                  <a:pt x="2397" y="18249"/>
                </a:lnTo>
                <a:lnTo>
                  <a:pt x="2446" y="18264"/>
                </a:lnTo>
                <a:lnTo>
                  <a:pt x="2497" y="18277"/>
                </a:lnTo>
                <a:lnTo>
                  <a:pt x="2549" y="18287"/>
                </a:lnTo>
                <a:lnTo>
                  <a:pt x="2576" y="18292"/>
                </a:lnTo>
                <a:lnTo>
                  <a:pt x="2603" y="18296"/>
                </a:lnTo>
                <a:lnTo>
                  <a:pt x="2631" y="18300"/>
                </a:lnTo>
                <a:lnTo>
                  <a:pt x="2658" y="18303"/>
                </a:lnTo>
                <a:lnTo>
                  <a:pt x="2687" y="18305"/>
                </a:lnTo>
                <a:lnTo>
                  <a:pt x="2716" y="18308"/>
                </a:lnTo>
                <a:lnTo>
                  <a:pt x="2745" y="18309"/>
                </a:lnTo>
                <a:lnTo>
                  <a:pt x="2776" y="18309"/>
                </a:lnTo>
                <a:lnTo>
                  <a:pt x="2835" y="18310"/>
                </a:lnTo>
                <a:lnTo>
                  <a:pt x="2896" y="18310"/>
                </a:lnTo>
                <a:lnTo>
                  <a:pt x="2957" y="18309"/>
                </a:lnTo>
                <a:lnTo>
                  <a:pt x="3017" y="18308"/>
                </a:lnTo>
                <a:lnTo>
                  <a:pt x="3079" y="18305"/>
                </a:lnTo>
                <a:lnTo>
                  <a:pt x="3140" y="18303"/>
                </a:lnTo>
                <a:lnTo>
                  <a:pt x="3200" y="18300"/>
                </a:lnTo>
                <a:lnTo>
                  <a:pt x="3262" y="18296"/>
                </a:lnTo>
                <a:lnTo>
                  <a:pt x="3323" y="18292"/>
                </a:lnTo>
                <a:lnTo>
                  <a:pt x="3384" y="18287"/>
                </a:lnTo>
                <a:lnTo>
                  <a:pt x="3444" y="18283"/>
                </a:lnTo>
                <a:lnTo>
                  <a:pt x="3505" y="18277"/>
                </a:lnTo>
                <a:lnTo>
                  <a:pt x="3565" y="18271"/>
                </a:lnTo>
                <a:lnTo>
                  <a:pt x="3625" y="18264"/>
                </a:lnTo>
                <a:lnTo>
                  <a:pt x="3686" y="18257"/>
                </a:lnTo>
                <a:lnTo>
                  <a:pt x="3745" y="18250"/>
                </a:lnTo>
                <a:lnTo>
                  <a:pt x="3829" y="18240"/>
                </a:lnTo>
                <a:lnTo>
                  <a:pt x="3912" y="18230"/>
                </a:lnTo>
                <a:lnTo>
                  <a:pt x="3995" y="18218"/>
                </a:lnTo>
                <a:lnTo>
                  <a:pt x="4076" y="18206"/>
                </a:lnTo>
                <a:lnTo>
                  <a:pt x="4157" y="18192"/>
                </a:lnTo>
                <a:lnTo>
                  <a:pt x="4236" y="18178"/>
                </a:lnTo>
                <a:lnTo>
                  <a:pt x="4316" y="18165"/>
                </a:lnTo>
                <a:lnTo>
                  <a:pt x="4395" y="18150"/>
                </a:lnTo>
                <a:lnTo>
                  <a:pt x="4473" y="18134"/>
                </a:lnTo>
                <a:lnTo>
                  <a:pt x="4549" y="18118"/>
                </a:lnTo>
                <a:lnTo>
                  <a:pt x="4627" y="18101"/>
                </a:lnTo>
                <a:lnTo>
                  <a:pt x="4704" y="18083"/>
                </a:lnTo>
                <a:lnTo>
                  <a:pt x="4779" y="18066"/>
                </a:lnTo>
                <a:lnTo>
                  <a:pt x="4855" y="18048"/>
                </a:lnTo>
                <a:lnTo>
                  <a:pt x="4931" y="18028"/>
                </a:lnTo>
                <a:lnTo>
                  <a:pt x="5006" y="18009"/>
                </a:lnTo>
                <a:lnTo>
                  <a:pt x="5156" y="17969"/>
                </a:lnTo>
                <a:lnTo>
                  <a:pt x="5305" y="17927"/>
                </a:lnTo>
                <a:lnTo>
                  <a:pt x="5455" y="17882"/>
                </a:lnTo>
                <a:lnTo>
                  <a:pt x="5603" y="17836"/>
                </a:lnTo>
                <a:lnTo>
                  <a:pt x="5753" y="17789"/>
                </a:lnTo>
                <a:lnTo>
                  <a:pt x="5904" y="17741"/>
                </a:lnTo>
                <a:lnTo>
                  <a:pt x="6056" y="17691"/>
                </a:lnTo>
                <a:lnTo>
                  <a:pt x="6211" y="17639"/>
                </a:lnTo>
                <a:lnTo>
                  <a:pt x="6273" y="17619"/>
                </a:lnTo>
                <a:lnTo>
                  <a:pt x="6368" y="17586"/>
                </a:lnTo>
                <a:lnTo>
                  <a:pt x="6483" y="17544"/>
                </a:lnTo>
                <a:lnTo>
                  <a:pt x="6608" y="17501"/>
                </a:lnTo>
                <a:lnTo>
                  <a:pt x="6729" y="17456"/>
                </a:lnTo>
                <a:lnTo>
                  <a:pt x="6837" y="17415"/>
                </a:lnTo>
                <a:lnTo>
                  <a:pt x="6881" y="17398"/>
                </a:lnTo>
                <a:lnTo>
                  <a:pt x="6917" y="17382"/>
                </a:lnTo>
                <a:lnTo>
                  <a:pt x="6943" y="17369"/>
                </a:lnTo>
                <a:lnTo>
                  <a:pt x="6959" y="17361"/>
                </a:lnTo>
                <a:lnTo>
                  <a:pt x="6994" y="17351"/>
                </a:lnTo>
                <a:lnTo>
                  <a:pt x="7046" y="17333"/>
                </a:lnTo>
                <a:lnTo>
                  <a:pt x="7116" y="17308"/>
                </a:lnTo>
                <a:lnTo>
                  <a:pt x="7200" y="17277"/>
                </a:lnTo>
                <a:lnTo>
                  <a:pt x="7294" y="17240"/>
                </a:lnTo>
                <a:lnTo>
                  <a:pt x="7397" y="17200"/>
                </a:lnTo>
                <a:lnTo>
                  <a:pt x="7507" y="17156"/>
                </a:lnTo>
                <a:lnTo>
                  <a:pt x="7621" y="17112"/>
                </a:lnTo>
                <a:lnTo>
                  <a:pt x="7734" y="17066"/>
                </a:lnTo>
                <a:lnTo>
                  <a:pt x="7846" y="17021"/>
                </a:lnTo>
                <a:lnTo>
                  <a:pt x="7955" y="16977"/>
                </a:lnTo>
                <a:lnTo>
                  <a:pt x="8057" y="16937"/>
                </a:lnTo>
                <a:lnTo>
                  <a:pt x="8148" y="16899"/>
                </a:lnTo>
                <a:lnTo>
                  <a:pt x="8228" y="16867"/>
                </a:lnTo>
                <a:lnTo>
                  <a:pt x="8295" y="16841"/>
                </a:lnTo>
                <a:lnTo>
                  <a:pt x="8344" y="16821"/>
                </a:lnTo>
                <a:lnTo>
                  <a:pt x="8396" y="16799"/>
                </a:lnTo>
                <a:lnTo>
                  <a:pt x="8454" y="16778"/>
                </a:lnTo>
                <a:lnTo>
                  <a:pt x="8513" y="16755"/>
                </a:lnTo>
                <a:lnTo>
                  <a:pt x="8574" y="16731"/>
                </a:lnTo>
                <a:lnTo>
                  <a:pt x="8633" y="16707"/>
                </a:lnTo>
                <a:lnTo>
                  <a:pt x="8690" y="16682"/>
                </a:lnTo>
                <a:lnTo>
                  <a:pt x="8744" y="16658"/>
                </a:lnTo>
                <a:lnTo>
                  <a:pt x="8792" y="16633"/>
                </a:lnTo>
                <a:lnTo>
                  <a:pt x="8829" y="16621"/>
                </a:lnTo>
                <a:lnTo>
                  <a:pt x="8872" y="16605"/>
                </a:lnTo>
                <a:lnTo>
                  <a:pt x="8918" y="16587"/>
                </a:lnTo>
                <a:lnTo>
                  <a:pt x="8965" y="16565"/>
                </a:lnTo>
                <a:lnTo>
                  <a:pt x="9013" y="16543"/>
                </a:lnTo>
                <a:lnTo>
                  <a:pt x="9059" y="16522"/>
                </a:lnTo>
                <a:lnTo>
                  <a:pt x="9100" y="16502"/>
                </a:lnTo>
                <a:lnTo>
                  <a:pt x="9137" y="16485"/>
                </a:lnTo>
                <a:lnTo>
                  <a:pt x="9178" y="16465"/>
                </a:lnTo>
                <a:lnTo>
                  <a:pt x="9220" y="16447"/>
                </a:lnTo>
                <a:lnTo>
                  <a:pt x="9263" y="16429"/>
                </a:lnTo>
                <a:lnTo>
                  <a:pt x="9304" y="16409"/>
                </a:lnTo>
                <a:lnTo>
                  <a:pt x="9346" y="16391"/>
                </a:lnTo>
                <a:lnTo>
                  <a:pt x="9388" y="16371"/>
                </a:lnTo>
                <a:lnTo>
                  <a:pt x="9430" y="16352"/>
                </a:lnTo>
                <a:lnTo>
                  <a:pt x="9471" y="16331"/>
                </a:lnTo>
                <a:lnTo>
                  <a:pt x="9550" y="16292"/>
                </a:lnTo>
                <a:lnTo>
                  <a:pt x="9633" y="16254"/>
                </a:lnTo>
                <a:lnTo>
                  <a:pt x="9720" y="16214"/>
                </a:lnTo>
                <a:lnTo>
                  <a:pt x="9807" y="16173"/>
                </a:lnTo>
                <a:lnTo>
                  <a:pt x="9894" y="16132"/>
                </a:lnTo>
                <a:lnTo>
                  <a:pt x="9978" y="16091"/>
                </a:lnTo>
                <a:lnTo>
                  <a:pt x="10018" y="16069"/>
                </a:lnTo>
                <a:lnTo>
                  <a:pt x="10057" y="16048"/>
                </a:lnTo>
                <a:lnTo>
                  <a:pt x="10093" y="16026"/>
                </a:lnTo>
                <a:lnTo>
                  <a:pt x="10129" y="16004"/>
                </a:lnTo>
                <a:lnTo>
                  <a:pt x="10153" y="15994"/>
                </a:lnTo>
                <a:lnTo>
                  <a:pt x="10184" y="15979"/>
                </a:lnTo>
                <a:lnTo>
                  <a:pt x="10220" y="15962"/>
                </a:lnTo>
                <a:lnTo>
                  <a:pt x="10263" y="15939"/>
                </a:lnTo>
                <a:lnTo>
                  <a:pt x="10363" y="15886"/>
                </a:lnTo>
                <a:lnTo>
                  <a:pt x="10482" y="15821"/>
                </a:lnTo>
                <a:lnTo>
                  <a:pt x="10614" y="15748"/>
                </a:lnTo>
                <a:lnTo>
                  <a:pt x="10756" y="15669"/>
                </a:lnTo>
                <a:lnTo>
                  <a:pt x="10903" y="15584"/>
                </a:lnTo>
                <a:lnTo>
                  <a:pt x="11053" y="15498"/>
                </a:lnTo>
                <a:lnTo>
                  <a:pt x="11202" y="15411"/>
                </a:lnTo>
                <a:lnTo>
                  <a:pt x="11344" y="15328"/>
                </a:lnTo>
                <a:lnTo>
                  <a:pt x="11477" y="15249"/>
                </a:lnTo>
                <a:lnTo>
                  <a:pt x="11597" y="15176"/>
                </a:lnTo>
                <a:lnTo>
                  <a:pt x="11700" y="15111"/>
                </a:lnTo>
                <a:lnTo>
                  <a:pt x="11781" y="15060"/>
                </a:lnTo>
                <a:lnTo>
                  <a:pt x="11813" y="15038"/>
                </a:lnTo>
                <a:lnTo>
                  <a:pt x="11838" y="15021"/>
                </a:lnTo>
                <a:lnTo>
                  <a:pt x="11857" y="15007"/>
                </a:lnTo>
                <a:lnTo>
                  <a:pt x="11867" y="14997"/>
                </a:lnTo>
                <a:lnTo>
                  <a:pt x="11879" y="14991"/>
                </a:lnTo>
                <a:lnTo>
                  <a:pt x="11898" y="14982"/>
                </a:lnTo>
                <a:lnTo>
                  <a:pt x="11919" y="14970"/>
                </a:lnTo>
                <a:lnTo>
                  <a:pt x="11947" y="14954"/>
                </a:lnTo>
                <a:lnTo>
                  <a:pt x="12012" y="14913"/>
                </a:lnTo>
                <a:lnTo>
                  <a:pt x="12090" y="14864"/>
                </a:lnTo>
                <a:lnTo>
                  <a:pt x="12179" y="14806"/>
                </a:lnTo>
                <a:lnTo>
                  <a:pt x="12276" y="14741"/>
                </a:lnTo>
                <a:lnTo>
                  <a:pt x="12379" y="14672"/>
                </a:lnTo>
                <a:lnTo>
                  <a:pt x="12485" y="14600"/>
                </a:lnTo>
                <a:lnTo>
                  <a:pt x="12590" y="14528"/>
                </a:lnTo>
                <a:lnTo>
                  <a:pt x="12694" y="14457"/>
                </a:lnTo>
                <a:lnTo>
                  <a:pt x="12791" y="14388"/>
                </a:lnTo>
                <a:lnTo>
                  <a:pt x="12883" y="14324"/>
                </a:lnTo>
                <a:lnTo>
                  <a:pt x="12963" y="14267"/>
                </a:lnTo>
                <a:lnTo>
                  <a:pt x="13031" y="14218"/>
                </a:lnTo>
                <a:lnTo>
                  <a:pt x="13083" y="14179"/>
                </a:lnTo>
                <a:lnTo>
                  <a:pt x="13116" y="14152"/>
                </a:lnTo>
                <a:lnTo>
                  <a:pt x="13131" y="14143"/>
                </a:lnTo>
                <a:lnTo>
                  <a:pt x="13152" y="14131"/>
                </a:lnTo>
                <a:lnTo>
                  <a:pt x="13179" y="14112"/>
                </a:lnTo>
                <a:lnTo>
                  <a:pt x="13212" y="14088"/>
                </a:lnTo>
                <a:lnTo>
                  <a:pt x="13294" y="14030"/>
                </a:lnTo>
                <a:lnTo>
                  <a:pt x="13392" y="13958"/>
                </a:lnTo>
                <a:lnTo>
                  <a:pt x="13505" y="13873"/>
                </a:lnTo>
                <a:lnTo>
                  <a:pt x="13628" y="13779"/>
                </a:lnTo>
                <a:lnTo>
                  <a:pt x="13758" y="13680"/>
                </a:lnTo>
                <a:lnTo>
                  <a:pt x="13891" y="13578"/>
                </a:lnTo>
                <a:lnTo>
                  <a:pt x="14024" y="13475"/>
                </a:lnTo>
                <a:lnTo>
                  <a:pt x="14153" y="13374"/>
                </a:lnTo>
                <a:lnTo>
                  <a:pt x="14274" y="13278"/>
                </a:lnTo>
                <a:lnTo>
                  <a:pt x="14385" y="13190"/>
                </a:lnTo>
                <a:lnTo>
                  <a:pt x="14481" y="13112"/>
                </a:lnTo>
                <a:lnTo>
                  <a:pt x="14559" y="13048"/>
                </a:lnTo>
                <a:lnTo>
                  <a:pt x="14590" y="13022"/>
                </a:lnTo>
                <a:lnTo>
                  <a:pt x="14615" y="13000"/>
                </a:lnTo>
                <a:lnTo>
                  <a:pt x="14634" y="12982"/>
                </a:lnTo>
                <a:lnTo>
                  <a:pt x="14645" y="12970"/>
                </a:lnTo>
                <a:lnTo>
                  <a:pt x="14658" y="12963"/>
                </a:lnTo>
                <a:lnTo>
                  <a:pt x="14673" y="12954"/>
                </a:lnTo>
                <a:lnTo>
                  <a:pt x="14690" y="12942"/>
                </a:lnTo>
                <a:lnTo>
                  <a:pt x="14708" y="12928"/>
                </a:lnTo>
                <a:lnTo>
                  <a:pt x="14751" y="12895"/>
                </a:lnTo>
                <a:lnTo>
                  <a:pt x="14802" y="12854"/>
                </a:lnTo>
                <a:lnTo>
                  <a:pt x="14857" y="12807"/>
                </a:lnTo>
                <a:lnTo>
                  <a:pt x="14917" y="12756"/>
                </a:lnTo>
                <a:lnTo>
                  <a:pt x="14979" y="12701"/>
                </a:lnTo>
                <a:lnTo>
                  <a:pt x="15044" y="12645"/>
                </a:lnTo>
                <a:lnTo>
                  <a:pt x="15110" y="12587"/>
                </a:lnTo>
                <a:lnTo>
                  <a:pt x="15175" y="12530"/>
                </a:lnTo>
                <a:lnTo>
                  <a:pt x="15238" y="12475"/>
                </a:lnTo>
                <a:lnTo>
                  <a:pt x="15298" y="12421"/>
                </a:lnTo>
                <a:lnTo>
                  <a:pt x="15354" y="12372"/>
                </a:lnTo>
                <a:lnTo>
                  <a:pt x="15405" y="12328"/>
                </a:lnTo>
                <a:lnTo>
                  <a:pt x="15451" y="12291"/>
                </a:lnTo>
                <a:lnTo>
                  <a:pt x="15487" y="12261"/>
                </a:lnTo>
                <a:lnTo>
                  <a:pt x="15508" y="12245"/>
                </a:lnTo>
                <a:lnTo>
                  <a:pt x="15520" y="12233"/>
                </a:lnTo>
                <a:lnTo>
                  <a:pt x="15534" y="12220"/>
                </a:lnTo>
                <a:lnTo>
                  <a:pt x="15555" y="12200"/>
                </a:lnTo>
                <a:lnTo>
                  <a:pt x="15765" y="12013"/>
                </a:lnTo>
                <a:lnTo>
                  <a:pt x="15798" y="11979"/>
                </a:lnTo>
                <a:lnTo>
                  <a:pt x="15830" y="11947"/>
                </a:lnTo>
                <a:lnTo>
                  <a:pt x="15863" y="11915"/>
                </a:lnTo>
                <a:lnTo>
                  <a:pt x="15895" y="11884"/>
                </a:lnTo>
                <a:lnTo>
                  <a:pt x="15927" y="11853"/>
                </a:lnTo>
                <a:lnTo>
                  <a:pt x="15959" y="11823"/>
                </a:lnTo>
                <a:lnTo>
                  <a:pt x="15992" y="11790"/>
                </a:lnTo>
                <a:lnTo>
                  <a:pt x="16025" y="11758"/>
                </a:lnTo>
                <a:lnTo>
                  <a:pt x="16052" y="11733"/>
                </a:lnTo>
                <a:lnTo>
                  <a:pt x="16089" y="11696"/>
                </a:lnTo>
                <a:lnTo>
                  <a:pt x="16136" y="11649"/>
                </a:lnTo>
                <a:lnTo>
                  <a:pt x="16190" y="11595"/>
                </a:lnTo>
                <a:lnTo>
                  <a:pt x="16248" y="11535"/>
                </a:lnTo>
                <a:lnTo>
                  <a:pt x="16311" y="11470"/>
                </a:lnTo>
                <a:lnTo>
                  <a:pt x="16377" y="11403"/>
                </a:lnTo>
                <a:lnTo>
                  <a:pt x="16443" y="11335"/>
                </a:lnTo>
                <a:lnTo>
                  <a:pt x="16508" y="11268"/>
                </a:lnTo>
                <a:lnTo>
                  <a:pt x="16571" y="11202"/>
                </a:lnTo>
                <a:lnTo>
                  <a:pt x="16629" y="11140"/>
                </a:lnTo>
                <a:lnTo>
                  <a:pt x="16681" y="11084"/>
                </a:lnTo>
                <a:lnTo>
                  <a:pt x="16726" y="11036"/>
                </a:lnTo>
                <a:lnTo>
                  <a:pt x="16761" y="10997"/>
                </a:lnTo>
                <a:lnTo>
                  <a:pt x="16786" y="10969"/>
                </a:lnTo>
                <a:lnTo>
                  <a:pt x="16797" y="10953"/>
                </a:lnTo>
                <a:lnTo>
                  <a:pt x="16818" y="10935"/>
                </a:lnTo>
                <a:lnTo>
                  <a:pt x="16837" y="10915"/>
                </a:lnTo>
                <a:lnTo>
                  <a:pt x="16856" y="10896"/>
                </a:lnTo>
                <a:lnTo>
                  <a:pt x="16874" y="10875"/>
                </a:lnTo>
                <a:lnTo>
                  <a:pt x="16908" y="10833"/>
                </a:lnTo>
                <a:lnTo>
                  <a:pt x="16943" y="10789"/>
                </a:lnTo>
                <a:lnTo>
                  <a:pt x="17006" y="10707"/>
                </a:lnTo>
                <a:lnTo>
                  <a:pt x="17067" y="10626"/>
                </a:lnTo>
                <a:lnTo>
                  <a:pt x="17128" y="10543"/>
                </a:lnTo>
                <a:lnTo>
                  <a:pt x="17185" y="10462"/>
                </a:lnTo>
                <a:lnTo>
                  <a:pt x="17214" y="10421"/>
                </a:lnTo>
                <a:lnTo>
                  <a:pt x="17241" y="10379"/>
                </a:lnTo>
                <a:lnTo>
                  <a:pt x="17269" y="10337"/>
                </a:lnTo>
                <a:lnTo>
                  <a:pt x="17295" y="10296"/>
                </a:lnTo>
                <a:lnTo>
                  <a:pt x="17321" y="10254"/>
                </a:lnTo>
                <a:lnTo>
                  <a:pt x="17347" y="10211"/>
                </a:lnTo>
                <a:lnTo>
                  <a:pt x="17372" y="10169"/>
                </a:lnTo>
                <a:lnTo>
                  <a:pt x="17396" y="10125"/>
                </a:lnTo>
                <a:lnTo>
                  <a:pt x="17419" y="10081"/>
                </a:lnTo>
                <a:lnTo>
                  <a:pt x="17442" y="10037"/>
                </a:lnTo>
                <a:lnTo>
                  <a:pt x="17463" y="9992"/>
                </a:lnTo>
                <a:lnTo>
                  <a:pt x="17485" y="9946"/>
                </a:lnTo>
                <a:lnTo>
                  <a:pt x="17505" y="9900"/>
                </a:lnTo>
                <a:lnTo>
                  <a:pt x="17524" y="9853"/>
                </a:lnTo>
                <a:lnTo>
                  <a:pt x="17543" y="9805"/>
                </a:lnTo>
                <a:lnTo>
                  <a:pt x="17561" y="9757"/>
                </a:lnTo>
                <a:lnTo>
                  <a:pt x="17578" y="9708"/>
                </a:lnTo>
                <a:lnTo>
                  <a:pt x="17594" y="9657"/>
                </a:lnTo>
                <a:lnTo>
                  <a:pt x="17609" y="9606"/>
                </a:lnTo>
                <a:lnTo>
                  <a:pt x="17622" y="9553"/>
                </a:lnTo>
                <a:lnTo>
                  <a:pt x="17636" y="9501"/>
                </a:lnTo>
                <a:lnTo>
                  <a:pt x="17648" y="9446"/>
                </a:lnTo>
                <a:lnTo>
                  <a:pt x="17659" y="9391"/>
                </a:lnTo>
                <a:lnTo>
                  <a:pt x="17669" y="9334"/>
                </a:lnTo>
                <a:lnTo>
                  <a:pt x="17673" y="9309"/>
                </a:lnTo>
                <a:lnTo>
                  <a:pt x="17675" y="9283"/>
                </a:lnTo>
                <a:lnTo>
                  <a:pt x="17675" y="9255"/>
                </a:lnTo>
                <a:lnTo>
                  <a:pt x="17674" y="9226"/>
                </a:lnTo>
                <a:lnTo>
                  <a:pt x="17672" y="9196"/>
                </a:lnTo>
                <a:lnTo>
                  <a:pt x="17669" y="9165"/>
                </a:lnTo>
                <a:lnTo>
                  <a:pt x="17665" y="9133"/>
                </a:lnTo>
                <a:lnTo>
                  <a:pt x="17659" y="9101"/>
                </a:lnTo>
                <a:lnTo>
                  <a:pt x="17653" y="9068"/>
                </a:lnTo>
                <a:lnTo>
                  <a:pt x="17645" y="9034"/>
                </a:lnTo>
                <a:lnTo>
                  <a:pt x="17637" y="8999"/>
                </a:lnTo>
                <a:lnTo>
                  <a:pt x="17629" y="8965"/>
                </a:lnTo>
                <a:lnTo>
                  <a:pt x="17609" y="8895"/>
                </a:lnTo>
                <a:lnTo>
                  <a:pt x="17587" y="8825"/>
                </a:lnTo>
                <a:lnTo>
                  <a:pt x="17563" y="8757"/>
                </a:lnTo>
                <a:lnTo>
                  <a:pt x="17539" y="8689"/>
                </a:lnTo>
                <a:lnTo>
                  <a:pt x="17513" y="8624"/>
                </a:lnTo>
                <a:lnTo>
                  <a:pt x="17487" y="8563"/>
                </a:lnTo>
                <a:lnTo>
                  <a:pt x="17462" y="8506"/>
                </a:lnTo>
                <a:lnTo>
                  <a:pt x="17437" y="8455"/>
                </a:lnTo>
                <a:lnTo>
                  <a:pt x="17415" y="8408"/>
                </a:lnTo>
                <a:lnTo>
                  <a:pt x="17394" y="8369"/>
                </a:lnTo>
                <a:lnTo>
                  <a:pt x="17360" y="8310"/>
                </a:lnTo>
                <a:lnTo>
                  <a:pt x="17328" y="8254"/>
                </a:lnTo>
                <a:lnTo>
                  <a:pt x="17297" y="8203"/>
                </a:lnTo>
                <a:lnTo>
                  <a:pt x="17268" y="8155"/>
                </a:lnTo>
                <a:lnTo>
                  <a:pt x="17239" y="8109"/>
                </a:lnTo>
                <a:lnTo>
                  <a:pt x="17210" y="8066"/>
                </a:lnTo>
                <a:lnTo>
                  <a:pt x="17182" y="8023"/>
                </a:lnTo>
                <a:lnTo>
                  <a:pt x="17153" y="7981"/>
                </a:lnTo>
                <a:lnTo>
                  <a:pt x="17123" y="7941"/>
                </a:lnTo>
                <a:lnTo>
                  <a:pt x="17093" y="7900"/>
                </a:lnTo>
                <a:lnTo>
                  <a:pt x="17062" y="7858"/>
                </a:lnTo>
                <a:lnTo>
                  <a:pt x="17029" y="7816"/>
                </a:lnTo>
                <a:lnTo>
                  <a:pt x="16958" y="7727"/>
                </a:lnTo>
                <a:lnTo>
                  <a:pt x="16877" y="7627"/>
                </a:lnTo>
                <a:lnTo>
                  <a:pt x="16843" y="7585"/>
                </a:lnTo>
                <a:lnTo>
                  <a:pt x="16805" y="7540"/>
                </a:lnTo>
                <a:lnTo>
                  <a:pt x="16766" y="7493"/>
                </a:lnTo>
                <a:lnTo>
                  <a:pt x="16725" y="7446"/>
                </a:lnTo>
                <a:lnTo>
                  <a:pt x="16641" y="7350"/>
                </a:lnTo>
                <a:lnTo>
                  <a:pt x="16551" y="7253"/>
                </a:lnTo>
                <a:lnTo>
                  <a:pt x="16462" y="7157"/>
                </a:lnTo>
                <a:lnTo>
                  <a:pt x="16373" y="7065"/>
                </a:lnTo>
                <a:lnTo>
                  <a:pt x="16287" y="6978"/>
                </a:lnTo>
                <a:lnTo>
                  <a:pt x="16207" y="6899"/>
                </a:lnTo>
                <a:lnTo>
                  <a:pt x="16179" y="6872"/>
                </a:lnTo>
                <a:lnTo>
                  <a:pt x="16153" y="6842"/>
                </a:lnTo>
                <a:lnTo>
                  <a:pt x="16127" y="6811"/>
                </a:lnTo>
                <a:lnTo>
                  <a:pt x="16099" y="6779"/>
                </a:lnTo>
                <a:lnTo>
                  <a:pt x="16071" y="6747"/>
                </a:lnTo>
                <a:lnTo>
                  <a:pt x="16042" y="6715"/>
                </a:lnTo>
                <a:lnTo>
                  <a:pt x="16011" y="6683"/>
                </a:lnTo>
                <a:lnTo>
                  <a:pt x="15979" y="6652"/>
                </a:lnTo>
                <a:lnTo>
                  <a:pt x="14313" y="5186"/>
                </a:lnTo>
                <a:lnTo>
                  <a:pt x="14230" y="5121"/>
                </a:lnTo>
                <a:lnTo>
                  <a:pt x="14144" y="5052"/>
                </a:lnTo>
                <a:lnTo>
                  <a:pt x="14058" y="4981"/>
                </a:lnTo>
                <a:lnTo>
                  <a:pt x="13972" y="4911"/>
                </a:lnTo>
                <a:lnTo>
                  <a:pt x="13885" y="4840"/>
                </a:lnTo>
                <a:lnTo>
                  <a:pt x="13797" y="4769"/>
                </a:lnTo>
                <a:lnTo>
                  <a:pt x="13709" y="4700"/>
                </a:lnTo>
                <a:lnTo>
                  <a:pt x="13622" y="4634"/>
                </a:lnTo>
                <a:lnTo>
                  <a:pt x="13528" y="4565"/>
                </a:lnTo>
                <a:lnTo>
                  <a:pt x="13437" y="4496"/>
                </a:lnTo>
                <a:lnTo>
                  <a:pt x="13348" y="4430"/>
                </a:lnTo>
                <a:lnTo>
                  <a:pt x="13259" y="4364"/>
                </a:lnTo>
                <a:lnTo>
                  <a:pt x="13172" y="4299"/>
                </a:lnTo>
                <a:lnTo>
                  <a:pt x="13085" y="4234"/>
                </a:lnTo>
                <a:lnTo>
                  <a:pt x="12999" y="4170"/>
                </a:lnTo>
                <a:lnTo>
                  <a:pt x="12913" y="4107"/>
                </a:lnTo>
                <a:lnTo>
                  <a:pt x="12826" y="4043"/>
                </a:lnTo>
                <a:lnTo>
                  <a:pt x="12738" y="3980"/>
                </a:lnTo>
                <a:lnTo>
                  <a:pt x="12650" y="3916"/>
                </a:lnTo>
                <a:lnTo>
                  <a:pt x="12559" y="3852"/>
                </a:lnTo>
                <a:lnTo>
                  <a:pt x="12468" y="3787"/>
                </a:lnTo>
                <a:lnTo>
                  <a:pt x="12373" y="3722"/>
                </a:lnTo>
                <a:lnTo>
                  <a:pt x="12276" y="3655"/>
                </a:lnTo>
                <a:lnTo>
                  <a:pt x="12177" y="3589"/>
                </a:lnTo>
                <a:lnTo>
                  <a:pt x="12083" y="3525"/>
                </a:lnTo>
                <a:lnTo>
                  <a:pt x="11988" y="3463"/>
                </a:lnTo>
                <a:lnTo>
                  <a:pt x="11893" y="3402"/>
                </a:lnTo>
                <a:lnTo>
                  <a:pt x="11798" y="3340"/>
                </a:lnTo>
                <a:lnTo>
                  <a:pt x="11702" y="3280"/>
                </a:lnTo>
                <a:lnTo>
                  <a:pt x="11606" y="3219"/>
                </a:lnTo>
                <a:lnTo>
                  <a:pt x="11509" y="3158"/>
                </a:lnTo>
                <a:lnTo>
                  <a:pt x="11411" y="3097"/>
                </a:lnTo>
                <a:lnTo>
                  <a:pt x="11318" y="3037"/>
                </a:lnTo>
                <a:lnTo>
                  <a:pt x="11222" y="2979"/>
                </a:lnTo>
                <a:lnTo>
                  <a:pt x="11125" y="2920"/>
                </a:lnTo>
                <a:lnTo>
                  <a:pt x="11028" y="2863"/>
                </a:lnTo>
                <a:lnTo>
                  <a:pt x="10930" y="2806"/>
                </a:lnTo>
                <a:lnTo>
                  <a:pt x="10831" y="2749"/>
                </a:lnTo>
                <a:lnTo>
                  <a:pt x="10732" y="2692"/>
                </a:lnTo>
                <a:lnTo>
                  <a:pt x="10631" y="2635"/>
                </a:lnTo>
                <a:lnTo>
                  <a:pt x="10529" y="2579"/>
                </a:lnTo>
                <a:lnTo>
                  <a:pt x="10427" y="2523"/>
                </a:lnTo>
                <a:lnTo>
                  <a:pt x="10326" y="2468"/>
                </a:lnTo>
                <a:lnTo>
                  <a:pt x="10223" y="2413"/>
                </a:lnTo>
                <a:lnTo>
                  <a:pt x="10120" y="2359"/>
                </a:lnTo>
                <a:lnTo>
                  <a:pt x="10015" y="2305"/>
                </a:lnTo>
                <a:lnTo>
                  <a:pt x="9911" y="2251"/>
                </a:lnTo>
                <a:lnTo>
                  <a:pt x="9807" y="2198"/>
                </a:lnTo>
                <a:lnTo>
                  <a:pt x="9735" y="2162"/>
                </a:lnTo>
                <a:lnTo>
                  <a:pt x="9660" y="2124"/>
                </a:lnTo>
                <a:lnTo>
                  <a:pt x="9583" y="2086"/>
                </a:lnTo>
                <a:lnTo>
                  <a:pt x="9504" y="2047"/>
                </a:lnTo>
                <a:lnTo>
                  <a:pt x="9423" y="2010"/>
                </a:lnTo>
                <a:lnTo>
                  <a:pt x="9340" y="1971"/>
                </a:lnTo>
                <a:lnTo>
                  <a:pt x="9258" y="1932"/>
                </a:lnTo>
                <a:lnTo>
                  <a:pt x="9174" y="1893"/>
                </a:lnTo>
                <a:lnTo>
                  <a:pt x="9091" y="1855"/>
                </a:lnTo>
                <a:lnTo>
                  <a:pt x="9006" y="1816"/>
                </a:lnTo>
                <a:lnTo>
                  <a:pt x="8923" y="1780"/>
                </a:lnTo>
                <a:lnTo>
                  <a:pt x="8840" y="1743"/>
                </a:lnTo>
                <a:lnTo>
                  <a:pt x="8759" y="1707"/>
                </a:lnTo>
                <a:lnTo>
                  <a:pt x="8679" y="1673"/>
                </a:lnTo>
                <a:lnTo>
                  <a:pt x="8600" y="1640"/>
                </a:lnTo>
                <a:lnTo>
                  <a:pt x="8523" y="1608"/>
                </a:lnTo>
                <a:lnTo>
                  <a:pt x="8472" y="1587"/>
                </a:lnTo>
                <a:lnTo>
                  <a:pt x="8417" y="1562"/>
                </a:lnTo>
                <a:lnTo>
                  <a:pt x="8360" y="1537"/>
                </a:lnTo>
                <a:lnTo>
                  <a:pt x="8300" y="1511"/>
                </a:lnTo>
                <a:lnTo>
                  <a:pt x="8242" y="1485"/>
                </a:lnTo>
                <a:lnTo>
                  <a:pt x="8184" y="1461"/>
                </a:lnTo>
                <a:lnTo>
                  <a:pt x="8156" y="1451"/>
                </a:lnTo>
                <a:lnTo>
                  <a:pt x="8129" y="1442"/>
                </a:lnTo>
                <a:lnTo>
                  <a:pt x="8102" y="1433"/>
                </a:lnTo>
                <a:lnTo>
                  <a:pt x="8078" y="1426"/>
                </a:lnTo>
                <a:close/>
              </a:path>
            </a:pathLst>
          </a:custGeom>
          <a:solidFill>
            <a:schemeClr val="accent1"/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316690" y="373380"/>
            <a:ext cx="8171180" cy="655320"/>
          </a:xfrm>
          <a:prstGeom prst="roundRect">
            <a:avLst>
              <a:gd name="adj" fmla="val 13854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783520" y="4670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Features of Google Cloud Platform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24765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48287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alphaModFix/>
          </a:blip>
          <a:srcRect l="-24961" t="40080" r="14523" b="-48788"/>
          <a:stretch>
            <a:fillRect/>
          </a:stretch>
        </p:blipFill>
        <p:spPr>
          <a:xfrm flipH="1">
            <a:off x="6421776" y="2049832"/>
            <a:ext cx="8616950" cy="8481867"/>
          </a:xfrm>
          <a:custGeom>
            <a:avLst/>
            <a:gdLst/>
            <a:ahLst/>
            <a:cxnLst/>
            <a:rect l="l" t="t" r="r" b="b"/>
            <a:pathLst>
              <a:path w="8623300" h="8483600">
                <a:moveTo>
                  <a:pt x="3234141" y="0"/>
                </a:moveTo>
                <a:lnTo>
                  <a:pt x="3231720" y="559"/>
                </a:lnTo>
                <a:cubicBezTo>
                  <a:pt x="1373261" y="478720"/>
                  <a:pt x="0" y="2165685"/>
                  <a:pt x="0" y="4173392"/>
                </a:cubicBezTo>
                <a:cubicBezTo>
                  <a:pt x="0" y="6552897"/>
                  <a:pt x="1928970" y="8481867"/>
                  <a:pt x="4308475" y="8481867"/>
                </a:cubicBezTo>
                <a:cubicBezTo>
                  <a:pt x="6687980" y="8481867"/>
                  <a:pt x="8616950" y="6552897"/>
                  <a:pt x="8616950" y="4173392"/>
                </a:cubicBezTo>
                <a:cubicBezTo>
                  <a:pt x="8616950" y="3504156"/>
                  <a:pt x="8464365" y="2870559"/>
                  <a:pt x="8192088" y="2305490"/>
                </a:cubicBezTo>
                <a:lnTo>
                  <a:pt x="8154241" y="2231595"/>
                </a:lnTo>
                <a:lnTo>
                  <a:pt x="8154241" y="4675248"/>
                </a:lnTo>
                <a:lnTo>
                  <a:pt x="7665669" y="4675248"/>
                </a:lnTo>
                <a:lnTo>
                  <a:pt x="7663753" y="4690324"/>
                </a:lnTo>
                <a:cubicBezTo>
                  <a:pt x="7414797" y="6319652"/>
                  <a:pt x="6007394" y="7567781"/>
                  <a:pt x="4308475" y="7567781"/>
                </a:cubicBezTo>
                <a:cubicBezTo>
                  <a:pt x="2433806" y="7567781"/>
                  <a:pt x="914086" y="6048061"/>
                  <a:pt x="914086" y="4173392"/>
                </a:cubicBezTo>
                <a:cubicBezTo>
                  <a:pt x="914086" y="2708807"/>
                  <a:pt x="1841649" y="1460866"/>
                  <a:pt x="3141370" y="984974"/>
                </a:cubicBezTo>
                <a:lnTo>
                  <a:pt x="3234141" y="953584"/>
                </a:lnTo>
                <a:lnTo>
                  <a:pt x="3234141" y="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" name="标题 1"/>
          <p:cNvSpPr txBox="1"/>
          <p:nvPr/>
        </p:nvSpPr>
        <p:spPr>
          <a:xfrm>
            <a:off x="660400" y="1158466"/>
            <a:ext cx="10858500" cy="5078822"/>
          </a:xfrm>
          <a:prstGeom prst="roundRect">
            <a:avLst>
              <a:gd name="adj" fmla="val 1391"/>
            </a:avLst>
          </a:prstGeom>
          <a:solidFill>
            <a:schemeClr val="bg1"/>
          </a:solidFill>
          <a:ln w="1270" cap="sq">
            <a:solidFill>
              <a:schemeClr val="accent1">
                <a:alpha val="50000"/>
              </a:schemeClr>
            </a:solidFill>
            <a:miter/>
          </a:ln>
          <a:effectLst>
            <a:outerShdw blurRad="279400" dist="114300" dir="2700000" sx="102000" sy="102000" algn="tl" rotWithShape="0">
              <a:schemeClr val="accent1">
                <a:alpha val="13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9757458" y="222813"/>
            <a:ext cx="2434542" cy="6412374"/>
          </a:xfrm>
          <a:custGeom>
            <a:avLst/>
            <a:gdLst>
              <a:gd name="connsiteX0" fmla="*/ 0 w 2434542"/>
              <a:gd name="connsiteY0" fmla="*/ 0 h 6412374"/>
              <a:gd name="connsiteX1" fmla="*/ 2434542 w 2434542"/>
              <a:gd name="connsiteY1" fmla="*/ 0 h 6412374"/>
              <a:gd name="connsiteX2" fmla="*/ 2434542 w 2434542"/>
              <a:gd name="connsiteY2" fmla="*/ 6412374 h 6412374"/>
              <a:gd name="connsiteX3" fmla="*/ 0 w 2434542"/>
              <a:gd name="connsiteY3" fmla="*/ 6412374 h 6412374"/>
              <a:gd name="connsiteX4" fmla="*/ 0 w 2434542"/>
              <a:gd name="connsiteY4" fmla="*/ 5099569 h 6412374"/>
              <a:gd name="connsiteX5" fmla="*/ 40695 w 2434542"/>
              <a:gd name="connsiteY5" fmla="*/ 5097514 h 6412374"/>
              <a:gd name="connsiteX6" fmla="*/ 1747456 w 2434542"/>
              <a:gd name="connsiteY6" fmla="*/ 3206187 h 6412374"/>
              <a:gd name="connsiteX7" fmla="*/ 40695 w 2434542"/>
              <a:gd name="connsiteY7" fmla="*/ 1314861 h 6412374"/>
              <a:gd name="connsiteX8" fmla="*/ 0 w 2434542"/>
              <a:gd name="connsiteY8" fmla="*/ 1312806 h 6412374"/>
            </a:gdLst>
            <a:ahLst/>
            <a:cxnLst/>
            <a:rect l="l" t="t" r="r" b="b"/>
            <a:pathLst>
              <a:path w="2434542" h="6412374">
                <a:moveTo>
                  <a:pt x="0" y="0"/>
                </a:moveTo>
                <a:lnTo>
                  <a:pt x="2434542" y="0"/>
                </a:lnTo>
                <a:lnTo>
                  <a:pt x="2434542" y="6412374"/>
                </a:lnTo>
                <a:lnTo>
                  <a:pt x="0" y="6412374"/>
                </a:lnTo>
                <a:lnTo>
                  <a:pt x="0" y="5099569"/>
                </a:lnTo>
                <a:lnTo>
                  <a:pt x="40695" y="5097514"/>
                </a:lnTo>
                <a:cubicBezTo>
                  <a:pt x="999357" y="5000156"/>
                  <a:pt x="1747456" y="4190536"/>
                  <a:pt x="1747456" y="3206187"/>
                </a:cubicBezTo>
                <a:cubicBezTo>
                  <a:pt x="1747456" y="2221838"/>
                  <a:pt x="999357" y="1412218"/>
                  <a:pt x="40695" y="1314861"/>
                </a:cubicBezTo>
                <a:lnTo>
                  <a:pt x="0" y="1312806"/>
                </a:lnTo>
                <a:close/>
              </a:path>
            </a:pathLst>
          </a:cu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7935560" y="1756177"/>
            <a:ext cx="3345872" cy="3345872"/>
          </a:xfrm>
          <a:prstGeom prst="ellipse">
            <a:avLst/>
          </a:prstGeom>
          <a:solidFill>
            <a:schemeClr val="bg1"/>
          </a:solidFill>
          <a:ln w="1270" cap="sq">
            <a:solidFill>
              <a:schemeClr val="accent1">
                <a:alpha val="50000"/>
              </a:schemeClr>
            </a:solidFill>
            <a:miter/>
          </a:ln>
          <a:effectLst>
            <a:outerShdw blurRad="279400" dist="114300" dir="2700000" sx="102000" sy="102000" algn="tl" rotWithShape="0">
              <a:schemeClr val="accent1">
                <a:alpha val="8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9757458" y="0"/>
            <a:ext cx="2434542" cy="80347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9757458" y="6782257"/>
            <a:ext cx="2434542" cy="80347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660400" y="1158353"/>
            <a:ext cx="73222" cy="5078822"/>
          </a:xfrm>
          <a:prstGeom prst="roundRect">
            <a:avLst>
              <a:gd name="adj" fmla="val 1391"/>
            </a:avLst>
          </a:prstGeom>
          <a:solidFill>
            <a:schemeClr val="accent1"/>
          </a:solidFill>
          <a:ln w="1270" cap="sq">
            <a:solidFill>
              <a:schemeClr val="accent1">
                <a:alpha val="50000"/>
              </a:schemeClr>
            </a:solidFill>
            <a:miter/>
          </a:ln>
          <a:effectLst>
            <a:outerShdw blurRad="279400" dist="114300" dir="2700000" sx="102000" sy="102000" algn="tl" rotWithShape="0">
              <a:schemeClr val="accent1">
                <a:alpha val="13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9" name="Group 8"/>
          <p:cNvGrpSpPr/>
          <p:nvPr/>
        </p:nvGrpSpPr>
        <p:grpSpPr>
          <a:xfrm>
            <a:off x="11104275" y="757558"/>
            <a:ext cx="413788" cy="106766"/>
            <a:chOff x="11104275" y="757558"/>
            <a:chExt cx="413788" cy="106766"/>
          </a:xfrm>
        </p:grpSpPr>
        <p:sp>
          <p:nvSpPr>
            <p:cNvPr id="10" name="标题 1"/>
            <p:cNvSpPr txBox="1"/>
            <p:nvPr/>
          </p:nvSpPr>
          <p:spPr>
            <a:xfrm flipV="1">
              <a:off x="11104275" y="766766"/>
              <a:ext cx="97558" cy="97558"/>
            </a:xfrm>
            <a:custGeom>
              <a:avLst/>
              <a:gdLst>
                <a:gd name="connsiteX0" fmla="*/ 408329 w 912112"/>
                <a:gd name="connsiteY0" fmla="*/ 565587 h 912112"/>
                <a:gd name="connsiteX1" fmla="*/ 276312 w 912112"/>
                <a:gd name="connsiteY1" fmla="*/ 765627 h 912112"/>
                <a:gd name="connsiteX2" fmla="*/ 145904 w 912112"/>
                <a:gd name="connsiteY2" fmla="*/ 788190 h 912112"/>
                <a:gd name="connsiteX3" fmla="*/ 126702 w 912112"/>
                <a:gd name="connsiteY3" fmla="*/ 656438 h 912112"/>
                <a:gd name="connsiteX4" fmla="*/ 161938 w 912112"/>
                <a:gd name="connsiteY4" fmla="*/ 627178 h 912112"/>
                <a:gd name="connsiteX5" fmla="*/ 349569 w 912112"/>
                <a:gd name="connsiteY5" fmla="*/ 498522 h 912112"/>
                <a:gd name="connsiteX6" fmla="*/ 111124 w 912112"/>
                <a:gd name="connsiteY6" fmla="*/ 548113 h 912112"/>
                <a:gd name="connsiteX7" fmla="*/ 4815 w 912112"/>
                <a:gd name="connsiteY7" fmla="*/ 481120 h 912112"/>
                <a:gd name="connsiteX8" fmla="*/ 63118 w 912112"/>
                <a:gd name="connsiteY8" fmla="*/ 369555 h 912112"/>
                <a:gd name="connsiteX9" fmla="*/ 131238 w 912112"/>
                <a:gd name="connsiteY9" fmla="*/ 369555 h 912112"/>
                <a:gd name="connsiteX10" fmla="*/ 348345 w 912112"/>
                <a:gd name="connsiteY10" fmla="*/ 408751 h 912112"/>
                <a:gd name="connsiteX11" fmla="*/ 159538 w 912112"/>
                <a:gd name="connsiteY11" fmla="*/ 285400 h 912112"/>
                <a:gd name="connsiteX12" fmla="*/ 109828 w 912112"/>
                <a:gd name="connsiteY12" fmla="*/ 219200 h 912112"/>
                <a:gd name="connsiteX13" fmla="*/ 162394 w 912112"/>
                <a:gd name="connsiteY13" fmla="*/ 115987 h 912112"/>
                <a:gd name="connsiteX14" fmla="*/ 276264 w 912112"/>
                <a:gd name="connsiteY14" fmla="*/ 147767 h 912112"/>
                <a:gd name="connsiteX15" fmla="*/ 395679 w 912112"/>
                <a:gd name="connsiteY15" fmla="*/ 329182 h 912112"/>
                <a:gd name="connsiteX16" fmla="*/ 415193 w 912112"/>
                <a:gd name="connsiteY16" fmla="*/ 350616 h 912112"/>
                <a:gd name="connsiteX17" fmla="*/ 369924 w 912112"/>
                <a:gd name="connsiteY17" fmla="*/ 134350 h 912112"/>
                <a:gd name="connsiteX18" fmla="*/ 366443 w 912112"/>
                <a:gd name="connsiteY18" fmla="*/ 72518 h 912112"/>
                <a:gd name="connsiteX19" fmla="*/ 477769 w 912112"/>
                <a:gd name="connsiteY19" fmla="*/ 3965 h 912112"/>
                <a:gd name="connsiteX20" fmla="*/ 547930 w 912112"/>
                <a:gd name="connsiteY20" fmla="*/ 107970 h 912112"/>
                <a:gd name="connsiteX21" fmla="*/ 502132 w 912112"/>
                <a:gd name="connsiteY21" fmla="*/ 330382 h 912112"/>
                <a:gd name="connsiteX22" fmla="*/ 498028 w 912112"/>
                <a:gd name="connsiteY22" fmla="*/ 358753 h 912112"/>
                <a:gd name="connsiteX23" fmla="*/ 630692 w 912112"/>
                <a:gd name="connsiteY23" fmla="*/ 156096 h 912112"/>
                <a:gd name="connsiteX24" fmla="*/ 701933 w 912112"/>
                <a:gd name="connsiteY24" fmla="*/ 108738 h 912112"/>
                <a:gd name="connsiteX25" fmla="*/ 799121 w 912112"/>
                <a:gd name="connsiteY25" fmla="*/ 166634 h 912112"/>
                <a:gd name="connsiteX26" fmla="*/ 764772 w 912112"/>
                <a:gd name="connsiteY26" fmla="*/ 277287 h 912112"/>
                <a:gd name="connsiteX27" fmla="*/ 586167 w 912112"/>
                <a:gd name="connsiteY27" fmla="*/ 394902 h 912112"/>
                <a:gd name="connsiteX28" fmla="*/ 565068 w 912112"/>
                <a:gd name="connsiteY28" fmla="*/ 414944 h 912112"/>
                <a:gd name="connsiteX29" fmla="*/ 784719 w 912112"/>
                <a:gd name="connsiteY29" fmla="*/ 369002 h 912112"/>
                <a:gd name="connsiteX30" fmla="*/ 849671 w 912112"/>
                <a:gd name="connsiteY30" fmla="*/ 369363 h 912112"/>
                <a:gd name="connsiteX31" fmla="*/ 908502 w 912112"/>
                <a:gd name="connsiteY31" fmla="*/ 480592 h 912112"/>
                <a:gd name="connsiteX32" fmla="*/ 802745 w 912112"/>
                <a:gd name="connsiteY32" fmla="*/ 548257 h 912112"/>
                <a:gd name="connsiteX33" fmla="*/ 563820 w 912112"/>
                <a:gd name="connsiteY33" fmla="*/ 498522 h 912112"/>
                <a:gd name="connsiteX34" fmla="*/ 580814 w 912112"/>
                <a:gd name="connsiteY34" fmla="*/ 515540 h 912112"/>
                <a:gd name="connsiteX35" fmla="*/ 759516 w 912112"/>
                <a:gd name="connsiteY35" fmla="*/ 632819 h 912112"/>
                <a:gd name="connsiteX36" fmla="*/ 802577 w 912112"/>
                <a:gd name="connsiteY36" fmla="*/ 734663 h 912112"/>
                <a:gd name="connsiteX37" fmla="*/ 731384 w 912112"/>
                <a:gd name="connsiteY37" fmla="*/ 803864 h 912112"/>
                <a:gd name="connsiteX38" fmla="*/ 632636 w 912112"/>
                <a:gd name="connsiteY38" fmla="*/ 760467 h 912112"/>
                <a:gd name="connsiteX39" fmla="*/ 520758 w 912112"/>
                <a:gd name="connsiteY39" fmla="*/ 589830 h 912112"/>
                <a:gd name="connsiteX40" fmla="*/ 498412 w 912112"/>
                <a:gd name="connsiteY40" fmla="*/ 563930 h 912112"/>
                <a:gd name="connsiteX41" fmla="*/ 547522 w 912112"/>
                <a:gd name="connsiteY41" fmla="*/ 803432 h 912112"/>
                <a:gd name="connsiteX42" fmla="*/ 489483 w 912112"/>
                <a:gd name="connsiteY42" fmla="*/ 906093 h 912112"/>
                <a:gd name="connsiteX43" fmla="*/ 365795 w 912112"/>
                <a:gd name="connsiteY43" fmla="*/ 804824 h 912112"/>
                <a:gd name="connsiteX44" fmla="*/ 410609 w 912112"/>
                <a:gd name="connsiteY44" fmla="*/ 585629 h 912112"/>
                <a:gd name="connsiteX45" fmla="*/ 413729 w 912112"/>
                <a:gd name="connsiteY45" fmla="*/ 566427 h 912112"/>
              </a:gdLst>
              <a:ahLst/>
              <a:cxnLst/>
              <a:rect l="l" t="t" r="r" b="b"/>
              <a:pathLst>
                <a:path w="912112" h="912112">
                  <a:moveTo>
                    <a:pt x="408329" y="565587"/>
                  </a:moveTo>
                  <a:cubicBezTo>
                    <a:pt x="364427" y="632339"/>
                    <a:pt x="321414" y="699691"/>
                    <a:pt x="276312" y="765627"/>
                  </a:cubicBezTo>
                  <a:cubicBezTo>
                    <a:pt x="245637" y="810417"/>
                    <a:pt x="188462" y="819082"/>
                    <a:pt x="145904" y="788190"/>
                  </a:cubicBezTo>
                  <a:cubicBezTo>
                    <a:pt x="104139" y="757874"/>
                    <a:pt x="95498" y="698179"/>
                    <a:pt x="126702" y="656438"/>
                  </a:cubicBezTo>
                  <a:cubicBezTo>
                    <a:pt x="136135" y="643788"/>
                    <a:pt x="149097" y="635603"/>
                    <a:pt x="161938" y="627178"/>
                  </a:cubicBezTo>
                  <a:cubicBezTo>
                    <a:pt x="225042" y="585845"/>
                    <a:pt x="288194" y="544560"/>
                    <a:pt x="349569" y="498522"/>
                  </a:cubicBezTo>
                  <a:cubicBezTo>
                    <a:pt x="270096" y="515132"/>
                    <a:pt x="190766" y="532463"/>
                    <a:pt x="111124" y="548113"/>
                  </a:cubicBezTo>
                  <a:cubicBezTo>
                    <a:pt x="63570" y="557289"/>
                    <a:pt x="17058" y="527979"/>
                    <a:pt x="4815" y="481120"/>
                  </a:cubicBezTo>
                  <a:cubicBezTo>
                    <a:pt x="-7187" y="433234"/>
                    <a:pt x="17536" y="386093"/>
                    <a:pt x="63118" y="369555"/>
                  </a:cubicBezTo>
                  <a:cubicBezTo>
                    <a:pt x="85849" y="361298"/>
                    <a:pt x="108436" y="364754"/>
                    <a:pt x="131238" y="369555"/>
                  </a:cubicBezTo>
                  <a:cubicBezTo>
                    <a:pt x="202743" y="384676"/>
                    <a:pt x="274344" y="399462"/>
                    <a:pt x="348345" y="408751"/>
                  </a:cubicBezTo>
                  <a:cubicBezTo>
                    <a:pt x="285433" y="367586"/>
                    <a:pt x="222642" y="326229"/>
                    <a:pt x="159538" y="285400"/>
                  </a:cubicBezTo>
                  <a:cubicBezTo>
                    <a:pt x="134599" y="269294"/>
                    <a:pt x="115229" y="249564"/>
                    <a:pt x="109828" y="219200"/>
                  </a:cubicBezTo>
                  <a:cubicBezTo>
                    <a:pt x="101907" y="175203"/>
                    <a:pt x="123246" y="133389"/>
                    <a:pt x="162394" y="115987"/>
                  </a:cubicBezTo>
                  <a:cubicBezTo>
                    <a:pt x="203199" y="97817"/>
                    <a:pt x="250029" y="109434"/>
                    <a:pt x="276264" y="147767"/>
                  </a:cubicBezTo>
                  <a:cubicBezTo>
                    <a:pt x="317069" y="207511"/>
                    <a:pt x="355810" y="268742"/>
                    <a:pt x="395679" y="329182"/>
                  </a:cubicBezTo>
                  <a:cubicBezTo>
                    <a:pt x="400312" y="336214"/>
                    <a:pt x="402472" y="345552"/>
                    <a:pt x="415193" y="350616"/>
                  </a:cubicBezTo>
                  <a:cubicBezTo>
                    <a:pt x="399784" y="277047"/>
                    <a:pt x="384854" y="205710"/>
                    <a:pt x="369924" y="134350"/>
                  </a:cubicBezTo>
                  <a:cubicBezTo>
                    <a:pt x="365651" y="113923"/>
                    <a:pt x="361307" y="93545"/>
                    <a:pt x="366443" y="72518"/>
                  </a:cubicBezTo>
                  <a:cubicBezTo>
                    <a:pt x="378229" y="23672"/>
                    <a:pt x="427387" y="-6812"/>
                    <a:pt x="477769" y="3965"/>
                  </a:cubicBezTo>
                  <a:cubicBezTo>
                    <a:pt x="523831" y="13807"/>
                    <a:pt x="556979" y="61045"/>
                    <a:pt x="547930" y="107970"/>
                  </a:cubicBezTo>
                  <a:cubicBezTo>
                    <a:pt x="533672" y="182379"/>
                    <a:pt x="517446" y="256261"/>
                    <a:pt x="502132" y="330382"/>
                  </a:cubicBezTo>
                  <a:cubicBezTo>
                    <a:pt x="500860" y="336502"/>
                    <a:pt x="500308" y="342767"/>
                    <a:pt x="498028" y="358753"/>
                  </a:cubicBezTo>
                  <a:cubicBezTo>
                    <a:pt x="545770" y="285904"/>
                    <a:pt x="588567" y="221216"/>
                    <a:pt x="630692" y="156096"/>
                  </a:cubicBezTo>
                  <a:cubicBezTo>
                    <a:pt x="647758" y="129693"/>
                    <a:pt x="670105" y="112027"/>
                    <a:pt x="701933" y="108738"/>
                  </a:cubicBezTo>
                  <a:cubicBezTo>
                    <a:pt x="745138" y="104274"/>
                    <a:pt x="783879" y="127605"/>
                    <a:pt x="799121" y="166634"/>
                  </a:cubicBezTo>
                  <a:cubicBezTo>
                    <a:pt x="815496" y="206991"/>
                    <a:pt x="801123" y="253296"/>
                    <a:pt x="764772" y="277287"/>
                  </a:cubicBezTo>
                  <a:cubicBezTo>
                    <a:pt x="705893" y="317420"/>
                    <a:pt x="645646" y="355561"/>
                    <a:pt x="586167" y="394902"/>
                  </a:cubicBezTo>
                  <a:cubicBezTo>
                    <a:pt x="579230" y="399510"/>
                    <a:pt x="569893" y="401694"/>
                    <a:pt x="565068" y="414944"/>
                  </a:cubicBezTo>
                  <a:cubicBezTo>
                    <a:pt x="639885" y="399318"/>
                    <a:pt x="712302" y="384196"/>
                    <a:pt x="784719" y="369002"/>
                  </a:cubicBezTo>
                  <a:cubicBezTo>
                    <a:pt x="806322" y="364466"/>
                    <a:pt x="828068" y="361802"/>
                    <a:pt x="849671" y="369363"/>
                  </a:cubicBezTo>
                  <a:cubicBezTo>
                    <a:pt x="895277" y="385468"/>
                    <a:pt x="920456" y="433066"/>
                    <a:pt x="908502" y="480592"/>
                  </a:cubicBezTo>
                  <a:cubicBezTo>
                    <a:pt x="896909" y="526726"/>
                    <a:pt x="850559" y="557594"/>
                    <a:pt x="802745" y="548257"/>
                  </a:cubicBezTo>
                  <a:cubicBezTo>
                    <a:pt x="723247" y="532679"/>
                    <a:pt x="644086" y="515324"/>
                    <a:pt x="563820" y="498522"/>
                  </a:cubicBezTo>
                  <a:cubicBezTo>
                    <a:pt x="564540" y="510332"/>
                    <a:pt x="574645" y="511460"/>
                    <a:pt x="580814" y="515540"/>
                  </a:cubicBezTo>
                  <a:cubicBezTo>
                    <a:pt x="640293" y="554809"/>
                    <a:pt x="700301" y="593358"/>
                    <a:pt x="759516" y="632819"/>
                  </a:cubicBezTo>
                  <a:cubicBezTo>
                    <a:pt x="797441" y="658046"/>
                    <a:pt x="812322" y="693234"/>
                    <a:pt x="802577" y="734663"/>
                  </a:cubicBezTo>
                  <a:cubicBezTo>
                    <a:pt x="793720" y="772492"/>
                    <a:pt x="768973" y="795415"/>
                    <a:pt x="731384" y="803864"/>
                  </a:cubicBezTo>
                  <a:cubicBezTo>
                    <a:pt x="692788" y="812553"/>
                    <a:pt x="657095" y="797191"/>
                    <a:pt x="632636" y="760467"/>
                  </a:cubicBezTo>
                  <a:cubicBezTo>
                    <a:pt x="594928" y="703868"/>
                    <a:pt x="558227" y="646597"/>
                    <a:pt x="520758" y="589830"/>
                  </a:cubicBezTo>
                  <a:cubicBezTo>
                    <a:pt x="514974" y="581021"/>
                    <a:pt x="512093" y="569547"/>
                    <a:pt x="498412" y="563930"/>
                  </a:cubicBezTo>
                  <a:cubicBezTo>
                    <a:pt x="515214" y="644892"/>
                    <a:pt x="532016" y="724006"/>
                    <a:pt x="547522" y="803432"/>
                  </a:cubicBezTo>
                  <a:cubicBezTo>
                    <a:pt x="555937" y="847249"/>
                    <a:pt x="531365" y="890711"/>
                    <a:pt x="489483" y="906093"/>
                  </a:cubicBezTo>
                  <a:cubicBezTo>
                    <a:pt x="422274" y="930984"/>
                    <a:pt x="353410" y="876089"/>
                    <a:pt x="365795" y="804824"/>
                  </a:cubicBezTo>
                  <a:cubicBezTo>
                    <a:pt x="378661" y="731495"/>
                    <a:pt x="395463" y="658670"/>
                    <a:pt x="410609" y="585629"/>
                  </a:cubicBezTo>
                  <a:cubicBezTo>
                    <a:pt x="411905" y="579316"/>
                    <a:pt x="412697" y="572884"/>
                    <a:pt x="413729" y="56642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/>
              <a:endParaRPr kumimoji="1" lang="zh-CN" altLang="en-US"/>
            </a:p>
          </p:txBody>
        </p:sp>
        <p:sp>
          <p:nvSpPr>
            <p:cNvPr id="11" name="标题 1"/>
            <p:cNvSpPr txBox="1"/>
            <p:nvPr/>
          </p:nvSpPr>
          <p:spPr>
            <a:xfrm flipV="1">
              <a:off x="11262390" y="762162"/>
              <a:ext cx="97558" cy="97558"/>
            </a:xfrm>
            <a:custGeom>
              <a:avLst/>
              <a:gdLst>
                <a:gd name="connsiteX0" fmla="*/ 408329 w 912112"/>
                <a:gd name="connsiteY0" fmla="*/ 565587 h 912112"/>
                <a:gd name="connsiteX1" fmla="*/ 276312 w 912112"/>
                <a:gd name="connsiteY1" fmla="*/ 765627 h 912112"/>
                <a:gd name="connsiteX2" fmla="*/ 145904 w 912112"/>
                <a:gd name="connsiteY2" fmla="*/ 788190 h 912112"/>
                <a:gd name="connsiteX3" fmla="*/ 126702 w 912112"/>
                <a:gd name="connsiteY3" fmla="*/ 656438 h 912112"/>
                <a:gd name="connsiteX4" fmla="*/ 161938 w 912112"/>
                <a:gd name="connsiteY4" fmla="*/ 627178 h 912112"/>
                <a:gd name="connsiteX5" fmla="*/ 349569 w 912112"/>
                <a:gd name="connsiteY5" fmla="*/ 498522 h 912112"/>
                <a:gd name="connsiteX6" fmla="*/ 111124 w 912112"/>
                <a:gd name="connsiteY6" fmla="*/ 548113 h 912112"/>
                <a:gd name="connsiteX7" fmla="*/ 4815 w 912112"/>
                <a:gd name="connsiteY7" fmla="*/ 481120 h 912112"/>
                <a:gd name="connsiteX8" fmla="*/ 63118 w 912112"/>
                <a:gd name="connsiteY8" fmla="*/ 369555 h 912112"/>
                <a:gd name="connsiteX9" fmla="*/ 131238 w 912112"/>
                <a:gd name="connsiteY9" fmla="*/ 369555 h 912112"/>
                <a:gd name="connsiteX10" fmla="*/ 348345 w 912112"/>
                <a:gd name="connsiteY10" fmla="*/ 408751 h 912112"/>
                <a:gd name="connsiteX11" fmla="*/ 159538 w 912112"/>
                <a:gd name="connsiteY11" fmla="*/ 285400 h 912112"/>
                <a:gd name="connsiteX12" fmla="*/ 109828 w 912112"/>
                <a:gd name="connsiteY12" fmla="*/ 219200 h 912112"/>
                <a:gd name="connsiteX13" fmla="*/ 162394 w 912112"/>
                <a:gd name="connsiteY13" fmla="*/ 115987 h 912112"/>
                <a:gd name="connsiteX14" fmla="*/ 276264 w 912112"/>
                <a:gd name="connsiteY14" fmla="*/ 147767 h 912112"/>
                <a:gd name="connsiteX15" fmla="*/ 395679 w 912112"/>
                <a:gd name="connsiteY15" fmla="*/ 329182 h 912112"/>
                <a:gd name="connsiteX16" fmla="*/ 415193 w 912112"/>
                <a:gd name="connsiteY16" fmla="*/ 350616 h 912112"/>
                <a:gd name="connsiteX17" fmla="*/ 369924 w 912112"/>
                <a:gd name="connsiteY17" fmla="*/ 134350 h 912112"/>
                <a:gd name="connsiteX18" fmla="*/ 366443 w 912112"/>
                <a:gd name="connsiteY18" fmla="*/ 72518 h 912112"/>
                <a:gd name="connsiteX19" fmla="*/ 477769 w 912112"/>
                <a:gd name="connsiteY19" fmla="*/ 3965 h 912112"/>
                <a:gd name="connsiteX20" fmla="*/ 547930 w 912112"/>
                <a:gd name="connsiteY20" fmla="*/ 107970 h 912112"/>
                <a:gd name="connsiteX21" fmla="*/ 502132 w 912112"/>
                <a:gd name="connsiteY21" fmla="*/ 330382 h 912112"/>
                <a:gd name="connsiteX22" fmla="*/ 498028 w 912112"/>
                <a:gd name="connsiteY22" fmla="*/ 358753 h 912112"/>
                <a:gd name="connsiteX23" fmla="*/ 630692 w 912112"/>
                <a:gd name="connsiteY23" fmla="*/ 156096 h 912112"/>
                <a:gd name="connsiteX24" fmla="*/ 701933 w 912112"/>
                <a:gd name="connsiteY24" fmla="*/ 108738 h 912112"/>
                <a:gd name="connsiteX25" fmla="*/ 799121 w 912112"/>
                <a:gd name="connsiteY25" fmla="*/ 166634 h 912112"/>
                <a:gd name="connsiteX26" fmla="*/ 764772 w 912112"/>
                <a:gd name="connsiteY26" fmla="*/ 277287 h 912112"/>
                <a:gd name="connsiteX27" fmla="*/ 586167 w 912112"/>
                <a:gd name="connsiteY27" fmla="*/ 394902 h 912112"/>
                <a:gd name="connsiteX28" fmla="*/ 565068 w 912112"/>
                <a:gd name="connsiteY28" fmla="*/ 414944 h 912112"/>
                <a:gd name="connsiteX29" fmla="*/ 784719 w 912112"/>
                <a:gd name="connsiteY29" fmla="*/ 369002 h 912112"/>
                <a:gd name="connsiteX30" fmla="*/ 849671 w 912112"/>
                <a:gd name="connsiteY30" fmla="*/ 369363 h 912112"/>
                <a:gd name="connsiteX31" fmla="*/ 908502 w 912112"/>
                <a:gd name="connsiteY31" fmla="*/ 480592 h 912112"/>
                <a:gd name="connsiteX32" fmla="*/ 802745 w 912112"/>
                <a:gd name="connsiteY32" fmla="*/ 548257 h 912112"/>
                <a:gd name="connsiteX33" fmla="*/ 563820 w 912112"/>
                <a:gd name="connsiteY33" fmla="*/ 498522 h 912112"/>
                <a:gd name="connsiteX34" fmla="*/ 580814 w 912112"/>
                <a:gd name="connsiteY34" fmla="*/ 515540 h 912112"/>
                <a:gd name="connsiteX35" fmla="*/ 759516 w 912112"/>
                <a:gd name="connsiteY35" fmla="*/ 632819 h 912112"/>
                <a:gd name="connsiteX36" fmla="*/ 802577 w 912112"/>
                <a:gd name="connsiteY36" fmla="*/ 734663 h 912112"/>
                <a:gd name="connsiteX37" fmla="*/ 731384 w 912112"/>
                <a:gd name="connsiteY37" fmla="*/ 803864 h 912112"/>
                <a:gd name="connsiteX38" fmla="*/ 632636 w 912112"/>
                <a:gd name="connsiteY38" fmla="*/ 760467 h 912112"/>
                <a:gd name="connsiteX39" fmla="*/ 520758 w 912112"/>
                <a:gd name="connsiteY39" fmla="*/ 589830 h 912112"/>
                <a:gd name="connsiteX40" fmla="*/ 498412 w 912112"/>
                <a:gd name="connsiteY40" fmla="*/ 563930 h 912112"/>
                <a:gd name="connsiteX41" fmla="*/ 547522 w 912112"/>
                <a:gd name="connsiteY41" fmla="*/ 803432 h 912112"/>
                <a:gd name="connsiteX42" fmla="*/ 489483 w 912112"/>
                <a:gd name="connsiteY42" fmla="*/ 906093 h 912112"/>
                <a:gd name="connsiteX43" fmla="*/ 365795 w 912112"/>
                <a:gd name="connsiteY43" fmla="*/ 804824 h 912112"/>
                <a:gd name="connsiteX44" fmla="*/ 410609 w 912112"/>
                <a:gd name="connsiteY44" fmla="*/ 585629 h 912112"/>
                <a:gd name="connsiteX45" fmla="*/ 413729 w 912112"/>
                <a:gd name="connsiteY45" fmla="*/ 566427 h 912112"/>
              </a:gdLst>
              <a:ahLst/>
              <a:cxnLst/>
              <a:rect l="l" t="t" r="r" b="b"/>
              <a:pathLst>
                <a:path w="912112" h="912112">
                  <a:moveTo>
                    <a:pt x="408329" y="565587"/>
                  </a:moveTo>
                  <a:cubicBezTo>
                    <a:pt x="364427" y="632339"/>
                    <a:pt x="321414" y="699691"/>
                    <a:pt x="276312" y="765627"/>
                  </a:cubicBezTo>
                  <a:cubicBezTo>
                    <a:pt x="245637" y="810417"/>
                    <a:pt x="188462" y="819082"/>
                    <a:pt x="145904" y="788190"/>
                  </a:cubicBezTo>
                  <a:cubicBezTo>
                    <a:pt x="104139" y="757874"/>
                    <a:pt x="95498" y="698179"/>
                    <a:pt x="126702" y="656438"/>
                  </a:cubicBezTo>
                  <a:cubicBezTo>
                    <a:pt x="136135" y="643788"/>
                    <a:pt x="149097" y="635603"/>
                    <a:pt x="161938" y="627178"/>
                  </a:cubicBezTo>
                  <a:cubicBezTo>
                    <a:pt x="225042" y="585845"/>
                    <a:pt x="288194" y="544560"/>
                    <a:pt x="349569" y="498522"/>
                  </a:cubicBezTo>
                  <a:cubicBezTo>
                    <a:pt x="270096" y="515132"/>
                    <a:pt x="190766" y="532463"/>
                    <a:pt x="111124" y="548113"/>
                  </a:cubicBezTo>
                  <a:cubicBezTo>
                    <a:pt x="63570" y="557289"/>
                    <a:pt x="17058" y="527979"/>
                    <a:pt x="4815" y="481120"/>
                  </a:cubicBezTo>
                  <a:cubicBezTo>
                    <a:pt x="-7187" y="433234"/>
                    <a:pt x="17536" y="386093"/>
                    <a:pt x="63118" y="369555"/>
                  </a:cubicBezTo>
                  <a:cubicBezTo>
                    <a:pt x="85849" y="361298"/>
                    <a:pt x="108436" y="364754"/>
                    <a:pt x="131238" y="369555"/>
                  </a:cubicBezTo>
                  <a:cubicBezTo>
                    <a:pt x="202743" y="384676"/>
                    <a:pt x="274344" y="399462"/>
                    <a:pt x="348345" y="408751"/>
                  </a:cubicBezTo>
                  <a:cubicBezTo>
                    <a:pt x="285433" y="367586"/>
                    <a:pt x="222642" y="326229"/>
                    <a:pt x="159538" y="285400"/>
                  </a:cubicBezTo>
                  <a:cubicBezTo>
                    <a:pt x="134599" y="269294"/>
                    <a:pt x="115229" y="249564"/>
                    <a:pt x="109828" y="219200"/>
                  </a:cubicBezTo>
                  <a:cubicBezTo>
                    <a:pt x="101907" y="175203"/>
                    <a:pt x="123246" y="133389"/>
                    <a:pt x="162394" y="115987"/>
                  </a:cubicBezTo>
                  <a:cubicBezTo>
                    <a:pt x="203199" y="97817"/>
                    <a:pt x="250029" y="109434"/>
                    <a:pt x="276264" y="147767"/>
                  </a:cubicBezTo>
                  <a:cubicBezTo>
                    <a:pt x="317069" y="207511"/>
                    <a:pt x="355810" y="268742"/>
                    <a:pt x="395679" y="329182"/>
                  </a:cubicBezTo>
                  <a:cubicBezTo>
                    <a:pt x="400312" y="336214"/>
                    <a:pt x="402472" y="345552"/>
                    <a:pt x="415193" y="350616"/>
                  </a:cubicBezTo>
                  <a:cubicBezTo>
                    <a:pt x="399784" y="277047"/>
                    <a:pt x="384854" y="205710"/>
                    <a:pt x="369924" y="134350"/>
                  </a:cubicBezTo>
                  <a:cubicBezTo>
                    <a:pt x="365651" y="113923"/>
                    <a:pt x="361307" y="93545"/>
                    <a:pt x="366443" y="72518"/>
                  </a:cubicBezTo>
                  <a:cubicBezTo>
                    <a:pt x="378229" y="23672"/>
                    <a:pt x="427387" y="-6812"/>
                    <a:pt x="477769" y="3965"/>
                  </a:cubicBezTo>
                  <a:cubicBezTo>
                    <a:pt x="523831" y="13807"/>
                    <a:pt x="556979" y="61045"/>
                    <a:pt x="547930" y="107970"/>
                  </a:cubicBezTo>
                  <a:cubicBezTo>
                    <a:pt x="533672" y="182379"/>
                    <a:pt x="517446" y="256261"/>
                    <a:pt x="502132" y="330382"/>
                  </a:cubicBezTo>
                  <a:cubicBezTo>
                    <a:pt x="500860" y="336502"/>
                    <a:pt x="500308" y="342767"/>
                    <a:pt x="498028" y="358753"/>
                  </a:cubicBezTo>
                  <a:cubicBezTo>
                    <a:pt x="545770" y="285904"/>
                    <a:pt x="588567" y="221216"/>
                    <a:pt x="630692" y="156096"/>
                  </a:cubicBezTo>
                  <a:cubicBezTo>
                    <a:pt x="647758" y="129693"/>
                    <a:pt x="670105" y="112027"/>
                    <a:pt x="701933" y="108738"/>
                  </a:cubicBezTo>
                  <a:cubicBezTo>
                    <a:pt x="745138" y="104274"/>
                    <a:pt x="783879" y="127605"/>
                    <a:pt x="799121" y="166634"/>
                  </a:cubicBezTo>
                  <a:cubicBezTo>
                    <a:pt x="815496" y="206991"/>
                    <a:pt x="801123" y="253296"/>
                    <a:pt x="764772" y="277287"/>
                  </a:cubicBezTo>
                  <a:cubicBezTo>
                    <a:pt x="705893" y="317420"/>
                    <a:pt x="645646" y="355561"/>
                    <a:pt x="586167" y="394902"/>
                  </a:cubicBezTo>
                  <a:cubicBezTo>
                    <a:pt x="579230" y="399510"/>
                    <a:pt x="569893" y="401694"/>
                    <a:pt x="565068" y="414944"/>
                  </a:cubicBezTo>
                  <a:cubicBezTo>
                    <a:pt x="639885" y="399318"/>
                    <a:pt x="712302" y="384196"/>
                    <a:pt x="784719" y="369002"/>
                  </a:cubicBezTo>
                  <a:cubicBezTo>
                    <a:pt x="806322" y="364466"/>
                    <a:pt x="828068" y="361802"/>
                    <a:pt x="849671" y="369363"/>
                  </a:cubicBezTo>
                  <a:cubicBezTo>
                    <a:pt x="895277" y="385468"/>
                    <a:pt x="920456" y="433066"/>
                    <a:pt x="908502" y="480592"/>
                  </a:cubicBezTo>
                  <a:cubicBezTo>
                    <a:pt x="896909" y="526726"/>
                    <a:pt x="850559" y="557594"/>
                    <a:pt x="802745" y="548257"/>
                  </a:cubicBezTo>
                  <a:cubicBezTo>
                    <a:pt x="723247" y="532679"/>
                    <a:pt x="644086" y="515324"/>
                    <a:pt x="563820" y="498522"/>
                  </a:cubicBezTo>
                  <a:cubicBezTo>
                    <a:pt x="564540" y="510332"/>
                    <a:pt x="574645" y="511460"/>
                    <a:pt x="580814" y="515540"/>
                  </a:cubicBezTo>
                  <a:cubicBezTo>
                    <a:pt x="640293" y="554809"/>
                    <a:pt x="700301" y="593358"/>
                    <a:pt x="759516" y="632819"/>
                  </a:cubicBezTo>
                  <a:cubicBezTo>
                    <a:pt x="797441" y="658046"/>
                    <a:pt x="812322" y="693234"/>
                    <a:pt x="802577" y="734663"/>
                  </a:cubicBezTo>
                  <a:cubicBezTo>
                    <a:pt x="793720" y="772492"/>
                    <a:pt x="768973" y="795415"/>
                    <a:pt x="731384" y="803864"/>
                  </a:cubicBezTo>
                  <a:cubicBezTo>
                    <a:pt x="692788" y="812553"/>
                    <a:pt x="657095" y="797191"/>
                    <a:pt x="632636" y="760467"/>
                  </a:cubicBezTo>
                  <a:cubicBezTo>
                    <a:pt x="594928" y="703868"/>
                    <a:pt x="558227" y="646597"/>
                    <a:pt x="520758" y="589830"/>
                  </a:cubicBezTo>
                  <a:cubicBezTo>
                    <a:pt x="514974" y="581021"/>
                    <a:pt x="512093" y="569547"/>
                    <a:pt x="498412" y="563930"/>
                  </a:cubicBezTo>
                  <a:cubicBezTo>
                    <a:pt x="515214" y="644892"/>
                    <a:pt x="532016" y="724006"/>
                    <a:pt x="547522" y="803432"/>
                  </a:cubicBezTo>
                  <a:cubicBezTo>
                    <a:pt x="555937" y="847249"/>
                    <a:pt x="531365" y="890711"/>
                    <a:pt x="489483" y="906093"/>
                  </a:cubicBezTo>
                  <a:cubicBezTo>
                    <a:pt x="422274" y="930984"/>
                    <a:pt x="353410" y="876089"/>
                    <a:pt x="365795" y="804824"/>
                  </a:cubicBezTo>
                  <a:cubicBezTo>
                    <a:pt x="378661" y="731495"/>
                    <a:pt x="395463" y="658670"/>
                    <a:pt x="410609" y="585629"/>
                  </a:cubicBezTo>
                  <a:cubicBezTo>
                    <a:pt x="411905" y="579316"/>
                    <a:pt x="412697" y="572884"/>
                    <a:pt x="413729" y="56642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/>
              <a:endParaRPr kumimoji="1" lang="zh-CN" altLang="en-US"/>
            </a:p>
          </p:txBody>
        </p:sp>
        <p:sp>
          <p:nvSpPr>
            <p:cNvPr id="12" name="标题 1"/>
            <p:cNvSpPr txBox="1"/>
            <p:nvPr/>
          </p:nvSpPr>
          <p:spPr>
            <a:xfrm flipV="1">
              <a:off x="11420505" y="757558"/>
              <a:ext cx="97558" cy="97558"/>
            </a:xfrm>
            <a:custGeom>
              <a:avLst/>
              <a:gdLst>
                <a:gd name="connsiteX0" fmla="*/ 408329 w 912112"/>
                <a:gd name="connsiteY0" fmla="*/ 565587 h 912112"/>
                <a:gd name="connsiteX1" fmla="*/ 276312 w 912112"/>
                <a:gd name="connsiteY1" fmla="*/ 765627 h 912112"/>
                <a:gd name="connsiteX2" fmla="*/ 145904 w 912112"/>
                <a:gd name="connsiteY2" fmla="*/ 788190 h 912112"/>
                <a:gd name="connsiteX3" fmla="*/ 126702 w 912112"/>
                <a:gd name="connsiteY3" fmla="*/ 656438 h 912112"/>
                <a:gd name="connsiteX4" fmla="*/ 161938 w 912112"/>
                <a:gd name="connsiteY4" fmla="*/ 627178 h 912112"/>
                <a:gd name="connsiteX5" fmla="*/ 349569 w 912112"/>
                <a:gd name="connsiteY5" fmla="*/ 498522 h 912112"/>
                <a:gd name="connsiteX6" fmla="*/ 111124 w 912112"/>
                <a:gd name="connsiteY6" fmla="*/ 548113 h 912112"/>
                <a:gd name="connsiteX7" fmla="*/ 4815 w 912112"/>
                <a:gd name="connsiteY7" fmla="*/ 481120 h 912112"/>
                <a:gd name="connsiteX8" fmla="*/ 63118 w 912112"/>
                <a:gd name="connsiteY8" fmla="*/ 369555 h 912112"/>
                <a:gd name="connsiteX9" fmla="*/ 131238 w 912112"/>
                <a:gd name="connsiteY9" fmla="*/ 369555 h 912112"/>
                <a:gd name="connsiteX10" fmla="*/ 348345 w 912112"/>
                <a:gd name="connsiteY10" fmla="*/ 408751 h 912112"/>
                <a:gd name="connsiteX11" fmla="*/ 159538 w 912112"/>
                <a:gd name="connsiteY11" fmla="*/ 285400 h 912112"/>
                <a:gd name="connsiteX12" fmla="*/ 109828 w 912112"/>
                <a:gd name="connsiteY12" fmla="*/ 219200 h 912112"/>
                <a:gd name="connsiteX13" fmla="*/ 162394 w 912112"/>
                <a:gd name="connsiteY13" fmla="*/ 115987 h 912112"/>
                <a:gd name="connsiteX14" fmla="*/ 276264 w 912112"/>
                <a:gd name="connsiteY14" fmla="*/ 147767 h 912112"/>
                <a:gd name="connsiteX15" fmla="*/ 395679 w 912112"/>
                <a:gd name="connsiteY15" fmla="*/ 329182 h 912112"/>
                <a:gd name="connsiteX16" fmla="*/ 415193 w 912112"/>
                <a:gd name="connsiteY16" fmla="*/ 350616 h 912112"/>
                <a:gd name="connsiteX17" fmla="*/ 369924 w 912112"/>
                <a:gd name="connsiteY17" fmla="*/ 134350 h 912112"/>
                <a:gd name="connsiteX18" fmla="*/ 366443 w 912112"/>
                <a:gd name="connsiteY18" fmla="*/ 72518 h 912112"/>
                <a:gd name="connsiteX19" fmla="*/ 477769 w 912112"/>
                <a:gd name="connsiteY19" fmla="*/ 3965 h 912112"/>
                <a:gd name="connsiteX20" fmla="*/ 547930 w 912112"/>
                <a:gd name="connsiteY20" fmla="*/ 107970 h 912112"/>
                <a:gd name="connsiteX21" fmla="*/ 502132 w 912112"/>
                <a:gd name="connsiteY21" fmla="*/ 330382 h 912112"/>
                <a:gd name="connsiteX22" fmla="*/ 498028 w 912112"/>
                <a:gd name="connsiteY22" fmla="*/ 358753 h 912112"/>
                <a:gd name="connsiteX23" fmla="*/ 630692 w 912112"/>
                <a:gd name="connsiteY23" fmla="*/ 156096 h 912112"/>
                <a:gd name="connsiteX24" fmla="*/ 701933 w 912112"/>
                <a:gd name="connsiteY24" fmla="*/ 108738 h 912112"/>
                <a:gd name="connsiteX25" fmla="*/ 799121 w 912112"/>
                <a:gd name="connsiteY25" fmla="*/ 166634 h 912112"/>
                <a:gd name="connsiteX26" fmla="*/ 764772 w 912112"/>
                <a:gd name="connsiteY26" fmla="*/ 277287 h 912112"/>
                <a:gd name="connsiteX27" fmla="*/ 586167 w 912112"/>
                <a:gd name="connsiteY27" fmla="*/ 394902 h 912112"/>
                <a:gd name="connsiteX28" fmla="*/ 565068 w 912112"/>
                <a:gd name="connsiteY28" fmla="*/ 414944 h 912112"/>
                <a:gd name="connsiteX29" fmla="*/ 784719 w 912112"/>
                <a:gd name="connsiteY29" fmla="*/ 369002 h 912112"/>
                <a:gd name="connsiteX30" fmla="*/ 849671 w 912112"/>
                <a:gd name="connsiteY30" fmla="*/ 369363 h 912112"/>
                <a:gd name="connsiteX31" fmla="*/ 908502 w 912112"/>
                <a:gd name="connsiteY31" fmla="*/ 480592 h 912112"/>
                <a:gd name="connsiteX32" fmla="*/ 802745 w 912112"/>
                <a:gd name="connsiteY32" fmla="*/ 548257 h 912112"/>
                <a:gd name="connsiteX33" fmla="*/ 563820 w 912112"/>
                <a:gd name="connsiteY33" fmla="*/ 498522 h 912112"/>
                <a:gd name="connsiteX34" fmla="*/ 580814 w 912112"/>
                <a:gd name="connsiteY34" fmla="*/ 515540 h 912112"/>
                <a:gd name="connsiteX35" fmla="*/ 759516 w 912112"/>
                <a:gd name="connsiteY35" fmla="*/ 632819 h 912112"/>
                <a:gd name="connsiteX36" fmla="*/ 802577 w 912112"/>
                <a:gd name="connsiteY36" fmla="*/ 734663 h 912112"/>
                <a:gd name="connsiteX37" fmla="*/ 731384 w 912112"/>
                <a:gd name="connsiteY37" fmla="*/ 803864 h 912112"/>
                <a:gd name="connsiteX38" fmla="*/ 632636 w 912112"/>
                <a:gd name="connsiteY38" fmla="*/ 760467 h 912112"/>
                <a:gd name="connsiteX39" fmla="*/ 520758 w 912112"/>
                <a:gd name="connsiteY39" fmla="*/ 589830 h 912112"/>
                <a:gd name="connsiteX40" fmla="*/ 498412 w 912112"/>
                <a:gd name="connsiteY40" fmla="*/ 563930 h 912112"/>
                <a:gd name="connsiteX41" fmla="*/ 547522 w 912112"/>
                <a:gd name="connsiteY41" fmla="*/ 803432 h 912112"/>
                <a:gd name="connsiteX42" fmla="*/ 489483 w 912112"/>
                <a:gd name="connsiteY42" fmla="*/ 906093 h 912112"/>
                <a:gd name="connsiteX43" fmla="*/ 365795 w 912112"/>
                <a:gd name="connsiteY43" fmla="*/ 804824 h 912112"/>
                <a:gd name="connsiteX44" fmla="*/ 410609 w 912112"/>
                <a:gd name="connsiteY44" fmla="*/ 585629 h 912112"/>
                <a:gd name="connsiteX45" fmla="*/ 413729 w 912112"/>
                <a:gd name="connsiteY45" fmla="*/ 566427 h 912112"/>
              </a:gdLst>
              <a:ahLst/>
              <a:cxnLst/>
              <a:rect l="l" t="t" r="r" b="b"/>
              <a:pathLst>
                <a:path w="912112" h="912112">
                  <a:moveTo>
                    <a:pt x="408329" y="565587"/>
                  </a:moveTo>
                  <a:cubicBezTo>
                    <a:pt x="364427" y="632339"/>
                    <a:pt x="321414" y="699691"/>
                    <a:pt x="276312" y="765627"/>
                  </a:cubicBezTo>
                  <a:cubicBezTo>
                    <a:pt x="245637" y="810417"/>
                    <a:pt x="188462" y="819082"/>
                    <a:pt x="145904" y="788190"/>
                  </a:cubicBezTo>
                  <a:cubicBezTo>
                    <a:pt x="104139" y="757874"/>
                    <a:pt x="95498" y="698179"/>
                    <a:pt x="126702" y="656438"/>
                  </a:cubicBezTo>
                  <a:cubicBezTo>
                    <a:pt x="136135" y="643788"/>
                    <a:pt x="149097" y="635603"/>
                    <a:pt x="161938" y="627178"/>
                  </a:cubicBezTo>
                  <a:cubicBezTo>
                    <a:pt x="225042" y="585845"/>
                    <a:pt x="288194" y="544560"/>
                    <a:pt x="349569" y="498522"/>
                  </a:cubicBezTo>
                  <a:cubicBezTo>
                    <a:pt x="270096" y="515132"/>
                    <a:pt x="190766" y="532463"/>
                    <a:pt x="111124" y="548113"/>
                  </a:cubicBezTo>
                  <a:cubicBezTo>
                    <a:pt x="63570" y="557289"/>
                    <a:pt x="17058" y="527979"/>
                    <a:pt x="4815" y="481120"/>
                  </a:cubicBezTo>
                  <a:cubicBezTo>
                    <a:pt x="-7187" y="433234"/>
                    <a:pt x="17536" y="386093"/>
                    <a:pt x="63118" y="369555"/>
                  </a:cubicBezTo>
                  <a:cubicBezTo>
                    <a:pt x="85849" y="361298"/>
                    <a:pt x="108436" y="364754"/>
                    <a:pt x="131238" y="369555"/>
                  </a:cubicBezTo>
                  <a:cubicBezTo>
                    <a:pt x="202743" y="384676"/>
                    <a:pt x="274344" y="399462"/>
                    <a:pt x="348345" y="408751"/>
                  </a:cubicBezTo>
                  <a:cubicBezTo>
                    <a:pt x="285433" y="367586"/>
                    <a:pt x="222642" y="326229"/>
                    <a:pt x="159538" y="285400"/>
                  </a:cubicBezTo>
                  <a:cubicBezTo>
                    <a:pt x="134599" y="269294"/>
                    <a:pt x="115229" y="249564"/>
                    <a:pt x="109828" y="219200"/>
                  </a:cubicBezTo>
                  <a:cubicBezTo>
                    <a:pt x="101907" y="175203"/>
                    <a:pt x="123246" y="133389"/>
                    <a:pt x="162394" y="115987"/>
                  </a:cubicBezTo>
                  <a:cubicBezTo>
                    <a:pt x="203199" y="97817"/>
                    <a:pt x="250029" y="109434"/>
                    <a:pt x="276264" y="147767"/>
                  </a:cubicBezTo>
                  <a:cubicBezTo>
                    <a:pt x="317069" y="207511"/>
                    <a:pt x="355810" y="268742"/>
                    <a:pt x="395679" y="329182"/>
                  </a:cubicBezTo>
                  <a:cubicBezTo>
                    <a:pt x="400312" y="336214"/>
                    <a:pt x="402472" y="345552"/>
                    <a:pt x="415193" y="350616"/>
                  </a:cubicBezTo>
                  <a:cubicBezTo>
                    <a:pt x="399784" y="277047"/>
                    <a:pt x="384854" y="205710"/>
                    <a:pt x="369924" y="134350"/>
                  </a:cubicBezTo>
                  <a:cubicBezTo>
                    <a:pt x="365651" y="113923"/>
                    <a:pt x="361307" y="93545"/>
                    <a:pt x="366443" y="72518"/>
                  </a:cubicBezTo>
                  <a:cubicBezTo>
                    <a:pt x="378229" y="23672"/>
                    <a:pt x="427387" y="-6812"/>
                    <a:pt x="477769" y="3965"/>
                  </a:cubicBezTo>
                  <a:cubicBezTo>
                    <a:pt x="523831" y="13807"/>
                    <a:pt x="556979" y="61045"/>
                    <a:pt x="547930" y="107970"/>
                  </a:cubicBezTo>
                  <a:cubicBezTo>
                    <a:pt x="533672" y="182379"/>
                    <a:pt x="517446" y="256261"/>
                    <a:pt x="502132" y="330382"/>
                  </a:cubicBezTo>
                  <a:cubicBezTo>
                    <a:pt x="500860" y="336502"/>
                    <a:pt x="500308" y="342767"/>
                    <a:pt x="498028" y="358753"/>
                  </a:cubicBezTo>
                  <a:cubicBezTo>
                    <a:pt x="545770" y="285904"/>
                    <a:pt x="588567" y="221216"/>
                    <a:pt x="630692" y="156096"/>
                  </a:cubicBezTo>
                  <a:cubicBezTo>
                    <a:pt x="647758" y="129693"/>
                    <a:pt x="670105" y="112027"/>
                    <a:pt x="701933" y="108738"/>
                  </a:cubicBezTo>
                  <a:cubicBezTo>
                    <a:pt x="745138" y="104274"/>
                    <a:pt x="783879" y="127605"/>
                    <a:pt x="799121" y="166634"/>
                  </a:cubicBezTo>
                  <a:cubicBezTo>
                    <a:pt x="815496" y="206991"/>
                    <a:pt x="801123" y="253296"/>
                    <a:pt x="764772" y="277287"/>
                  </a:cubicBezTo>
                  <a:cubicBezTo>
                    <a:pt x="705893" y="317420"/>
                    <a:pt x="645646" y="355561"/>
                    <a:pt x="586167" y="394902"/>
                  </a:cubicBezTo>
                  <a:cubicBezTo>
                    <a:pt x="579230" y="399510"/>
                    <a:pt x="569893" y="401694"/>
                    <a:pt x="565068" y="414944"/>
                  </a:cubicBezTo>
                  <a:cubicBezTo>
                    <a:pt x="639885" y="399318"/>
                    <a:pt x="712302" y="384196"/>
                    <a:pt x="784719" y="369002"/>
                  </a:cubicBezTo>
                  <a:cubicBezTo>
                    <a:pt x="806322" y="364466"/>
                    <a:pt x="828068" y="361802"/>
                    <a:pt x="849671" y="369363"/>
                  </a:cubicBezTo>
                  <a:cubicBezTo>
                    <a:pt x="895277" y="385468"/>
                    <a:pt x="920456" y="433066"/>
                    <a:pt x="908502" y="480592"/>
                  </a:cubicBezTo>
                  <a:cubicBezTo>
                    <a:pt x="896909" y="526726"/>
                    <a:pt x="850559" y="557594"/>
                    <a:pt x="802745" y="548257"/>
                  </a:cubicBezTo>
                  <a:cubicBezTo>
                    <a:pt x="723247" y="532679"/>
                    <a:pt x="644086" y="515324"/>
                    <a:pt x="563820" y="498522"/>
                  </a:cubicBezTo>
                  <a:cubicBezTo>
                    <a:pt x="564540" y="510332"/>
                    <a:pt x="574645" y="511460"/>
                    <a:pt x="580814" y="515540"/>
                  </a:cubicBezTo>
                  <a:cubicBezTo>
                    <a:pt x="640293" y="554809"/>
                    <a:pt x="700301" y="593358"/>
                    <a:pt x="759516" y="632819"/>
                  </a:cubicBezTo>
                  <a:cubicBezTo>
                    <a:pt x="797441" y="658046"/>
                    <a:pt x="812322" y="693234"/>
                    <a:pt x="802577" y="734663"/>
                  </a:cubicBezTo>
                  <a:cubicBezTo>
                    <a:pt x="793720" y="772492"/>
                    <a:pt x="768973" y="795415"/>
                    <a:pt x="731384" y="803864"/>
                  </a:cubicBezTo>
                  <a:cubicBezTo>
                    <a:pt x="692788" y="812553"/>
                    <a:pt x="657095" y="797191"/>
                    <a:pt x="632636" y="760467"/>
                  </a:cubicBezTo>
                  <a:cubicBezTo>
                    <a:pt x="594928" y="703868"/>
                    <a:pt x="558227" y="646597"/>
                    <a:pt x="520758" y="589830"/>
                  </a:cubicBezTo>
                  <a:cubicBezTo>
                    <a:pt x="514974" y="581021"/>
                    <a:pt x="512093" y="569547"/>
                    <a:pt x="498412" y="563930"/>
                  </a:cubicBezTo>
                  <a:cubicBezTo>
                    <a:pt x="515214" y="644892"/>
                    <a:pt x="532016" y="724006"/>
                    <a:pt x="547522" y="803432"/>
                  </a:cubicBezTo>
                  <a:cubicBezTo>
                    <a:pt x="555937" y="847249"/>
                    <a:pt x="531365" y="890711"/>
                    <a:pt x="489483" y="906093"/>
                  </a:cubicBezTo>
                  <a:cubicBezTo>
                    <a:pt x="422274" y="930984"/>
                    <a:pt x="353410" y="876089"/>
                    <a:pt x="365795" y="804824"/>
                  </a:cubicBezTo>
                  <a:cubicBezTo>
                    <a:pt x="378661" y="731495"/>
                    <a:pt x="395463" y="658670"/>
                    <a:pt x="410609" y="585629"/>
                  </a:cubicBezTo>
                  <a:cubicBezTo>
                    <a:pt x="411905" y="579316"/>
                    <a:pt x="412697" y="572884"/>
                    <a:pt x="413729" y="56642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/>
              <a:endParaRPr kumimoji="1" lang="zh-CN" altLang="en-US"/>
            </a:p>
          </p:txBody>
        </p:sp>
      </p:grpSp>
      <p:sp>
        <p:nvSpPr>
          <p:cNvPr id="13" name="标题 1"/>
          <p:cNvSpPr txBox="1"/>
          <p:nvPr/>
        </p:nvSpPr>
        <p:spPr>
          <a:xfrm>
            <a:off x="1366289" y="5387838"/>
            <a:ext cx="1438223" cy="4049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" cap="sq">
            <a:solidFill>
              <a:schemeClr val="accent1"/>
            </a:solidFill>
            <a:miter/>
          </a:ln>
          <a:effectLst>
            <a:outerShdw blurRad="330200" dist="203200" dir="2700000" sx="102000" sy="102000" algn="tl" rotWithShape="0">
              <a:schemeClr val="accent1">
                <a:alpha val="18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1469814" y="5467198"/>
            <a:ext cx="1307739" cy="24622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600" dirty="0">
                <a:ln w="12700">
                  <a:noFill/>
                </a:ln>
                <a:solidFill>
                  <a:srgbClr val="4B813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PART  02</a:t>
            </a:r>
            <a:endParaRPr kumimoji="1" lang="zh-CN" altLang="en-US" dirty="0"/>
          </a:p>
        </p:txBody>
      </p:sp>
      <p:sp>
        <p:nvSpPr>
          <p:cNvPr id="15" name="标题 1"/>
          <p:cNvSpPr txBox="1"/>
          <p:nvPr/>
        </p:nvSpPr>
        <p:spPr>
          <a:xfrm>
            <a:off x="1410568" y="1514610"/>
            <a:ext cx="1627187" cy="1018800"/>
          </a:xfrm>
          <a:prstGeom prst="roundRect">
            <a:avLst>
              <a:gd name="adj" fmla="val 6473"/>
            </a:avLst>
          </a:prstGeom>
          <a:solidFill>
            <a:schemeClr val="bg1"/>
          </a:solidFill>
          <a:ln w="1270" cap="sq">
            <a:solidFill>
              <a:schemeClr val="accent1">
                <a:alpha val="50000"/>
              </a:schemeClr>
            </a:solidFill>
            <a:miter/>
          </a:ln>
          <a:effectLst>
            <a:outerShdw blurRad="279400" dist="114300" dir="2700000" sx="102000" sy="102000" algn="tl" rotWithShape="0">
              <a:schemeClr val="accent1">
                <a:alpha val="13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1550119" y="109892"/>
            <a:ext cx="1348085" cy="231799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b"/>
          <a:lstStyle/>
          <a:p>
            <a:pPr algn="ctr"/>
            <a:r>
              <a:rPr kumimoji="1" lang="en-US" altLang="zh-CN" sz="4800">
                <a:ln w="12700">
                  <a:noFill/>
                </a:ln>
                <a:solidFill>
                  <a:srgbClr val="4B813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02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4322098">
            <a:off x="6256455" y="1347170"/>
            <a:ext cx="637004" cy="637004"/>
          </a:xfrm>
          <a:prstGeom prst="ellipse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1">
                  <a:alpha val="44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" cap="sq">
            <a:noFill/>
            <a:miter/>
          </a:ln>
          <a:effectLst>
            <a:outerShdw blurRad="279400" dist="114300" dir="2700000" sx="102000" sy="102000" algn="tl" rotWithShape="0">
              <a:schemeClr val="accent1">
                <a:alpha val="13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8386984">
            <a:off x="7130748" y="4911248"/>
            <a:ext cx="351137" cy="351137"/>
          </a:xfrm>
          <a:prstGeom prst="ellipse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>
                  <a:alpha val="68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" cap="sq">
            <a:noFill/>
            <a:miter/>
          </a:ln>
          <a:effectLst>
            <a:outerShdw blurRad="279400" dist="114300" dir="2700000" sx="102000" sy="102000" algn="tl" rotWithShape="0">
              <a:schemeClr val="accent1">
                <a:alpha val="13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7629125" y="1375005"/>
            <a:ext cx="3986454" cy="3986454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标题 1"/>
          <p:cNvSpPr txBox="1"/>
          <p:nvPr/>
        </p:nvSpPr>
        <p:spPr>
          <a:xfrm>
            <a:off x="1410568" y="2629647"/>
            <a:ext cx="6225983" cy="257039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3600">
                <a:ln w="12700">
                  <a:noFill/>
                </a:ln>
                <a:solidFill>
                  <a:srgbClr val="4B813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Key Computing Components in GCP</a:t>
            </a:r>
            <a:endParaRPr kumimoji="1"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6750000"/>
            <a:ext cx="108000" cy="108000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12084000" y="6750000"/>
            <a:ext cx="108000" cy="108000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222885" y="6750000"/>
            <a:ext cx="11747442" cy="10800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5" name="标题 1"/>
          <p:cNvCxnSpPr/>
          <p:nvPr/>
        </p:nvCxnSpPr>
        <p:spPr>
          <a:xfrm>
            <a:off x="7452002" y="4971178"/>
            <a:ext cx="419803" cy="0"/>
          </a:xfrm>
          <a:prstGeom prst="line">
            <a:avLst/>
          </a:prstGeom>
          <a:noFill/>
          <a:ln w="12700" cap="sq">
            <a:solidFill>
              <a:schemeClr val="bg1">
                <a:lumMod val="65000"/>
              </a:schemeClr>
            </a:solidFill>
            <a:miter/>
          </a:ln>
        </p:spPr>
      </p:cxnSp>
      <p:cxnSp>
        <p:nvCxnSpPr>
          <p:cNvPr id="6" name="标题 1"/>
          <p:cNvCxnSpPr/>
          <p:nvPr/>
        </p:nvCxnSpPr>
        <p:spPr>
          <a:xfrm>
            <a:off x="2445131" y="4996578"/>
            <a:ext cx="419803" cy="0"/>
          </a:xfrm>
          <a:prstGeom prst="line">
            <a:avLst/>
          </a:prstGeom>
          <a:noFill/>
          <a:ln w="12700" cap="sq">
            <a:solidFill>
              <a:schemeClr val="bg1">
                <a:lumMod val="65000"/>
              </a:schemeClr>
            </a:solidFill>
            <a:miter/>
          </a:ln>
        </p:spPr>
      </p:cxnSp>
      <p:sp>
        <p:nvSpPr>
          <p:cNvPr id="7" name="标题 1"/>
          <p:cNvSpPr txBox="1"/>
          <p:nvPr/>
        </p:nvSpPr>
        <p:spPr>
          <a:xfrm>
            <a:off x="0" y="1662545"/>
            <a:ext cx="2244436" cy="3978230"/>
          </a:xfrm>
          <a:prstGeom prst="rect">
            <a:avLst/>
          </a:prstGeom>
          <a:blipFill>
            <a:blip r:embed="rId2"/>
            <a:srcRect/>
            <a:tile tx="0" ty="0" sx="100000" sy="100000" algn="l"/>
          </a:blip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4994482" y="1662545"/>
            <a:ext cx="2244436" cy="3978230"/>
          </a:xfrm>
          <a:prstGeom prst="rect">
            <a:avLst/>
          </a:prstGeom>
          <a:blipFill>
            <a:blip r:embed="rId3"/>
            <a:srcRect/>
            <a:tile tx="0" ty="0" sx="100000" sy="100000" algn="ctr"/>
          </a:blip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9988963" y="1662545"/>
            <a:ext cx="2244436" cy="3978230"/>
          </a:xfrm>
          <a:prstGeom prst="rect">
            <a:avLst/>
          </a:prstGeom>
          <a:blipFill>
            <a:blip r:embed="rId4"/>
            <a:srcRect/>
            <a:tile tx="0" ty="0" sx="100000" sy="100000" algn="r"/>
          </a:blip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2445131" y="1816120"/>
            <a:ext cx="2327549" cy="596880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Virtual Machines (VMs)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2445131" y="2439553"/>
            <a:ext cx="2330069" cy="244058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Virtual Machines in GCE provide scalable computing resources in which users can run applications. They offer custom configurations including CPU, memory, and storage options to meet diverse workloads.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7452002" y="1816100"/>
            <a:ext cx="2327549" cy="596900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Load Balancing and Autoscaling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7452002" y="2439553"/>
            <a:ext cx="2326998" cy="24372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249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GCE includes load balancing to distribute incoming traffic across multiple instances, enhancing availability. Autoscaling adjusts the number of running instances automatically based on traffic demands, optimizing resource utilization.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316690" y="373380"/>
            <a:ext cx="8171180" cy="655320"/>
          </a:xfrm>
          <a:prstGeom prst="roundRect">
            <a:avLst>
              <a:gd name="adj" fmla="val 13854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783520" y="4670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Google Compute Engine (GCE)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24765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48287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6750000"/>
            <a:ext cx="108000" cy="108000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12084000" y="6750000"/>
            <a:ext cx="108000" cy="108000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222885" y="6750000"/>
            <a:ext cx="11747442" cy="10800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4515548" y="1876878"/>
            <a:ext cx="3160902" cy="2809872"/>
          </a:xfrm>
          <a:custGeom>
            <a:avLst/>
            <a:gdLst>
              <a:gd name="connsiteX0" fmla="*/ 5274051 w 5335865"/>
              <a:gd name="connsiteY0" fmla="*/ 2141364 h 4743296"/>
              <a:gd name="connsiteX1" fmla="*/ 4170340 w 5335865"/>
              <a:gd name="connsiteY1" fmla="*/ 230284 h 4743296"/>
              <a:gd name="connsiteX2" fmla="*/ 3771242 w 5335865"/>
              <a:gd name="connsiteY2" fmla="*/ 0 h 4743296"/>
              <a:gd name="connsiteX3" fmla="*/ 1564737 w 5335865"/>
              <a:gd name="connsiteY3" fmla="*/ 0 h 4743296"/>
              <a:gd name="connsiteX4" fmla="*/ 1165640 w 5335865"/>
              <a:gd name="connsiteY4" fmla="*/ 230284 h 4743296"/>
              <a:gd name="connsiteX5" fmla="*/ 61929 w 5335865"/>
              <a:gd name="connsiteY5" fmla="*/ 2141364 h 4743296"/>
              <a:gd name="connsiteX6" fmla="*/ 61929 w 5335865"/>
              <a:gd name="connsiteY6" fmla="*/ 2602849 h 4743296"/>
              <a:gd name="connsiteX7" fmla="*/ 1165640 w 5335865"/>
              <a:gd name="connsiteY7" fmla="*/ 4513012 h 4743296"/>
              <a:gd name="connsiteX8" fmla="*/ 1564737 w 5335865"/>
              <a:gd name="connsiteY8" fmla="*/ 4743296 h 4743296"/>
              <a:gd name="connsiteX9" fmla="*/ 3771242 w 5335865"/>
              <a:gd name="connsiteY9" fmla="*/ 4743296 h 4743296"/>
              <a:gd name="connsiteX10" fmla="*/ 4170340 w 5335865"/>
              <a:gd name="connsiteY10" fmla="*/ 4513012 h 4743296"/>
              <a:gd name="connsiteX11" fmla="*/ 5273133 w 5335865"/>
              <a:gd name="connsiteY11" fmla="*/ 2601932 h 4743296"/>
              <a:gd name="connsiteX12" fmla="*/ 5274051 w 5335865"/>
              <a:gd name="connsiteY12" fmla="*/ 2141364 h 4743296"/>
            </a:gdLst>
            <a:ahLst/>
            <a:cxnLst/>
            <a:rect l="l" t="t" r="r" b="b"/>
            <a:pathLst>
              <a:path w="5335865" h="4743296">
                <a:moveTo>
                  <a:pt x="5274051" y="2141364"/>
                </a:moveTo>
                <a:lnTo>
                  <a:pt x="4170340" y="230284"/>
                </a:lnTo>
                <a:cubicBezTo>
                  <a:pt x="4088685" y="88077"/>
                  <a:pt x="3936386" y="0"/>
                  <a:pt x="3771242" y="0"/>
                </a:cubicBezTo>
                <a:lnTo>
                  <a:pt x="1564737" y="0"/>
                </a:lnTo>
                <a:cubicBezTo>
                  <a:pt x="1399594" y="0"/>
                  <a:pt x="1247294" y="88077"/>
                  <a:pt x="1165640" y="230284"/>
                </a:cubicBezTo>
                <a:lnTo>
                  <a:pt x="61929" y="2141364"/>
                </a:lnTo>
                <a:cubicBezTo>
                  <a:pt x="-20643" y="2284489"/>
                  <a:pt x="-20643" y="2459725"/>
                  <a:pt x="61929" y="2602849"/>
                </a:cubicBezTo>
                <a:lnTo>
                  <a:pt x="1165640" y="4513012"/>
                </a:lnTo>
                <a:cubicBezTo>
                  <a:pt x="1248212" y="4656137"/>
                  <a:pt x="1400511" y="4743296"/>
                  <a:pt x="1564737" y="4743296"/>
                </a:cubicBezTo>
                <a:lnTo>
                  <a:pt x="3771242" y="4743296"/>
                </a:lnTo>
                <a:cubicBezTo>
                  <a:pt x="3936386" y="4743296"/>
                  <a:pt x="4088685" y="4655220"/>
                  <a:pt x="4170340" y="4513012"/>
                </a:cubicBezTo>
                <a:lnTo>
                  <a:pt x="5273133" y="2601932"/>
                </a:lnTo>
                <a:cubicBezTo>
                  <a:pt x="5356623" y="2459725"/>
                  <a:pt x="5356623" y="2284489"/>
                  <a:pt x="5274051" y="2141364"/>
                </a:cubicBezTo>
                <a:close/>
              </a:path>
            </a:pathLst>
          </a:custGeom>
          <a:solidFill>
            <a:schemeClr val="accent1"/>
          </a:solidFill>
          <a:ln w="91637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4324351" y="1692629"/>
            <a:ext cx="3543298" cy="3149800"/>
          </a:xfrm>
          <a:custGeom>
            <a:avLst/>
            <a:gdLst>
              <a:gd name="connsiteX0" fmla="*/ 5274051 w 5335865"/>
              <a:gd name="connsiteY0" fmla="*/ 2141364 h 4743296"/>
              <a:gd name="connsiteX1" fmla="*/ 4170340 w 5335865"/>
              <a:gd name="connsiteY1" fmla="*/ 230284 h 4743296"/>
              <a:gd name="connsiteX2" fmla="*/ 3771242 w 5335865"/>
              <a:gd name="connsiteY2" fmla="*/ 0 h 4743296"/>
              <a:gd name="connsiteX3" fmla="*/ 1564737 w 5335865"/>
              <a:gd name="connsiteY3" fmla="*/ 0 h 4743296"/>
              <a:gd name="connsiteX4" fmla="*/ 1165640 w 5335865"/>
              <a:gd name="connsiteY4" fmla="*/ 230284 h 4743296"/>
              <a:gd name="connsiteX5" fmla="*/ 61929 w 5335865"/>
              <a:gd name="connsiteY5" fmla="*/ 2141364 h 4743296"/>
              <a:gd name="connsiteX6" fmla="*/ 61929 w 5335865"/>
              <a:gd name="connsiteY6" fmla="*/ 2602849 h 4743296"/>
              <a:gd name="connsiteX7" fmla="*/ 1165640 w 5335865"/>
              <a:gd name="connsiteY7" fmla="*/ 4513012 h 4743296"/>
              <a:gd name="connsiteX8" fmla="*/ 1564737 w 5335865"/>
              <a:gd name="connsiteY8" fmla="*/ 4743296 h 4743296"/>
              <a:gd name="connsiteX9" fmla="*/ 3771242 w 5335865"/>
              <a:gd name="connsiteY9" fmla="*/ 4743296 h 4743296"/>
              <a:gd name="connsiteX10" fmla="*/ 4170340 w 5335865"/>
              <a:gd name="connsiteY10" fmla="*/ 4513012 h 4743296"/>
              <a:gd name="connsiteX11" fmla="*/ 5273133 w 5335865"/>
              <a:gd name="connsiteY11" fmla="*/ 2601932 h 4743296"/>
              <a:gd name="connsiteX12" fmla="*/ 5274051 w 5335865"/>
              <a:gd name="connsiteY12" fmla="*/ 2141364 h 4743296"/>
            </a:gdLst>
            <a:ahLst/>
            <a:cxnLst/>
            <a:rect l="l" t="t" r="r" b="b"/>
            <a:pathLst>
              <a:path w="5335865" h="4743296">
                <a:moveTo>
                  <a:pt x="5274051" y="2141364"/>
                </a:moveTo>
                <a:lnTo>
                  <a:pt x="4170340" y="230284"/>
                </a:lnTo>
                <a:cubicBezTo>
                  <a:pt x="4088685" y="88077"/>
                  <a:pt x="3936386" y="0"/>
                  <a:pt x="3771242" y="0"/>
                </a:cubicBezTo>
                <a:lnTo>
                  <a:pt x="1564737" y="0"/>
                </a:lnTo>
                <a:cubicBezTo>
                  <a:pt x="1399594" y="0"/>
                  <a:pt x="1247294" y="88077"/>
                  <a:pt x="1165640" y="230284"/>
                </a:cubicBezTo>
                <a:lnTo>
                  <a:pt x="61929" y="2141364"/>
                </a:lnTo>
                <a:cubicBezTo>
                  <a:pt x="-20643" y="2284489"/>
                  <a:pt x="-20643" y="2459725"/>
                  <a:pt x="61929" y="2602849"/>
                </a:cubicBezTo>
                <a:lnTo>
                  <a:pt x="1165640" y="4513012"/>
                </a:lnTo>
                <a:cubicBezTo>
                  <a:pt x="1248212" y="4656137"/>
                  <a:pt x="1400511" y="4743296"/>
                  <a:pt x="1564737" y="4743296"/>
                </a:cubicBezTo>
                <a:lnTo>
                  <a:pt x="3771242" y="4743296"/>
                </a:lnTo>
                <a:cubicBezTo>
                  <a:pt x="3936386" y="4743296"/>
                  <a:pt x="4088685" y="4655220"/>
                  <a:pt x="4170340" y="4513012"/>
                </a:cubicBezTo>
                <a:lnTo>
                  <a:pt x="5273133" y="2601932"/>
                </a:lnTo>
                <a:cubicBezTo>
                  <a:pt x="5356623" y="2459725"/>
                  <a:pt x="5356623" y="2284489"/>
                  <a:pt x="5274051" y="2141364"/>
                </a:cubicBezTo>
                <a:close/>
              </a:path>
            </a:pathLst>
          </a:custGeom>
          <a:noFill/>
          <a:ln w="12700" cap="flat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r>
              <a:rPr kumimoji="1" lang="en-US" altLang="zh-CN" sz="18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4122738" y="1513406"/>
            <a:ext cx="3946523" cy="3508246"/>
          </a:xfrm>
          <a:custGeom>
            <a:avLst/>
            <a:gdLst>
              <a:gd name="connsiteX0" fmla="*/ 5274051 w 5335865"/>
              <a:gd name="connsiteY0" fmla="*/ 2141364 h 4743296"/>
              <a:gd name="connsiteX1" fmla="*/ 4170340 w 5335865"/>
              <a:gd name="connsiteY1" fmla="*/ 230284 h 4743296"/>
              <a:gd name="connsiteX2" fmla="*/ 3771242 w 5335865"/>
              <a:gd name="connsiteY2" fmla="*/ 0 h 4743296"/>
              <a:gd name="connsiteX3" fmla="*/ 1564737 w 5335865"/>
              <a:gd name="connsiteY3" fmla="*/ 0 h 4743296"/>
              <a:gd name="connsiteX4" fmla="*/ 1165640 w 5335865"/>
              <a:gd name="connsiteY4" fmla="*/ 230284 h 4743296"/>
              <a:gd name="connsiteX5" fmla="*/ 61929 w 5335865"/>
              <a:gd name="connsiteY5" fmla="*/ 2141364 h 4743296"/>
              <a:gd name="connsiteX6" fmla="*/ 61929 w 5335865"/>
              <a:gd name="connsiteY6" fmla="*/ 2602849 h 4743296"/>
              <a:gd name="connsiteX7" fmla="*/ 1165640 w 5335865"/>
              <a:gd name="connsiteY7" fmla="*/ 4513012 h 4743296"/>
              <a:gd name="connsiteX8" fmla="*/ 1564737 w 5335865"/>
              <a:gd name="connsiteY8" fmla="*/ 4743296 h 4743296"/>
              <a:gd name="connsiteX9" fmla="*/ 3771242 w 5335865"/>
              <a:gd name="connsiteY9" fmla="*/ 4743296 h 4743296"/>
              <a:gd name="connsiteX10" fmla="*/ 4170340 w 5335865"/>
              <a:gd name="connsiteY10" fmla="*/ 4513012 h 4743296"/>
              <a:gd name="connsiteX11" fmla="*/ 5273133 w 5335865"/>
              <a:gd name="connsiteY11" fmla="*/ 2601932 h 4743296"/>
              <a:gd name="connsiteX12" fmla="*/ 5274051 w 5335865"/>
              <a:gd name="connsiteY12" fmla="*/ 2141364 h 4743296"/>
            </a:gdLst>
            <a:ahLst/>
            <a:cxnLst/>
            <a:rect l="l" t="t" r="r" b="b"/>
            <a:pathLst>
              <a:path w="5335865" h="4743296">
                <a:moveTo>
                  <a:pt x="5274051" y="2141364"/>
                </a:moveTo>
                <a:lnTo>
                  <a:pt x="4170340" y="230284"/>
                </a:lnTo>
                <a:cubicBezTo>
                  <a:pt x="4088685" y="88077"/>
                  <a:pt x="3936386" y="0"/>
                  <a:pt x="3771242" y="0"/>
                </a:cubicBezTo>
                <a:lnTo>
                  <a:pt x="1564737" y="0"/>
                </a:lnTo>
                <a:cubicBezTo>
                  <a:pt x="1399594" y="0"/>
                  <a:pt x="1247294" y="88077"/>
                  <a:pt x="1165640" y="230284"/>
                </a:cubicBezTo>
                <a:lnTo>
                  <a:pt x="61929" y="2141364"/>
                </a:lnTo>
                <a:cubicBezTo>
                  <a:pt x="-20643" y="2284489"/>
                  <a:pt x="-20643" y="2459725"/>
                  <a:pt x="61929" y="2602849"/>
                </a:cubicBezTo>
                <a:lnTo>
                  <a:pt x="1165640" y="4513012"/>
                </a:lnTo>
                <a:cubicBezTo>
                  <a:pt x="1248212" y="4656137"/>
                  <a:pt x="1400511" y="4743296"/>
                  <a:pt x="1564737" y="4743296"/>
                </a:cubicBezTo>
                <a:lnTo>
                  <a:pt x="3771242" y="4743296"/>
                </a:lnTo>
                <a:cubicBezTo>
                  <a:pt x="3936386" y="4743296"/>
                  <a:pt x="4088685" y="4655220"/>
                  <a:pt x="4170340" y="4513012"/>
                </a:cubicBezTo>
                <a:lnTo>
                  <a:pt x="5273133" y="2601932"/>
                </a:lnTo>
                <a:cubicBezTo>
                  <a:pt x="5356623" y="2459725"/>
                  <a:pt x="5356623" y="2284489"/>
                  <a:pt x="5274051" y="2141364"/>
                </a:cubicBezTo>
                <a:close/>
              </a:path>
            </a:pathLst>
          </a:custGeom>
          <a:noFill/>
          <a:ln w="12700" cap="flat">
            <a:solidFill>
              <a:schemeClr val="accent1">
                <a:alpha val="80000"/>
              </a:schemeClr>
            </a:solidFill>
            <a:miter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rtlCol="0" anchor="ctr"/>
          <a:lstStyle/>
          <a:p>
            <a:pPr algn="l"/>
            <a:r>
              <a:rPr kumimoji="1" lang="en-US" altLang="zh-CN" sz="18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3921126" y="1334184"/>
            <a:ext cx="4349748" cy="3866691"/>
          </a:xfrm>
          <a:custGeom>
            <a:avLst/>
            <a:gdLst>
              <a:gd name="connsiteX0" fmla="*/ 5274051 w 5335865"/>
              <a:gd name="connsiteY0" fmla="*/ 2141364 h 4743296"/>
              <a:gd name="connsiteX1" fmla="*/ 4170340 w 5335865"/>
              <a:gd name="connsiteY1" fmla="*/ 230284 h 4743296"/>
              <a:gd name="connsiteX2" fmla="*/ 3771242 w 5335865"/>
              <a:gd name="connsiteY2" fmla="*/ 0 h 4743296"/>
              <a:gd name="connsiteX3" fmla="*/ 1564737 w 5335865"/>
              <a:gd name="connsiteY3" fmla="*/ 0 h 4743296"/>
              <a:gd name="connsiteX4" fmla="*/ 1165640 w 5335865"/>
              <a:gd name="connsiteY4" fmla="*/ 230284 h 4743296"/>
              <a:gd name="connsiteX5" fmla="*/ 61929 w 5335865"/>
              <a:gd name="connsiteY5" fmla="*/ 2141364 h 4743296"/>
              <a:gd name="connsiteX6" fmla="*/ 61929 w 5335865"/>
              <a:gd name="connsiteY6" fmla="*/ 2602849 h 4743296"/>
              <a:gd name="connsiteX7" fmla="*/ 1165640 w 5335865"/>
              <a:gd name="connsiteY7" fmla="*/ 4513012 h 4743296"/>
              <a:gd name="connsiteX8" fmla="*/ 1564737 w 5335865"/>
              <a:gd name="connsiteY8" fmla="*/ 4743296 h 4743296"/>
              <a:gd name="connsiteX9" fmla="*/ 3771242 w 5335865"/>
              <a:gd name="connsiteY9" fmla="*/ 4743296 h 4743296"/>
              <a:gd name="connsiteX10" fmla="*/ 4170340 w 5335865"/>
              <a:gd name="connsiteY10" fmla="*/ 4513012 h 4743296"/>
              <a:gd name="connsiteX11" fmla="*/ 5273133 w 5335865"/>
              <a:gd name="connsiteY11" fmla="*/ 2601932 h 4743296"/>
              <a:gd name="connsiteX12" fmla="*/ 5274051 w 5335865"/>
              <a:gd name="connsiteY12" fmla="*/ 2141364 h 4743296"/>
            </a:gdLst>
            <a:ahLst/>
            <a:cxnLst/>
            <a:rect l="l" t="t" r="r" b="b"/>
            <a:pathLst>
              <a:path w="5335865" h="4743296">
                <a:moveTo>
                  <a:pt x="5274051" y="2141364"/>
                </a:moveTo>
                <a:lnTo>
                  <a:pt x="4170340" y="230284"/>
                </a:lnTo>
                <a:cubicBezTo>
                  <a:pt x="4088685" y="88077"/>
                  <a:pt x="3936386" y="0"/>
                  <a:pt x="3771242" y="0"/>
                </a:cubicBezTo>
                <a:lnTo>
                  <a:pt x="1564737" y="0"/>
                </a:lnTo>
                <a:cubicBezTo>
                  <a:pt x="1399594" y="0"/>
                  <a:pt x="1247294" y="88077"/>
                  <a:pt x="1165640" y="230284"/>
                </a:cubicBezTo>
                <a:lnTo>
                  <a:pt x="61929" y="2141364"/>
                </a:lnTo>
                <a:cubicBezTo>
                  <a:pt x="-20643" y="2284489"/>
                  <a:pt x="-20643" y="2459725"/>
                  <a:pt x="61929" y="2602849"/>
                </a:cubicBezTo>
                <a:lnTo>
                  <a:pt x="1165640" y="4513012"/>
                </a:lnTo>
                <a:cubicBezTo>
                  <a:pt x="1248212" y="4656137"/>
                  <a:pt x="1400511" y="4743296"/>
                  <a:pt x="1564737" y="4743296"/>
                </a:cubicBezTo>
                <a:lnTo>
                  <a:pt x="3771242" y="4743296"/>
                </a:lnTo>
                <a:cubicBezTo>
                  <a:pt x="3936386" y="4743296"/>
                  <a:pt x="4088685" y="4655220"/>
                  <a:pt x="4170340" y="4513012"/>
                </a:cubicBezTo>
                <a:lnTo>
                  <a:pt x="5273133" y="2601932"/>
                </a:lnTo>
                <a:cubicBezTo>
                  <a:pt x="5356623" y="2459725"/>
                  <a:pt x="5356623" y="2284489"/>
                  <a:pt x="5274051" y="2141364"/>
                </a:cubicBezTo>
                <a:close/>
              </a:path>
            </a:pathLst>
          </a:custGeom>
          <a:noFill/>
          <a:ln w="12700" cap="flat">
            <a:solidFill>
              <a:schemeClr val="accent1">
                <a:alpha val="60000"/>
              </a:schemeClr>
            </a:solidFill>
            <a:miter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rtlCol="0" anchor="ctr"/>
          <a:lstStyle/>
          <a:p>
            <a:pPr algn="l"/>
            <a:r>
              <a:rPr kumimoji="1" lang="en-US" altLang="zh-CN" sz="18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3719513" y="1154961"/>
            <a:ext cx="4752973" cy="4225136"/>
          </a:xfrm>
          <a:custGeom>
            <a:avLst/>
            <a:gdLst>
              <a:gd name="connsiteX0" fmla="*/ 5274051 w 5335865"/>
              <a:gd name="connsiteY0" fmla="*/ 2141364 h 4743296"/>
              <a:gd name="connsiteX1" fmla="*/ 4170340 w 5335865"/>
              <a:gd name="connsiteY1" fmla="*/ 230284 h 4743296"/>
              <a:gd name="connsiteX2" fmla="*/ 3771242 w 5335865"/>
              <a:gd name="connsiteY2" fmla="*/ 0 h 4743296"/>
              <a:gd name="connsiteX3" fmla="*/ 1564737 w 5335865"/>
              <a:gd name="connsiteY3" fmla="*/ 0 h 4743296"/>
              <a:gd name="connsiteX4" fmla="*/ 1165640 w 5335865"/>
              <a:gd name="connsiteY4" fmla="*/ 230284 h 4743296"/>
              <a:gd name="connsiteX5" fmla="*/ 61929 w 5335865"/>
              <a:gd name="connsiteY5" fmla="*/ 2141364 h 4743296"/>
              <a:gd name="connsiteX6" fmla="*/ 61929 w 5335865"/>
              <a:gd name="connsiteY6" fmla="*/ 2602849 h 4743296"/>
              <a:gd name="connsiteX7" fmla="*/ 1165640 w 5335865"/>
              <a:gd name="connsiteY7" fmla="*/ 4513012 h 4743296"/>
              <a:gd name="connsiteX8" fmla="*/ 1564737 w 5335865"/>
              <a:gd name="connsiteY8" fmla="*/ 4743296 h 4743296"/>
              <a:gd name="connsiteX9" fmla="*/ 3771242 w 5335865"/>
              <a:gd name="connsiteY9" fmla="*/ 4743296 h 4743296"/>
              <a:gd name="connsiteX10" fmla="*/ 4170340 w 5335865"/>
              <a:gd name="connsiteY10" fmla="*/ 4513012 h 4743296"/>
              <a:gd name="connsiteX11" fmla="*/ 5273133 w 5335865"/>
              <a:gd name="connsiteY11" fmla="*/ 2601932 h 4743296"/>
              <a:gd name="connsiteX12" fmla="*/ 5274051 w 5335865"/>
              <a:gd name="connsiteY12" fmla="*/ 2141364 h 4743296"/>
            </a:gdLst>
            <a:ahLst/>
            <a:cxnLst/>
            <a:rect l="l" t="t" r="r" b="b"/>
            <a:pathLst>
              <a:path w="5335865" h="4743296">
                <a:moveTo>
                  <a:pt x="5274051" y="2141364"/>
                </a:moveTo>
                <a:lnTo>
                  <a:pt x="4170340" y="230284"/>
                </a:lnTo>
                <a:cubicBezTo>
                  <a:pt x="4088685" y="88077"/>
                  <a:pt x="3936386" y="0"/>
                  <a:pt x="3771242" y="0"/>
                </a:cubicBezTo>
                <a:lnTo>
                  <a:pt x="1564737" y="0"/>
                </a:lnTo>
                <a:cubicBezTo>
                  <a:pt x="1399594" y="0"/>
                  <a:pt x="1247294" y="88077"/>
                  <a:pt x="1165640" y="230284"/>
                </a:cubicBezTo>
                <a:lnTo>
                  <a:pt x="61929" y="2141364"/>
                </a:lnTo>
                <a:cubicBezTo>
                  <a:pt x="-20643" y="2284489"/>
                  <a:pt x="-20643" y="2459725"/>
                  <a:pt x="61929" y="2602849"/>
                </a:cubicBezTo>
                <a:lnTo>
                  <a:pt x="1165640" y="4513012"/>
                </a:lnTo>
                <a:cubicBezTo>
                  <a:pt x="1248212" y="4656137"/>
                  <a:pt x="1400511" y="4743296"/>
                  <a:pt x="1564737" y="4743296"/>
                </a:cubicBezTo>
                <a:lnTo>
                  <a:pt x="3771242" y="4743296"/>
                </a:lnTo>
                <a:cubicBezTo>
                  <a:pt x="3936386" y="4743296"/>
                  <a:pt x="4088685" y="4655220"/>
                  <a:pt x="4170340" y="4513012"/>
                </a:cubicBezTo>
                <a:lnTo>
                  <a:pt x="5273133" y="2601932"/>
                </a:lnTo>
                <a:cubicBezTo>
                  <a:pt x="5356623" y="2459725"/>
                  <a:pt x="5356623" y="2284489"/>
                  <a:pt x="5274051" y="2141364"/>
                </a:cubicBezTo>
                <a:close/>
              </a:path>
            </a:pathLst>
          </a:custGeom>
          <a:noFill/>
          <a:ln w="12700" cap="flat">
            <a:solidFill>
              <a:schemeClr val="accent1">
                <a:alpha val="40000"/>
              </a:schemeClr>
            </a:solidFill>
            <a:miter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rtlCol="0" anchor="ctr"/>
          <a:lstStyle/>
          <a:p>
            <a:pPr algn="l"/>
            <a:r>
              <a:rPr kumimoji="1" lang="en-US" altLang="zh-CN" sz="18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1095375" y="2011732"/>
            <a:ext cx="2857500" cy="2540164"/>
          </a:xfrm>
          <a:custGeom>
            <a:avLst/>
            <a:gdLst>
              <a:gd name="connsiteX0" fmla="*/ 5274051 w 5335865"/>
              <a:gd name="connsiteY0" fmla="*/ 2141364 h 4743296"/>
              <a:gd name="connsiteX1" fmla="*/ 4170340 w 5335865"/>
              <a:gd name="connsiteY1" fmla="*/ 230284 h 4743296"/>
              <a:gd name="connsiteX2" fmla="*/ 3771242 w 5335865"/>
              <a:gd name="connsiteY2" fmla="*/ 0 h 4743296"/>
              <a:gd name="connsiteX3" fmla="*/ 1564737 w 5335865"/>
              <a:gd name="connsiteY3" fmla="*/ 0 h 4743296"/>
              <a:gd name="connsiteX4" fmla="*/ 1165640 w 5335865"/>
              <a:gd name="connsiteY4" fmla="*/ 230284 h 4743296"/>
              <a:gd name="connsiteX5" fmla="*/ 61929 w 5335865"/>
              <a:gd name="connsiteY5" fmla="*/ 2141364 h 4743296"/>
              <a:gd name="connsiteX6" fmla="*/ 61929 w 5335865"/>
              <a:gd name="connsiteY6" fmla="*/ 2602849 h 4743296"/>
              <a:gd name="connsiteX7" fmla="*/ 1165640 w 5335865"/>
              <a:gd name="connsiteY7" fmla="*/ 4513012 h 4743296"/>
              <a:gd name="connsiteX8" fmla="*/ 1564737 w 5335865"/>
              <a:gd name="connsiteY8" fmla="*/ 4743296 h 4743296"/>
              <a:gd name="connsiteX9" fmla="*/ 3771242 w 5335865"/>
              <a:gd name="connsiteY9" fmla="*/ 4743296 h 4743296"/>
              <a:gd name="connsiteX10" fmla="*/ 4170340 w 5335865"/>
              <a:gd name="connsiteY10" fmla="*/ 4513012 h 4743296"/>
              <a:gd name="connsiteX11" fmla="*/ 5273133 w 5335865"/>
              <a:gd name="connsiteY11" fmla="*/ 2601932 h 4743296"/>
              <a:gd name="connsiteX12" fmla="*/ 5274051 w 5335865"/>
              <a:gd name="connsiteY12" fmla="*/ 2141364 h 4743296"/>
            </a:gdLst>
            <a:ahLst/>
            <a:cxnLst/>
            <a:rect l="l" t="t" r="r" b="b"/>
            <a:pathLst>
              <a:path w="5335865" h="4743296">
                <a:moveTo>
                  <a:pt x="5274051" y="2141364"/>
                </a:moveTo>
                <a:lnTo>
                  <a:pt x="4170340" y="230284"/>
                </a:lnTo>
                <a:cubicBezTo>
                  <a:pt x="4088685" y="88077"/>
                  <a:pt x="3936386" y="0"/>
                  <a:pt x="3771242" y="0"/>
                </a:cubicBezTo>
                <a:lnTo>
                  <a:pt x="1564737" y="0"/>
                </a:lnTo>
                <a:cubicBezTo>
                  <a:pt x="1399594" y="0"/>
                  <a:pt x="1247294" y="88077"/>
                  <a:pt x="1165640" y="230284"/>
                </a:cubicBezTo>
                <a:lnTo>
                  <a:pt x="61929" y="2141364"/>
                </a:lnTo>
                <a:cubicBezTo>
                  <a:pt x="-20643" y="2284489"/>
                  <a:pt x="-20643" y="2459725"/>
                  <a:pt x="61929" y="2602849"/>
                </a:cubicBezTo>
                <a:lnTo>
                  <a:pt x="1165640" y="4513012"/>
                </a:lnTo>
                <a:cubicBezTo>
                  <a:pt x="1248212" y="4656137"/>
                  <a:pt x="1400511" y="4743296"/>
                  <a:pt x="1564737" y="4743296"/>
                </a:cubicBezTo>
                <a:lnTo>
                  <a:pt x="3771242" y="4743296"/>
                </a:lnTo>
                <a:cubicBezTo>
                  <a:pt x="3936386" y="4743296"/>
                  <a:pt x="4088685" y="4655220"/>
                  <a:pt x="4170340" y="4513012"/>
                </a:cubicBezTo>
                <a:lnTo>
                  <a:pt x="5273133" y="2601932"/>
                </a:lnTo>
                <a:cubicBezTo>
                  <a:pt x="5356623" y="2459725"/>
                  <a:pt x="5356623" y="2284489"/>
                  <a:pt x="5274051" y="2141364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91637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986792" y="4704818"/>
            <a:ext cx="3073400" cy="2667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4B813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Container Orchestration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8130542" y="4704818"/>
            <a:ext cx="3073400" cy="228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kumimoji="1" lang="en-US" altLang="zh-CN" sz="1409">
                <a:ln w="12700">
                  <a:noFill/>
                </a:ln>
                <a:solidFill>
                  <a:srgbClr val="4B813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Integration with CI/CD Pipelines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986792" y="5126896"/>
            <a:ext cx="3074668" cy="93100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88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GKE automates the deployment, scaling, and management of containerized applications using Kubernetes. It simplifies application management by handling container networking and service discovery.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8130542" y="5126896"/>
            <a:ext cx="3074668" cy="93100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88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GKE integrates seamlessly with Continuous Integration and Continuous Deployment (CI/CD) pipelines, allowing developers to automate testing and deployment processes for containerized applications, enhancing productivity and efficiency.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1212753" y="2116075"/>
            <a:ext cx="2622744" cy="2331478"/>
          </a:xfrm>
          <a:custGeom>
            <a:avLst/>
            <a:gdLst>
              <a:gd name="connsiteX0" fmla="*/ 769117 w 2622744"/>
              <a:gd name="connsiteY0" fmla="*/ 0 h 2331478"/>
              <a:gd name="connsiteX1" fmla="*/ 1853683 w 2622744"/>
              <a:gd name="connsiteY1" fmla="*/ 0 h 2331478"/>
              <a:gd name="connsiteX2" fmla="*/ 2049852 w 2622744"/>
              <a:gd name="connsiteY2" fmla="*/ 113192 h 2331478"/>
              <a:gd name="connsiteX3" fmla="*/ 2592360 w 2622744"/>
              <a:gd name="connsiteY3" fmla="*/ 1052548 h 2331478"/>
              <a:gd name="connsiteX4" fmla="*/ 2591909 w 2622744"/>
              <a:gd name="connsiteY4" fmla="*/ 1278931 h 2331478"/>
              <a:gd name="connsiteX5" fmla="*/ 2049852 w 2622744"/>
              <a:gd name="connsiteY5" fmla="*/ 2218286 h 2331478"/>
              <a:gd name="connsiteX6" fmla="*/ 1853683 w 2622744"/>
              <a:gd name="connsiteY6" fmla="*/ 2331478 h 2331478"/>
              <a:gd name="connsiteX7" fmla="*/ 769117 w 2622744"/>
              <a:gd name="connsiteY7" fmla="*/ 2331478 h 2331478"/>
              <a:gd name="connsiteX8" fmla="*/ 572949 w 2622744"/>
              <a:gd name="connsiteY8" fmla="*/ 2218286 h 2331478"/>
              <a:gd name="connsiteX9" fmla="*/ 30440 w 2622744"/>
              <a:gd name="connsiteY9" fmla="*/ 1279382 h 2331478"/>
              <a:gd name="connsiteX10" fmla="*/ 30440 w 2622744"/>
              <a:gd name="connsiteY10" fmla="*/ 1052548 h 2331478"/>
              <a:gd name="connsiteX11" fmla="*/ 572949 w 2622744"/>
              <a:gd name="connsiteY11" fmla="*/ 113192 h 2331478"/>
              <a:gd name="connsiteX12" fmla="*/ 769117 w 2622744"/>
              <a:gd name="connsiteY12" fmla="*/ 0 h 2331478"/>
            </a:gdLst>
            <a:ahLst/>
            <a:cxnLst/>
            <a:rect l="l" t="t" r="r" b="b"/>
            <a:pathLst>
              <a:path w="2622744" h="2331478">
                <a:moveTo>
                  <a:pt x="769117" y="0"/>
                </a:moveTo>
                <a:lnTo>
                  <a:pt x="1853683" y="0"/>
                </a:lnTo>
                <a:cubicBezTo>
                  <a:pt x="1934857" y="0"/>
                  <a:pt x="2009716" y="43293"/>
                  <a:pt x="2049852" y="113192"/>
                </a:cubicBezTo>
                <a:lnTo>
                  <a:pt x="2592360" y="1052548"/>
                </a:lnTo>
                <a:cubicBezTo>
                  <a:pt x="2632947" y="1122898"/>
                  <a:pt x="2632947" y="1209032"/>
                  <a:pt x="2591909" y="1278931"/>
                </a:cubicBezTo>
                <a:lnTo>
                  <a:pt x="2049852" y="2218286"/>
                </a:lnTo>
                <a:cubicBezTo>
                  <a:pt x="2009716" y="2288186"/>
                  <a:pt x="1934857" y="2331478"/>
                  <a:pt x="1853683" y="2331478"/>
                </a:cubicBezTo>
                <a:lnTo>
                  <a:pt x="769117" y="2331478"/>
                </a:lnTo>
                <a:cubicBezTo>
                  <a:pt x="688395" y="2331478"/>
                  <a:pt x="613535" y="2288637"/>
                  <a:pt x="572949" y="2218286"/>
                </a:cubicBezTo>
                <a:lnTo>
                  <a:pt x="30440" y="1279382"/>
                </a:lnTo>
                <a:cubicBezTo>
                  <a:pt x="-10146" y="1209032"/>
                  <a:pt x="-10146" y="1122898"/>
                  <a:pt x="30440" y="1052548"/>
                </a:cubicBezTo>
                <a:lnTo>
                  <a:pt x="572949" y="113192"/>
                </a:lnTo>
                <a:cubicBezTo>
                  <a:pt x="613084" y="43293"/>
                  <a:pt x="687944" y="0"/>
                  <a:pt x="769117" y="0"/>
                </a:cubicBezTo>
                <a:close/>
              </a:path>
            </a:pathLst>
          </a:custGeom>
          <a:blipFill>
            <a:blip r:embed="rId2"/>
            <a:srcRect/>
            <a:stretch>
              <a:fillRect/>
            </a:stretch>
          </a:blipFill>
          <a:ln w="38100" cap="sq">
            <a:noFill/>
            <a:round/>
            <a:headEnd/>
            <a:tailEnd/>
          </a:ln>
          <a:effectLst/>
        </p:spPr>
        <p:txBody>
          <a:bodyPr vert="horz" wrap="square" lIns="91440" tIns="45720" rIns="91440" bIns="45720" rtlCol="0" anchor="t"/>
          <a:lstStyle/>
          <a:p>
            <a:pPr algn="ctr"/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8239125" y="2011732"/>
            <a:ext cx="2857500" cy="2540164"/>
          </a:xfrm>
          <a:custGeom>
            <a:avLst/>
            <a:gdLst>
              <a:gd name="connsiteX0" fmla="*/ 5274051 w 5335865"/>
              <a:gd name="connsiteY0" fmla="*/ 2141364 h 4743296"/>
              <a:gd name="connsiteX1" fmla="*/ 4170340 w 5335865"/>
              <a:gd name="connsiteY1" fmla="*/ 230284 h 4743296"/>
              <a:gd name="connsiteX2" fmla="*/ 3771242 w 5335865"/>
              <a:gd name="connsiteY2" fmla="*/ 0 h 4743296"/>
              <a:gd name="connsiteX3" fmla="*/ 1564737 w 5335865"/>
              <a:gd name="connsiteY3" fmla="*/ 0 h 4743296"/>
              <a:gd name="connsiteX4" fmla="*/ 1165640 w 5335865"/>
              <a:gd name="connsiteY4" fmla="*/ 230284 h 4743296"/>
              <a:gd name="connsiteX5" fmla="*/ 61929 w 5335865"/>
              <a:gd name="connsiteY5" fmla="*/ 2141364 h 4743296"/>
              <a:gd name="connsiteX6" fmla="*/ 61929 w 5335865"/>
              <a:gd name="connsiteY6" fmla="*/ 2602849 h 4743296"/>
              <a:gd name="connsiteX7" fmla="*/ 1165640 w 5335865"/>
              <a:gd name="connsiteY7" fmla="*/ 4513012 h 4743296"/>
              <a:gd name="connsiteX8" fmla="*/ 1564737 w 5335865"/>
              <a:gd name="connsiteY8" fmla="*/ 4743296 h 4743296"/>
              <a:gd name="connsiteX9" fmla="*/ 3771242 w 5335865"/>
              <a:gd name="connsiteY9" fmla="*/ 4743296 h 4743296"/>
              <a:gd name="connsiteX10" fmla="*/ 4170340 w 5335865"/>
              <a:gd name="connsiteY10" fmla="*/ 4513012 h 4743296"/>
              <a:gd name="connsiteX11" fmla="*/ 5273133 w 5335865"/>
              <a:gd name="connsiteY11" fmla="*/ 2601932 h 4743296"/>
              <a:gd name="connsiteX12" fmla="*/ 5274051 w 5335865"/>
              <a:gd name="connsiteY12" fmla="*/ 2141364 h 4743296"/>
            </a:gdLst>
            <a:ahLst/>
            <a:cxnLst/>
            <a:rect l="l" t="t" r="r" b="b"/>
            <a:pathLst>
              <a:path w="5335865" h="4743296">
                <a:moveTo>
                  <a:pt x="5274051" y="2141364"/>
                </a:moveTo>
                <a:lnTo>
                  <a:pt x="4170340" y="230284"/>
                </a:lnTo>
                <a:cubicBezTo>
                  <a:pt x="4088685" y="88077"/>
                  <a:pt x="3936386" y="0"/>
                  <a:pt x="3771242" y="0"/>
                </a:cubicBezTo>
                <a:lnTo>
                  <a:pt x="1564737" y="0"/>
                </a:lnTo>
                <a:cubicBezTo>
                  <a:pt x="1399594" y="0"/>
                  <a:pt x="1247294" y="88077"/>
                  <a:pt x="1165640" y="230284"/>
                </a:cubicBezTo>
                <a:lnTo>
                  <a:pt x="61929" y="2141364"/>
                </a:lnTo>
                <a:cubicBezTo>
                  <a:pt x="-20643" y="2284489"/>
                  <a:pt x="-20643" y="2459725"/>
                  <a:pt x="61929" y="2602849"/>
                </a:cubicBezTo>
                <a:lnTo>
                  <a:pt x="1165640" y="4513012"/>
                </a:lnTo>
                <a:cubicBezTo>
                  <a:pt x="1248212" y="4656137"/>
                  <a:pt x="1400511" y="4743296"/>
                  <a:pt x="1564737" y="4743296"/>
                </a:cubicBezTo>
                <a:lnTo>
                  <a:pt x="3771242" y="4743296"/>
                </a:lnTo>
                <a:cubicBezTo>
                  <a:pt x="3936386" y="4743296"/>
                  <a:pt x="4088685" y="4655220"/>
                  <a:pt x="4170340" y="4513012"/>
                </a:cubicBezTo>
                <a:lnTo>
                  <a:pt x="5273133" y="2601932"/>
                </a:lnTo>
                <a:cubicBezTo>
                  <a:pt x="5356623" y="2459725"/>
                  <a:pt x="5356623" y="2284489"/>
                  <a:pt x="5274051" y="2141364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91637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flipH="1">
            <a:off x="8356503" y="2116075"/>
            <a:ext cx="2622745" cy="2331478"/>
          </a:xfrm>
          <a:custGeom>
            <a:avLst/>
            <a:gdLst>
              <a:gd name="connsiteX0" fmla="*/ 1853628 w 2622745"/>
              <a:gd name="connsiteY0" fmla="*/ 0 h 2331478"/>
              <a:gd name="connsiteX1" fmla="*/ 769062 w 2622745"/>
              <a:gd name="connsiteY1" fmla="*/ 0 h 2331478"/>
              <a:gd name="connsiteX2" fmla="*/ 572893 w 2622745"/>
              <a:gd name="connsiteY2" fmla="*/ 113192 h 2331478"/>
              <a:gd name="connsiteX3" fmla="*/ 30385 w 2622745"/>
              <a:gd name="connsiteY3" fmla="*/ 1052548 h 2331478"/>
              <a:gd name="connsiteX4" fmla="*/ 30836 w 2622745"/>
              <a:gd name="connsiteY4" fmla="*/ 1278931 h 2331478"/>
              <a:gd name="connsiteX5" fmla="*/ 572893 w 2622745"/>
              <a:gd name="connsiteY5" fmla="*/ 2218286 h 2331478"/>
              <a:gd name="connsiteX6" fmla="*/ 769062 w 2622745"/>
              <a:gd name="connsiteY6" fmla="*/ 2331478 h 2331478"/>
              <a:gd name="connsiteX7" fmla="*/ 1853628 w 2622745"/>
              <a:gd name="connsiteY7" fmla="*/ 2331478 h 2331478"/>
              <a:gd name="connsiteX8" fmla="*/ 2049796 w 2622745"/>
              <a:gd name="connsiteY8" fmla="*/ 2218286 h 2331478"/>
              <a:gd name="connsiteX9" fmla="*/ 2592305 w 2622745"/>
              <a:gd name="connsiteY9" fmla="*/ 1279382 h 2331478"/>
              <a:gd name="connsiteX10" fmla="*/ 2592305 w 2622745"/>
              <a:gd name="connsiteY10" fmla="*/ 1052548 h 2331478"/>
              <a:gd name="connsiteX11" fmla="*/ 2049796 w 2622745"/>
              <a:gd name="connsiteY11" fmla="*/ 113192 h 2331478"/>
              <a:gd name="connsiteX12" fmla="*/ 1853628 w 2622745"/>
              <a:gd name="connsiteY12" fmla="*/ 0 h 2331478"/>
            </a:gdLst>
            <a:ahLst/>
            <a:cxnLst/>
            <a:rect l="l" t="t" r="r" b="b"/>
            <a:pathLst>
              <a:path w="2622745" h="2331478">
                <a:moveTo>
                  <a:pt x="1853628" y="0"/>
                </a:moveTo>
                <a:lnTo>
                  <a:pt x="769062" y="0"/>
                </a:lnTo>
                <a:cubicBezTo>
                  <a:pt x="687888" y="0"/>
                  <a:pt x="613029" y="43293"/>
                  <a:pt x="572893" y="113192"/>
                </a:cubicBezTo>
                <a:lnTo>
                  <a:pt x="30385" y="1052548"/>
                </a:lnTo>
                <a:cubicBezTo>
                  <a:pt x="-10202" y="1122898"/>
                  <a:pt x="-10202" y="1209032"/>
                  <a:pt x="30836" y="1278931"/>
                </a:cubicBezTo>
                <a:lnTo>
                  <a:pt x="572893" y="2218286"/>
                </a:lnTo>
                <a:cubicBezTo>
                  <a:pt x="613029" y="2288186"/>
                  <a:pt x="687888" y="2331478"/>
                  <a:pt x="769062" y="2331478"/>
                </a:cubicBezTo>
                <a:lnTo>
                  <a:pt x="1853628" y="2331478"/>
                </a:lnTo>
                <a:cubicBezTo>
                  <a:pt x="1934350" y="2331478"/>
                  <a:pt x="2009210" y="2288637"/>
                  <a:pt x="2049796" y="2218286"/>
                </a:cubicBezTo>
                <a:lnTo>
                  <a:pt x="2592305" y="1279382"/>
                </a:lnTo>
                <a:cubicBezTo>
                  <a:pt x="2632892" y="1209032"/>
                  <a:pt x="2632892" y="1122898"/>
                  <a:pt x="2592305" y="1052548"/>
                </a:cubicBezTo>
                <a:lnTo>
                  <a:pt x="2049796" y="113192"/>
                </a:lnTo>
                <a:cubicBezTo>
                  <a:pt x="2009661" y="43293"/>
                  <a:pt x="1934801" y="0"/>
                  <a:pt x="1853628" y="0"/>
                </a:cubicBezTo>
                <a:close/>
              </a:path>
            </a:pathLst>
          </a:custGeom>
          <a:blipFill>
            <a:blip r:embed="rId3"/>
            <a:srcRect/>
            <a:tile tx="-273050" ty="0" sx="100000" sy="100000" algn="ctr"/>
          </a:blipFill>
          <a:ln w="38100" cap="sq">
            <a:noFill/>
            <a:round/>
            <a:headEnd/>
            <a:tailEnd/>
          </a:ln>
          <a:effectLst/>
        </p:spPr>
        <p:txBody>
          <a:bodyPr vert="horz" wrap="square" lIns="91440" tIns="45720" rIns="91440" bIns="45720" rtlCol="0" anchor="t"/>
          <a:lstStyle/>
          <a:p>
            <a:pPr algn="ctr"/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5476206" y="2656031"/>
            <a:ext cx="1239588" cy="1222996"/>
          </a:xfrm>
          <a:custGeom>
            <a:avLst/>
            <a:gdLst>
              <a:gd name="connsiteX0" fmla="*/ 1371696 w 1870330"/>
              <a:gd name="connsiteY0" fmla="*/ 1296270 h 1845296"/>
              <a:gd name="connsiteX1" fmla="*/ 1371696 w 1870330"/>
              <a:gd name="connsiteY1" fmla="*/ 1371136 h 1845296"/>
              <a:gd name="connsiteX2" fmla="*/ 1671448 w 1870330"/>
              <a:gd name="connsiteY2" fmla="*/ 1371136 h 1845296"/>
              <a:gd name="connsiteX3" fmla="*/ 1671448 w 1870330"/>
              <a:gd name="connsiteY3" fmla="*/ 1296270 h 1845296"/>
              <a:gd name="connsiteX4" fmla="*/ 1371696 w 1870330"/>
              <a:gd name="connsiteY4" fmla="*/ 996899 h 1845296"/>
              <a:gd name="connsiteX5" fmla="*/ 1371696 w 1870330"/>
              <a:gd name="connsiteY5" fmla="*/ 1071765 h 1845296"/>
              <a:gd name="connsiteX6" fmla="*/ 1671448 w 1870330"/>
              <a:gd name="connsiteY6" fmla="*/ 1071765 h 1845296"/>
              <a:gd name="connsiteX7" fmla="*/ 1671448 w 1870330"/>
              <a:gd name="connsiteY7" fmla="*/ 996899 h 1845296"/>
              <a:gd name="connsiteX8" fmla="*/ 1371696 w 1870330"/>
              <a:gd name="connsiteY8" fmla="*/ 747820 h 1845296"/>
              <a:gd name="connsiteX9" fmla="*/ 1371696 w 1870330"/>
              <a:gd name="connsiteY9" fmla="*/ 822401 h 1845296"/>
              <a:gd name="connsiteX10" fmla="*/ 1671448 w 1870330"/>
              <a:gd name="connsiteY10" fmla="*/ 822401 h 1845296"/>
              <a:gd name="connsiteX11" fmla="*/ 1671448 w 1870330"/>
              <a:gd name="connsiteY11" fmla="*/ 747820 h 1845296"/>
              <a:gd name="connsiteX12" fmla="*/ 1371696 w 1870330"/>
              <a:gd name="connsiteY12" fmla="*/ 473405 h 1845296"/>
              <a:gd name="connsiteX13" fmla="*/ 1371696 w 1870330"/>
              <a:gd name="connsiteY13" fmla="*/ 547986 h 1845296"/>
              <a:gd name="connsiteX14" fmla="*/ 1671448 w 1870330"/>
              <a:gd name="connsiteY14" fmla="*/ 547986 h 1845296"/>
              <a:gd name="connsiteX15" fmla="*/ 1671448 w 1870330"/>
              <a:gd name="connsiteY15" fmla="*/ 473405 h 1845296"/>
              <a:gd name="connsiteX16" fmla="*/ 1221963 w 1870330"/>
              <a:gd name="connsiteY16" fmla="*/ 224040 h 1845296"/>
              <a:gd name="connsiteX17" fmla="*/ 1794130 w 1870330"/>
              <a:gd name="connsiteY17" fmla="*/ 224040 h 1845296"/>
              <a:gd name="connsiteX18" fmla="*/ 1870330 w 1870330"/>
              <a:gd name="connsiteY18" fmla="*/ 298811 h 1845296"/>
              <a:gd name="connsiteX19" fmla="*/ 1870330 w 1870330"/>
              <a:gd name="connsiteY19" fmla="*/ 1570971 h 1845296"/>
              <a:gd name="connsiteX20" fmla="*/ 1794130 w 1870330"/>
              <a:gd name="connsiteY20" fmla="*/ 1645742 h 1845296"/>
              <a:gd name="connsiteX21" fmla="*/ 1221963 w 1870330"/>
              <a:gd name="connsiteY21" fmla="*/ 1645742 h 1845296"/>
              <a:gd name="connsiteX22" fmla="*/ 1221963 w 1870330"/>
              <a:gd name="connsiteY22" fmla="*/ 1383804 h 1845296"/>
              <a:gd name="connsiteX23" fmla="*/ 1298163 w 1870330"/>
              <a:gd name="connsiteY23" fmla="*/ 1383804 h 1845296"/>
              <a:gd name="connsiteX24" fmla="*/ 1298163 w 1870330"/>
              <a:gd name="connsiteY24" fmla="*/ 1309033 h 1845296"/>
              <a:gd name="connsiteX25" fmla="*/ 1221963 w 1870330"/>
              <a:gd name="connsiteY25" fmla="*/ 1309033 h 1845296"/>
              <a:gd name="connsiteX26" fmla="*/ 1221963 w 1870330"/>
              <a:gd name="connsiteY26" fmla="*/ 1084434 h 1845296"/>
              <a:gd name="connsiteX27" fmla="*/ 1298163 w 1870330"/>
              <a:gd name="connsiteY27" fmla="*/ 1084434 h 1845296"/>
              <a:gd name="connsiteX28" fmla="*/ 1298163 w 1870330"/>
              <a:gd name="connsiteY28" fmla="*/ 1009662 h 1845296"/>
              <a:gd name="connsiteX29" fmla="*/ 1221963 w 1870330"/>
              <a:gd name="connsiteY29" fmla="*/ 1009662 h 1845296"/>
              <a:gd name="connsiteX30" fmla="*/ 1221963 w 1870330"/>
              <a:gd name="connsiteY30" fmla="*/ 822496 h 1845296"/>
              <a:gd name="connsiteX31" fmla="*/ 1298163 w 1870330"/>
              <a:gd name="connsiteY31" fmla="*/ 822496 h 1845296"/>
              <a:gd name="connsiteX32" fmla="*/ 1298163 w 1870330"/>
              <a:gd name="connsiteY32" fmla="*/ 747725 h 1845296"/>
              <a:gd name="connsiteX33" fmla="*/ 1221963 w 1870330"/>
              <a:gd name="connsiteY33" fmla="*/ 747725 h 1845296"/>
              <a:gd name="connsiteX34" fmla="*/ 1221963 w 1870330"/>
              <a:gd name="connsiteY34" fmla="*/ 560654 h 1845296"/>
              <a:gd name="connsiteX35" fmla="*/ 1298163 w 1870330"/>
              <a:gd name="connsiteY35" fmla="*/ 560654 h 1845296"/>
              <a:gd name="connsiteX36" fmla="*/ 1298163 w 1870330"/>
              <a:gd name="connsiteY36" fmla="*/ 485883 h 1845296"/>
              <a:gd name="connsiteX37" fmla="*/ 1221963 w 1870330"/>
              <a:gd name="connsiteY37" fmla="*/ 485883 h 1845296"/>
              <a:gd name="connsiteX38" fmla="*/ 1054227 w 1870330"/>
              <a:gd name="connsiteY38" fmla="*/ 393 h 1845296"/>
              <a:gd name="connsiteX39" fmla="*/ 1054132 w 1870330"/>
              <a:gd name="connsiteY39" fmla="*/ 869 h 1845296"/>
              <a:gd name="connsiteX40" fmla="*/ 1083754 w 1870330"/>
              <a:gd name="connsiteY40" fmla="*/ 7727 h 1845296"/>
              <a:gd name="connsiteX41" fmla="*/ 1097470 w 1870330"/>
              <a:gd name="connsiteY41" fmla="*/ 36302 h 1845296"/>
              <a:gd name="connsiteX42" fmla="*/ 1097470 w 1870330"/>
              <a:gd name="connsiteY42" fmla="*/ 1808714 h 1845296"/>
              <a:gd name="connsiteX43" fmla="*/ 1083754 w 1870330"/>
              <a:gd name="connsiteY43" fmla="*/ 1837289 h 1845296"/>
              <a:gd name="connsiteX44" fmla="*/ 1060895 w 1870330"/>
              <a:gd name="connsiteY44" fmla="*/ 1845290 h 1845296"/>
              <a:gd name="connsiteX45" fmla="*/ 1053941 w 1870330"/>
              <a:gd name="connsiteY45" fmla="*/ 1844148 h 1845296"/>
              <a:gd name="connsiteX46" fmla="*/ 29623 w 1870330"/>
              <a:gd name="connsiteY46" fmla="*/ 1647932 h 1845296"/>
              <a:gd name="connsiteX47" fmla="*/ 0 w 1870330"/>
              <a:gd name="connsiteY47" fmla="*/ 1611071 h 1845296"/>
              <a:gd name="connsiteX48" fmla="*/ 0 w 1870330"/>
              <a:gd name="connsiteY48" fmla="*/ 233375 h 1845296"/>
              <a:gd name="connsiteX49" fmla="*/ 29813 w 1870330"/>
              <a:gd name="connsiteY49" fmla="*/ 196513 h 1845296"/>
            </a:gdLst>
            <a:ahLst/>
            <a:cxnLst/>
            <a:rect l="l" t="t" r="r" b="b"/>
            <a:pathLst>
              <a:path w="1870330" h="1845296">
                <a:moveTo>
                  <a:pt x="1371696" y="1296270"/>
                </a:moveTo>
                <a:lnTo>
                  <a:pt x="1371696" y="1371136"/>
                </a:lnTo>
                <a:lnTo>
                  <a:pt x="1671448" y="1371136"/>
                </a:lnTo>
                <a:lnTo>
                  <a:pt x="1671448" y="1296270"/>
                </a:lnTo>
                <a:close/>
                <a:moveTo>
                  <a:pt x="1371696" y="996899"/>
                </a:moveTo>
                <a:lnTo>
                  <a:pt x="1371696" y="1071765"/>
                </a:lnTo>
                <a:lnTo>
                  <a:pt x="1671448" y="1071765"/>
                </a:lnTo>
                <a:lnTo>
                  <a:pt x="1671448" y="996899"/>
                </a:lnTo>
                <a:close/>
                <a:moveTo>
                  <a:pt x="1371696" y="747820"/>
                </a:moveTo>
                <a:lnTo>
                  <a:pt x="1371696" y="822401"/>
                </a:lnTo>
                <a:lnTo>
                  <a:pt x="1671448" y="822401"/>
                </a:lnTo>
                <a:lnTo>
                  <a:pt x="1671448" y="747820"/>
                </a:lnTo>
                <a:close/>
                <a:moveTo>
                  <a:pt x="1371696" y="473405"/>
                </a:moveTo>
                <a:lnTo>
                  <a:pt x="1371696" y="547986"/>
                </a:lnTo>
                <a:lnTo>
                  <a:pt x="1671448" y="547986"/>
                </a:lnTo>
                <a:lnTo>
                  <a:pt x="1671448" y="473405"/>
                </a:lnTo>
                <a:close/>
                <a:moveTo>
                  <a:pt x="1221963" y="224040"/>
                </a:moveTo>
                <a:lnTo>
                  <a:pt x="1794130" y="224040"/>
                </a:lnTo>
                <a:cubicBezTo>
                  <a:pt x="1835792" y="223723"/>
                  <a:pt x="1869863" y="257155"/>
                  <a:pt x="1870330" y="298811"/>
                </a:cubicBezTo>
                <a:lnTo>
                  <a:pt x="1870330" y="1570971"/>
                </a:lnTo>
                <a:cubicBezTo>
                  <a:pt x="1869863" y="1612623"/>
                  <a:pt x="1835792" y="1646056"/>
                  <a:pt x="1794130" y="1645742"/>
                </a:cubicBezTo>
                <a:lnTo>
                  <a:pt x="1221963" y="1645742"/>
                </a:lnTo>
                <a:lnTo>
                  <a:pt x="1221963" y="1383804"/>
                </a:lnTo>
                <a:lnTo>
                  <a:pt x="1298163" y="1383804"/>
                </a:lnTo>
                <a:lnTo>
                  <a:pt x="1298163" y="1309033"/>
                </a:lnTo>
                <a:lnTo>
                  <a:pt x="1221963" y="1309033"/>
                </a:lnTo>
                <a:lnTo>
                  <a:pt x="1221963" y="1084434"/>
                </a:lnTo>
                <a:lnTo>
                  <a:pt x="1298163" y="1084434"/>
                </a:lnTo>
                <a:lnTo>
                  <a:pt x="1298163" y="1009662"/>
                </a:lnTo>
                <a:lnTo>
                  <a:pt x="1221963" y="1009662"/>
                </a:lnTo>
                <a:lnTo>
                  <a:pt x="1221963" y="822496"/>
                </a:lnTo>
                <a:lnTo>
                  <a:pt x="1298163" y="822496"/>
                </a:lnTo>
                <a:lnTo>
                  <a:pt x="1298163" y="747725"/>
                </a:lnTo>
                <a:lnTo>
                  <a:pt x="1221963" y="747725"/>
                </a:lnTo>
                <a:lnTo>
                  <a:pt x="1221963" y="560654"/>
                </a:lnTo>
                <a:lnTo>
                  <a:pt x="1298163" y="560654"/>
                </a:lnTo>
                <a:lnTo>
                  <a:pt x="1298163" y="485883"/>
                </a:lnTo>
                <a:lnTo>
                  <a:pt x="1221963" y="485883"/>
                </a:lnTo>
                <a:close/>
                <a:moveTo>
                  <a:pt x="1054227" y="393"/>
                </a:moveTo>
                <a:lnTo>
                  <a:pt x="1054132" y="869"/>
                </a:lnTo>
                <a:cubicBezTo>
                  <a:pt x="1064533" y="-1498"/>
                  <a:pt x="1075449" y="1029"/>
                  <a:pt x="1083754" y="7727"/>
                </a:cubicBezTo>
                <a:cubicBezTo>
                  <a:pt x="1092260" y="14808"/>
                  <a:pt x="1097261" y="25237"/>
                  <a:pt x="1097470" y="36302"/>
                </a:cubicBezTo>
                <a:lnTo>
                  <a:pt x="1097470" y="1808714"/>
                </a:lnTo>
                <a:cubicBezTo>
                  <a:pt x="1097271" y="1819783"/>
                  <a:pt x="1092260" y="1830212"/>
                  <a:pt x="1083754" y="1837289"/>
                </a:cubicBezTo>
                <a:cubicBezTo>
                  <a:pt x="1077344" y="1842614"/>
                  <a:pt x="1069229" y="1845452"/>
                  <a:pt x="1060895" y="1845290"/>
                </a:cubicBezTo>
                <a:cubicBezTo>
                  <a:pt x="1058551" y="1845100"/>
                  <a:pt x="1056227" y="1844719"/>
                  <a:pt x="1053941" y="1844148"/>
                </a:cubicBezTo>
                <a:lnTo>
                  <a:pt x="29623" y="1647932"/>
                </a:lnTo>
                <a:cubicBezTo>
                  <a:pt x="12259" y="1644227"/>
                  <a:pt x="-124" y="1628825"/>
                  <a:pt x="0" y="1611071"/>
                </a:cubicBezTo>
                <a:lnTo>
                  <a:pt x="0" y="233375"/>
                </a:lnTo>
                <a:cubicBezTo>
                  <a:pt x="-105" y="215558"/>
                  <a:pt x="12373" y="200139"/>
                  <a:pt x="29813" y="196513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316690" y="373380"/>
            <a:ext cx="8171180" cy="655320"/>
          </a:xfrm>
          <a:prstGeom prst="roundRect">
            <a:avLst>
              <a:gd name="adj" fmla="val 13854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783520" y="4670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Google Kubernetes Engine (GKE)</a:t>
            </a: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24765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48287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6750000"/>
            <a:ext cx="108000" cy="108000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12084000" y="6750000"/>
            <a:ext cx="108000" cy="108000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222885" y="6750000"/>
            <a:ext cx="11747442" cy="10800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6758610" y="2326148"/>
            <a:ext cx="4760290" cy="5400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bg1">
              <a:lumMod val="95000"/>
              <a:alpha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6478899" y="2326148"/>
            <a:ext cx="792000" cy="540000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100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3000000" scaled="0"/>
          </a:gradFill>
          <a:ln w="6350" cap="flat">
            <a:noFill/>
            <a:miter/>
          </a:ln>
          <a:effectLst>
            <a:outerShdw blurRad="317500" dist="127000" dir="2400000" algn="t" rotWithShape="0">
              <a:schemeClr val="accent1"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954157" y="2326148"/>
            <a:ext cx="4746243" cy="5400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bg1">
              <a:lumMod val="95000"/>
              <a:alpha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660400" y="2326148"/>
            <a:ext cx="792000" cy="540000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100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3000000" scaled="0"/>
          </a:gradFill>
          <a:ln w="6350" cap="flat">
            <a:noFill/>
            <a:miter/>
          </a:ln>
          <a:effectLst>
            <a:outerShdw blurRad="317500" dist="127000" dir="2400000" algn="t" rotWithShape="0">
              <a:schemeClr val="accent1"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885400" y="3041349"/>
            <a:ext cx="4680000" cy="189690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4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App Engine is a fully managed PaaS that allows developers to build and deploy applications without managing the underlying infrastructure. It supports several programming languages and frameworks, streamlining the development process.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1660184" y="2416148"/>
            <a:ext cx="3902416" cy="36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1487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Platform as a Service (PaaS) Overview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786400" y="2416148"/>
            <a:ext cx="540000" cy="36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2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01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6613900" y="3041349"/>
            <a:ext cx="4680000" cy="189690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4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Developers can quickly build and deploy applications on App Engine using built- in services such as data storage, user authentication, and monitoring tools, enabling rapid development cycles and easy updates.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7478683" y="2416148"/>
            <a:ext cx="3811617" cy="36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141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Developing and Deploying Applications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6604899" y="2416148"/>
            <a:ext cx="540000" cy="36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2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02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316690" y="373380"/>
            <a:ext cx="8171180" cy="655320"/>
          </a:xfrm>
          <a:prstGeom prst="roundRect">
            <a:avLst>
              <a:gd name="adj" fmla="val 13854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783520" y="4670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App Engine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24765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48287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alphaModFix/>
          </a:blip>
          <a:srcRect l="-24961" t="40080" r="14523" b="-48788"/>
          <a:stretch>
            <a:fillRect/>
          </a:stretch>
        </p:blipFill>
        <p:spPr>
          <a:xfrm flipH="1">
            <a:off x="6421776" y="2049832"/>
            <a:ext cx="8616950" cy="8481867"/>
          </a:xfrm>
          <a:custGeom>
            <a:avLst/>
            <a:gdLst/>
            <a:ahLst/>
            <a:cxnLst/>
            <a:rect l="l" t="t" r="r" b="b"/>
            <a:pathLst>
              <a:path w="8623300" h="8483600">
                <a:moveTo>
                  <a:pt x="3234141" y="0"/>
                </a:moveTo>
                <a:lnTo>
                  <a:pt x="3231720" y="559"/>
                </a:lnTo>
                <a:cubicBezTo>
                  <a:pt x="1373261" y="478720"/>
                  <a:pt x="0" y="2165685"/>
                  <a:pt x="0" y="4173392"/>
                </a:cubicBezTo>
                <a:cubicBezTo>
                  <a:pt x="0" y="6552897"/>
                  <a:pt x="1928970" y="8481867"/>
                  <a:pt x="4308475" y="8481867"/>
                </a:cubicBezTo>
                <a:cubicBezTo>
                  <a:pt x="6687980" y="8481867"/>
                  <a:pt x="8616950" y="6552897"/>
                  <a:pt x="8616950" y="4173392"/>
                </a:cubicBezTo>
                <a:cubicBezTo>
                  <a:pt x="8616950" y="3504156"/>
                  <a:pt x="8464365" y="2870559"/>
                  <a:pt x="8192088" y="2305490"/>
                </a:cubicBezTo>
                <a:lnTo>
                  <a:pt x="8154241" y="2231595"/>
                </a:lnTo>
                <a:lnTo>
                  <a:pt x="8154241" y="4675248"/>
                </a:lnTo>
                <a:lnTo>
                  <a:pt x="7665669" y="4675248"/>
                </a:lnTo>
                <a:lnTo>
                  <a:pt x="7663753" y="4690324"/>
                </a:lnTo>
                <a:cubicBezTo>
                  <a:pt x="7414797" y="6319652"/>
                  <a:pt x="6007394" y="7567781"/>
                  <a:pt x="4308475" y="7567781"/>
                </a:cubicBezTo>
                <a:cubicBezTo>
                  <a:pt x="2433806" y="7567781"/>
                  <a:pt x="914086" y="6048061"/>
                  <a:pt x="914086" y="4173392"/>
                </a:cubicBezTo>
                <a:cubicBezTo>
                  <a:pt x="914086" y="2708807"/>
                  <a:pt x="1841649" y="1460866"/>
                  <a:pt x="3141370" y="984974"/>
                </a:cubicBezTo>
                <a:lnTo>
                  <a:pt x="3234141" y="953584"/>
                </a:lnTo>
                <a:lnTo>
                  <a:pt x="3234141" y="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" name="标题 1"/>
          <p:cNvSpPr txBox="1"/>
          <p:nvPr/>
        </p:nvSpPr>
        <p:spPr>
          <a:xfrm>
            <a:off x="660400" y="1158466"/>
            <a:ext cx="10858500" cy="5078822"/>
          </a:xfrm>
          <a:prstGeom prst="roundRect">
            <a:avLst>
              <a:gd name="adj" fmla="val 1391"/>
            </a:avLst>
          </a:prstGeom>
          <a:solidFill>
            <a:schemeClr val="bg1"/>
          </a:solidFill>
          <a:ln w="1270" cap="sq">
            <a:solidFill>
              <a:schemeClr val="accent1">
                <a:alpha val="50000"/>
              </a:schemeClr>
            </a:solidFill>
            <a:miter/>
          </a:ln>
          <a:effectLst>
            <a:outerShdw blurRad="279400" dist="114300" dir="2700000" sx="102000" sy="102000" algn="tl" rotWithShape="0">
              <a:schemeClr val="accent1">
                <a:alpha val="13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9757458" y="222813"/>
            <a:ext cx="2434542" cy="6412374"/>
          </a:xfrm>
          <a:custGeom>
            <a:avLst/>
            <a:gdLst>
              <a:gd name="connsiteX0" fmla="*/ 0 w 2434542"/>
              <a:gd name="connsiteY0" fmla="*/ 0 h 6412374"/>
              <a:gd name="connsiteX1" fmla="*/ 2434542 w 2434542"/>
              <a:gd name="connsiteY1" fmla="*/ 0 h 6412374"/>
              <a:gd name="connsiteX2" fmla="*/ 2434542 w 2434542"/>
              <a:gd name="connsiteY2" fmla="*/ 6412374 h 6412374"/>
              <a:gd name="connsiteX3" fmla="*/ 0 w 2434542"/>
              <a:gd name="connsiteY3" fmla="*/ 6412374 h 6412374"/>
              <a:gd name="connsiteX4" fmla="*/ 0 w 2434542"/>
              <a:gd name="connsiteY4" fmla="*/ 5099569 h 6412374"/>
              <a:gd name="connsiteX5" fmla="*/ 40695 w 2434542"/>
              <a:gd name="connsiteY5" fmla="*/ 5097514 h 6412374"/>
              <a:gd name="connsiteX6" fmla="*/ 1747456 w 2434542"/>
              <a:gd name="connsiteY6" fmla="*/ 3206187 h 6412374"/>
              <a:gd name="connsiteX7" fmla="*/ 40695 w 2434542"/>
              <a:gd name="connsiteY7" fmla="*/ 1314861 h 6412374"/>
              <a:gd name="connsiteX8" fmla="*/ 0 w 2434542"/>
              <a:gd name="connsiteY8" fmla="*/ 1312806 h 6412374"/>
            </a:gdLst>
            <a:ahLst/>
            <a:cxnLst/>
            <a:rect l="l" t="t" r="r" b="b"/>
            <a:pathLst>
              <a:path w="2434542" h="6412374">
                <a:moveTo>
                  <a:pt x="0" y="0"/>
                </a:moveTo>
                <a:lnTo>
                  <a:pt x="2434542" y="0"/>
                </a:lnTo>
                <a:lnTo>
                  <a:pt x="2434542" y="6412374"/>
                </a:lnTo>
                <a:lnTo>
                  <a:pt x="0" y="6412374"/>
                </a:lnTo>
                <a:lnTo>
                  <a:pt x="0" y="5099569"/>
                </a:lnTo>
                <a:lnTo>
                  <a:pt x="40695" y="5097514"/>
                </a:lnTo>
                <a:cubicBezTo>
                  <a:pt x="999357" y="5000156"/>
                  <a:pt x="1747456" y="4190536"/>
                  <a:pt x="1747456" y="3206187"/>
                </a:cubicBezTo>
                <a:cubicBezTo>
                  <a:pt x="1747456" y="2221838"/>
                  <a:pt x="999357" y="1412218"/>
                  <a:pt x="40695" y="1314861"/>
                </a:cubicBezTo>
                <a:lnTo>
                  <a:pt x="0" y="1312806"/>
                </a:lnTo>
                <a:close/>
              </a:path>
            </a:pathLst>
          </a:cu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7935560" y="1756177"/>
            <a:ext cx="3345872" cy="3345872"/>
          </a:xfrm>
          <a:prstGeom prst="ellipse">
            <a:avLst/>
          </a:prstGeom>
          <a:solidFill>
            <a:schemeClr val="bg1"/>
          </a:solidFill>
          <a:ln w="1270" cap="sq">
            <a:solidFill>
              <a:schemeClr val="accent1">
                <a:alpha val="50000"/>
              </a:schemeClr>
            </a:solidFill>
            <a:miter/>
          </a:ln>
          <a:effectLst>
            <a:outerShdw blurRad="279400" dist="114300" dir="2700000" sx="102000" sy="102000" algn="tl" rotWithShape="0">
              <a:schemeClr val="accent1">
                <a:alpha val="8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9757458" y="0"/>
            <a:ext cx="2434542" cy="80347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9757458" y="6782257"/>
            <a:ext cx="2434542" cy="80347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660400" y="1158353"/>
            <a:ext cx="73222" cy="5078822"/>
          </a:xfrm>
          <a:prstGeom prst="roundRect">
            <a:avLst>
              <a:gd name="adj" fmla="val 1391"/>
            </a:avLst>
          </a:prstGeom>
          <a:solidFill>
            <a:schemeClr val="accent1"/>
          </a:solidFill>
          <a:ln w="1270" cap="sq">
            <a:solidFill>
              <a:schemeClr val="accent1">
                <a:alpha val="50000"/>
              </a:schemeClr>
            </a:solidFill>
            <a:miter/>
          </a:ln>
          <a:effectLst>
            <a:outerShdw blurRad="279400" dist="114300" dir="2700000" sx="102000" sy="102000" algn="tl" rotWithShape="0">
              <a:schemeClr val="accent1">
                <a:alpha val="13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9" name="Group 8"/>
          <p:cNvGrpSpPr/>
          <p:nvPr/>
        </p:nvGrpSpPr>
        <p:grpSpPr>
          <a:xfrm>
            <a:off x="11104275" y="757558"/>
            <a:ext cx="413788" cy="106766"/>
            <a:chOff x="11104275" y="757558"/>
            <a:chExt cx="413788" cy="106766"/>
          </a:xfrm>
        </p:grpSpPr>
        <p:sp>
          <p:nvSpPr>
            <p:cNvPr id="10" name="标题 1"/>
            <p:cNvSpPr txBox="1"/>
            <p:nvPr/>
          </p:nvSpPr>
          <p:spPr>
            <a:xfrm flipV="1">
              <a:off x="11104275" y="766766"/>
              <a:ext cx="97558" cy="97558"/>
            </a:xfrm>
            <a:custGeom>
              <a:avLst/>
              <a:gdLst>
                <a:gd name="connsiteX0" fmla="*/ 408329 w 912112"/>
                <a:gd name="connsiteY0" fmla="*/ 565587 h 912112"/>
                <a:gd name="connsiteX1" fmla="*/ 276312 w 912112"/>
                <a:gd name="connsiteY1" fmla="*/ 765627 h 912112"/>
                <a:gd name="connsiteX2" fmla="*/ 145904 w 912112"/>
                <a:gd name="connsiteY2" fmla="*/ 788190 h 912112"/>
                <a:gd name="connsiteX3" fmla="*/ 126702 w 912112"/>
                <a:gd name="connsiteY3" fmla="*/ 656438 h 912112"/>
                <a:gd name="connsiteX4" fmla="*/ 161938 w 912112"/>
                <a:gd name="connsiteY4" fmla="*/ 627178 h 912112"/>
                <a:gd name="connsiteX5" fmla="*/ 349569 w 912112"/>
                <a:gd name="connsiteY5" fmla="*/ 498522 h 912112"/>
                <a:gd name="connsiteX6" fmla="*/ 111124 w 912112"/>
                <a:gd name="connsiteY6" fmla="*/ 548113 h 912112"/>
                <a:gd name="connsiteX7" fmla="*/ 4815 w 912112"/>
                <a:gd name="connsiteY7" fmla="*/ 481120 h 912112"/>
                <a:gd name="connsiteX8" fmla="*/ 63118 w 912112"/>
                <a:gd name="connsiteY8" fmla="*/ 369555 h 912112"/>
                <a:gd name="connsiteX9" fmla="*/ 131238 w 912112"/>
                <a:gd name="connsiteY9" fmla="*/ 369555 h 912112"/>
                <a:gd name="connsiteX10" fmla="*/ 348345 w 912112"/>
                <a:gd name="connsiteY10" fmla="*/ 408751 h 912112"/>
                <a:gd name="connsiteX11" fmla="*/ 159538 w 912112"/>
                <a:gd name="connsiteY11" fmla="*/ 285400 h 912112"/>
                <a:gd name="connsiteX12" fmla="*/ 109828 w 912112"/>
                <a:gd name="connsiteY12" fmla="*/ 219200 h 912112"/>
                <a:gd name="connsiteX13" fmla="*/ 162394 w 912112"/>
                <a:gd name="connsiteY13" fmla="*/ 115987 h 912112"/>
                <a:gd name="connsiteX14" fmla="*/ 276264 w 912112"/>
                <a:gd name="connsiteY14" fmla="*/ 147767 h 912112"/>
                <a:gd name="connsiteX15" fmla="*/ 395679 w 912112"/>
                <a:gd name="connsiteY15" fmla="*/ 329182 h 912112"/>
                <a:gd name="connsiteX16" fmla="*/ 415193 w 912112"/>
                <a:gd name="connsiteY16" fmla="*/ 350616 h 912112"/>
                <a:gd name="connsiteX17" fmla="*/ 369924 w 912112"/>
                <a:gd name="connsiteY17" fmla="*/ 134350 h 912112"/>
                <a:gd name="connsiteX18" fmla="*/ 366443 w 912112"/>
                <a:gd name="connsiteY18" fmla="*/ 72518 h 912112"/>
                <a:gd name="connsiteX19" fmla="*/ 477769 w 912112"/>
                <a:gd name="connsiteY19" fmla="*/ 3965 h 912112"/>
                <a:gd name="connsiteX20" fmla="*/ 547930 w 912112"/>
                <a:gd name="connsiteY20" fmla="*/ 107970 h 912112"/>
                <a:gd name="connsiteX21" fmla="*/ 502132 w 912112"/>
                <a:gd name="connsiteY21" fmla="*/ 330382 h 912112"/>
                <a:gd name="connsiteX22" fmla="*/ 498028 w 912112"/>
                <a:gd name="connsiteY22" fmla="*/ 358753 h 912112"/>
                <a:gd name="connsiteX23" fmla="*/ 630692 w 912112"/>
                <a:gd name="connsiteY23" fmla="*/ 156096 h 912112"/>
                <a:gd name="connsiteX24" fmla="*/ 701933 w 912112"/>
                <a:gd name="connsiteY24" fmla="*/ 108738 h 912112"/>
                <a:gd name="connsiteX25" fmla="*/ 799121 w 912112"/>
                <a:gd name="connsiteY25" fmla="*/ 166634 h 912112"/>
                <a:gd name="connsiteX26" fmla="*/ 764772 w 912112"/>
                <a:gd name="connsiteY26" fmla="*/ 277287 h 912112"/>
                <a:gd name="connsiteX27" fmla="*/ 586167 w 912112"/>
                <a:gd name="connsiteY27" fmla="*/ 394902 h 912112"/>
                <a:gd name="connsiteX28" fmla="*/ 565068 w 912112"/>
                <a:gd name="connsiteY28" fmla="*/ 414944 h 912112"/>
                <a:gd name="connsiteX29" fmla="*/ 784719 w 912112"/>
                <a:gd name="connsiteY29" fmla="*/ 369002 h 912112"/>
                <a:gd name="connsiteX30" fmla="*/ 849671 w 912112"/>
                <a:gd name="connsiteY30" fmla="*/ 369363 h 912112"/>
                <a:gd name="connsiteX31" fmla="*/ 908502 w 912112"/>
                <a:gd name="connsiteY31" fmla="*/ 480592 h 912112"/>
                <a:gd name="connsiteX32" fmla="*/ 802745 w 912112"/>
                <a:gd name="connsiteY32" fmla="*/ 548257 h 912112"/>
                <a:gd name="connsiteX33" fmla="*/ 563820 w 912112"/>
                <a:gd name="connsiteY33" fmla="*/ 498522 h 912112"/>
                <a:gd name="connsiteX34" fmla="*/ 580814 w 912112"/>
                <a:gd name="connsiteY34" fmla="*/ 515540 h 912112"/>
                <a:gd name="connsiteX35" fmla="*/ 759516 w 912112"/>
                <a:gd name="connsiteY35" fmla="*/ 632819 h 912112"/>
                <a:gd name="connsiteX36" fmla="*/ 802577 w 912112"/>
                <a:gd name="connsiteY36" fmla="*/ 734663 h 912112"/>
                <a:gd name="connsiteX37" fmla="*/ 731384 w 912112"/>
                <a:gd name="connsiteY37" fmla="*/ 803864 h 912112"/>
                <a:gd name="connsiteX38" fmla="*/ 632636 w 912112"/>
                <a:gd name="connsiteY38" fmla="*/ 760467 h 912112"/>
                <a:gd name="connsiteX39" fmla="*/ 520758 w 912112"/>
                <a:gd name="connsiteY39" fmla="*/ 589830 h 912112"/>
                <a:gd name="connsiteX40" fmla="*/ 498412 w 912112"/>
                <a:gd name="connsiteY40" fmla="*/ 563930 h 912112"/>
                <a:gd name="connsiteX41" fmla="*/ 547522 w 912112"/>
                <a:gd name="connsiteY41" fmla="*/ 803432 h 912112"/>
                <a:gd name="connsiteX42" fmla="*/ 489483 w 912112"/>
                <a:gd name="connsiteY42" fmla="*/ 906093 h 912112"/>
                <a:gd name="connsiteX43" fmla="*/ 365795 w 912112"/>
                <a:gd name="connsiteY43" fmla="*/ 804824 h 912112"/>
                <a:gd name="connsiteX44" fmla="*/ 410609 w 912112"/>
                <a:gd name="connsiteY44" fmla="*/ 585629 h 912112"/>
                <a:gd name="connsiteX45" fmla="*/ 413729 w 912112"/>
                <a:gd name="connsiteY45" fmla="*/ 566427 h 912112"/>
              </a:gdLst>
              <a:ahLst/>
              <a:cxnLst/>
              <a:rect l="l" t="t" r="r" b="b"/>
              <a:pathLst>
                <a:path w="912112" h="912112">
                  <a:moveTo>
                    <a:pt x="408329" y="565587"/>
                  </a:moveTo>
                  <a:cubicBezTo>
                    <a:pt x="364427" y="632339"/>
                    <a:pt x="321414" y="699691"/>
                    <a:pt x="276312" y="765627"/>
                  </a:cubicBezTo>
                  <a:cubicBezTo>
                    <a:pt x="245637" y="810417"/>
                    <a:pt x="188462" y="819082"/>
                    <a:pt x="145904" y="788190"/>
                  </a:cubicBezTo>
                  <a:cubicBezTo>
                    <a:pt x="104139" y="757874"/>
                    <a:pt x="95498" y="698179"/>
                    <a:pt x="126702" y="656438"/>
                  </a:cubicBezTo>
                  <a:cubicBezTo>
                    <a:pt x="136135" y="643788"/>
                    <a:pt x="149097" y="635603"/>
                    <a:pt x="161938" y="627178"/>
                  </a:cubicBezTo>
                  <a:cubicBezTo>
                    <a:pt x="225042" y="585845"/>
                    <a:pt x="288194" y="544560"/>
                    <a:pt x="349569" y="498522"/>
                  </a:cubicBezTo>
                  <a:cubicBezTo>
                    <a:pt x="270096" y="515132"/>
                    <a:pt x="190766" y="532463"/>
                    <a:pt x="111124" y="548113"/>
                  </a:cubicBezTo>
                  <a:cubicBezTo>
                    <a:pt x="63570" y="557289"/>
                    <a:pt x="17058" y="527979"/>
                    <a:pt x="4815" y="481120"/>
                  </a:cubicBezTo>
                  <a:cubicBezTo>
                    <a:pt x="-7187" y="433234"/>
                    <a:pt x="17536" y="386093"/>
                    <a:pt x="63118" y="369555"/>
                  </a:cubicBezTo>
                  <a:cubicBezTo>
                    <a:pt x="85849" y="361298"/>
                    <a:pt x="108436" y="364754"/>
                    <a:pt x="131238" y="369555"/>
                  </a:cubicBezTo>
                  <a:cubicBezTo>
                    <a:pt x="202743" y="384676"/>
                    <a:pt x="274344" y="399462"/>
                    <a:pt x="348345" y="408751"/>
                  </a:cubicBezTo>
                  <a:cubicBezTo>
                    <a:pt x="285433" y="367586"/>
                    <a:pt x="222642" y="326229"/>
                    <a:pt x="159538" y="285400"/>
                  </a:cubicBezTo>
                  <a:cubicBezTo>
                    <a:pt x="134599" y="269294"/>
                    <a:pt x="115229" y="249564"/>
                    <a:pt x="109828" y="219200"/>
                  </a:cubicBezTo>
                  <a:cubicBezTo>
                    <a:pt x="101907" y="175203"/>
                    <a:pt x="123246" y="133389"/>
                    <a:pt x="162394" y="115987"/>
                  </a:cubicBezTo>
                  <a:cubicBezTo>
                    <a:pt x="203199" y="97817"/>
                    <a:pt x="250029" y="109434"/>
                    <a:pt x="276264" y="147767"/>
                  </a:cubicBezTo>
                  <a:cubicBezTo>
                    <a:pt x="317069" y="207511"/>
                    <a:pt x="355810" y="268742"/>
                    <a:pt x="395679" y="329182"/>
                  </a:cubicBezTo>
                  <a:cubicBezTo>
                    <a:pt x="400312" y="336214"/>
                    <a:pt x="402472" y="345552"/>
                    <a:pt x="415193" y="350616"/>
                  </a:cubicBezTo>
                  <a:cubicBezTo>
                    <a:pt x="399784" y="277047"/>
                    <a:pt x="384854" y="205710"/>
                    <a:pt x="369924" y="134350"/>
                  </a:cubicBezTo>
                  <a:cubicBezTo>
                    <a:pt x="365651" y="113923"/>
                    <a:pt x="361307" y="93545"/>
                    <a:pt x="366443" y="72518"/>
                  </a:cubicBezTo>
                  <a:cubicBezTo>
                    <a:pt x="378229" y="23672"/>
                    <a:pt x="427387" y="-6812"/>
                    <a:pt x="477769" y="3965"/>
                  </a:cubicBezTo>
                  <a:cubicBezTo>
                    <a:pt x="523831" y="13807"/>
                    <a:pt x="556979" y="61045"/>
                    <a:pt x="547930" y="107970"/>
                  </a:cubicBezTo>
                  <a:cubicBezTo>
                    <a:pt x="533672" y="182379"/>
                    <a:pt x="517446" y="256261"/>
                    <a:pt x="502132" y="330382"/>
                  </a:cubicBezTo>
                  <a:cubicBezTo>
                    <a:pt x="500860" y="336502"/>
                    <a:pt x="500308" y="342767"/>
                    <a:pt x="498028" y="358753"/>
                  </a:cubicBezTo>
                  <a:cubicBezTo>
                    <a:pt x="545770" y="285904"/>
                    <a:pt x="588567" y="221216"/>
                    <a:pt x="630692" y="156096"/>
                  </a:cubicBezTo>
                  <a:cubicBezTo>
                    <a:pt x="647758" y="129693"/>
                    <a:pt x="670105" y="112027"/>
                    <a:pt x="701933" y="108738"/>
                  </a:cubicBezTo>
                  <a:cubicBezTo>
                    <a:pt x="745138" y="104274"/>
                    <a:pt x="783879" y="127605"/>
                    <a:pt x="799121" y="166634"/>
                  </a:cubicBezTo>
                  <a:cubicBezTo>
                    <a:pt x="815496" y="206991"/>
                    <a:pt x="801123" y="253296"/>
                    <a:pt x="764772" y="277287"/>
                  </a:cubicBezTo>
                  <a:cubicBezTo>
                    <a:pt x="705893" y="317420"/>
                    <a:pt x="645646" y="355561"/>
                    <a:pt x="586167" y="394902"/>
                  </a:cubicBezTo>
                  <a:cubicBezTo>
                    <a:pt x="579230" y="399510"/>
                    <a:pt x="569893" y="401694"/>
                    <a:pt x="565068" y="414944"/>
                  </a:cubicBezTo>
                  <a:cubicBezTo>
                    <a:pt x="639885" y="399318"/>
                    <a:pt x="712302" y="384196"/>
                    <a:pt x="784719" y="369002"/>
                  </a:cubicBezTo>
                  <a:cubicBezTo>
                    <a:pt x="806322" y="364466"/>
                    <a:pt x="828068" y="361802"/>
                    <a:pt x="849671" y="369363"/>
                  </a:cubicBezTo>
                  <a:cubicBezTo>
                    <a:pt x="895277" y="385468"/>
                    <a:pt x="920456" y="433066"/>
                    <a:pt x="908502" y="480592"/>
                  </a:cubicBezTo>
                  <a:cubicBezTo>
                    <a:pt x="896909" y="526726"/>
                    <a:pt x="850559" y="557594"/>
                    <a:pt x="802745" y="548257"/>
                  </a:cubicBezTo>
                  <a:cubicBezTo>
                    <a:pt x="723247" y="532679"/>
                    <a:pt x="644086" y="515324"/>
                    <a:pt x="563820" y="498522"/>
                  </a:cubicBezTo>
                  <a:cubicBezTo>
                    <a:pt x="564540" y="510332"/>
                    <a:pt x="574645" y="511460"/>
                    <a:pt x="580814" y="515540"/>
                  </a:cubicBezTo>
                  <a:cubicBezTo>
                    <a:pt x="640293" y="554809"/>
                    <a:pt x="700301" y="593358"/>
                    <a:pt x="759516" y="632819"/>
                  </a:cubicBezTo>
                  <a:cubicBezTo>
                    <a:pt x="797441" y="658046"/>
                    <a:pt x="812322" y="693234"/>
                    <a:pt x="802577" y="734663"/>
                  </a:cubicBezTo>
                  <a:cubicBezTo>
                    <a:pt x="793720" y="772492"/>
                    <a:pt x="768973" y="795415"/>
                    <a:pt x="731384" y="803864"/>
                  </a:cubicBezTo>
                  <a:cubicBezTo>
                    <a:pt x="692788" y="812553"/>
                    <a:pt x="657095" y="797191"/>
                    <a:pt x="632636" y="760467"/>
                  </a:cubicBezTo>
                  <a:cubicBezTo>
                    <a:pt x="594928" y="703868"/>
                    <a:pt x="558227" y="646597"/>
                    <a:pt x="520758" y="589830"/>
                  </a:cubicBezTo>
                  <a:cubicBezTo>
                    <a:pt x="514974" y="581021"/>
                    <a:pt x="512093" y="569547"/>
                    <a:pt x="498412" y="563930"/>
                  </a:cubicBezTo>
                  <a:cubicBezTo>
                    <a:pt x="515214" y="644892"/>
                    <a:pt x="532016" y="724006"/>
                    <a:pt x="547522" y="803432"/>
                  </a:cubicBezTo>
                  <a:cubicBezTo>
                    <a:pt x="555937" y="847249"/>
                    <a:pt x="531365" y="890711"/>
                    <a:pt x="489483" y="906093"/>
                  </a:cubicBezTo>
                  <a:cubicBezTo>
                    <a:pt x="422274" y="930984"/>
                    <a:pt x="353410" y="876089"/>
                    <a:pt x="365795" y="804824"/>
                  </a:cubicBezTo>
                  <a:cubicBezTo>
                    <a:pt x="378661" y="731495"/>
                    <a:pt x="395463" y="658670"/>
                    <a:pt x="410609" y="585629"/>
                  </a:cubicBezTo>
                  <a:cubicBezTo>
                    <a:pt x="411905" y="579316"/>
                    <a:pt x="412697" y="572884"/>
                    <a:pt x="413729" y="56642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/>
              <a:endParaRPr kumimoji="1" lang="zh-CN" altLang="en-US"/>
            </a:p>
          </p:txBody>
        </p:sp>
        <p:sp>
          <p:nvSpPr>
            <p:cNvPr id="11" name="标题 1"/>
            <p:cNvSpPr txBox="1"/>
            <p:nvPr/>
          </p:nvSpPr>
          <p:spPr>
            <a:xfrm flipV="1">
              <a:off x="11262390" y="762162"/>
              <a:ext cx="97558" cy="97558"/>
            </a:xfrm>
            <a:custGeom>
              <a:avLst/>
              <a:gdLst>
                <a:gd name="connsiteX0" fmla="*/ 408329 w 912112"/>
                <a:gd name="connsiteY0" fmla="*/ 565587 h 912112"/>
                <a:gd name="connsiteX1" fmla="*/ 276312 w 912112"/>
                <a:gd name="connsiteY1" fmla="*/ 765627 h 912112"/>
                <a:gd name="connsiteX2" fmla="*/ 145904 w 912112"/>
                <a:gd name="connsiteY2" fmla="*/ 788190 h 912112"/>
                <a:gd name="connsiteX3" fmla="*/ 126702 w 912112"/>
                <a:gd name="connsiteY3" fmla="*/ 656438 h 912112"/>
                <a:gd name="connsiteX4" fmla="*/ 161938 w 912112"/>
                <a:gd name="connsiteY4" fmla="*/ 627178 h 912112"/>
                <a:gd name="connsiteX5" fmla="*/ 349569 w 912112"/>
                <a:gd name="connsiteY5" fmla="*/ 498522 h 912112"/>
                <a:gd name="connsiteX6" fmla="*/ 111124 w 912112"/>
                <a:gd name="connsiteY6" fmla="*/ 548113 h 912112"/>
                <a:gd name="connsiteX7" fmla="*/ 4815 w 912112"/>
                <a:gd name="connsiteY7" fmla="*/ 481120 h 912112"/>
                <a:gd name="connsiteX8" fmla="*/ 63118 w 912112"/>
                <a:gd name="connsiteY8" fmla="*/ 369555 h 912112"/>
                <a:gd name="connsiteX9" fmla="*/ 131238 w 912112"/>
                <a:gd name="connsiteY9" fmla="*/ 369555 h 912112"/>
                <a:gd name="connsiteX10" fmla="*/ 348345 w 912112"/>
                <a:gd name="connsiteY10" fmla="*/ 408751 h 912112"/>
                <a:gd name="connsiteX11" fmla="*/ 159538 w 912112"/>
                <a:gd name="connsiteY11" fmla="*/ 285400 h 912112"/>
                <a:gd name="connsiteX12" fmla="*/ 109828 w 912112"/>
                <a:gd name="connsiteY12" fmla="*/ 219200 h 912112"/>
                <a:gd name="connsiteX13" fmla="*/ 162394 w 912112"/>
                <a:gd name="connsiteY13" fmla="*/ 115987 h 912112"/>
                <a:gd name="connsiteX14" fmla="*/ 276264 w 912112"/>
                <a:gd name="connsiteY14" fmla="*/ 147767 h 912112"/>
                <a:gd name="connsiteX15" fmla="*/ 395679 w 912112"/>
                <a:gd name="connsiteY15" fmla="*/ 329182 h 912112"/>
                <a:gd name="connsiteX16" fmla="*/ 415193 w 912112"/>
                <a:gd name="connsiteY16" fmla="*/ 350616 h 912112"/>
                <a:gd name="connsiteX17" fmla="*/ 369924 w 912112"/>
                <a:gd name="connsiteY17" fmla="*/ 134350 h 912112"/>
                <a:gd name="connsiteX18" fmla="*/ 366443 w 912112"/>
                <a:gd name="connsiteY18" fmla="*/ 72518 h 912112"/>
                <a:gd name="connsiteX19" fmla="*/ 477769 w 912112"/>
                <a:gd name="connsiteY19" fmla="*/ 3965 h 912112"/>
                <a:gd name="connsiteX20" fmla="*/ 547930 w 912112"/>
                <a:gd name="connsiteY20" fmla="*/ 107970 h 912112"/>
                <a:gd name="connsiteX21" fmla="*/ 502132 w 912112"/>
                <a:gd name="connsiteY21" fmla="*/ 330382 h 912112"/>
                <a:gd name="connsiteX22" fmla="*/ 498028 w 912112"/>
                <a:gd name="connsiteY22" fmla="*/ 358753 h 912112"/>
                <a:gd name="connsiteX23" fmla="*/ 630692 w 912112"/>
                <a:gd name="connsiteY23" fmla="*/ 156096 h 912112"/>
                <a:gd name="connsiteX24" fmla="*/ 701933 w 912112"/>
                <a:gd name="connsiteY24" fmla="*/ 108738 h 912112"/>
                <a:gd name="connsiteX25" fmla="*/ 799121 w 912112"/>
                <a:gd name="connsiteY25" fmla="*/ 166634 h 912112"/>
                <a:gd name="connsiteX26" fmla="*/ 764772 w 912112"/>
                <a:gd name="connsiteY26" fmla="*/ 277287 h 912112"/>
                <a:gd name="connsiteX27" fmla="*/ 586167 w 912112"/>
                <a:gd name="connsiteY27" fmla="*/ 394902 h 912112"/>
                <a:gd name="connsiteX28" fmla="*/ 565068 w 912112"/>
                <a:gd name="connsiteY28" fmla="*/ 414944 h 912112"/>
                <a:gd name="connsiteX29" fmla="*/ 784719 w 912112"/>
                <a:gd name="connsiteY29" fmla="*/ 369002 h 912112"/>
                <a:gd name="connsiteX30" fmla="*/ 849671 w 912112"/>
                <a:gd name="connsiteY30" fmla="*/ 369363 h 912112"/>
                <a:gd name="connsiteX31" fmla="*/ 908502 w 912112"/>
                <a:gd name="connsiteY31" fmla="*/ 480592 h 912112"/>
                <a:gd name="connsiteX32" fmla="*/ 802745 w 912112"/>
                <a:gd name="connsiteY32" fmla="*/ 548257 h 912112"/>
                <a:gd name="connsiteX33" fmla="*/ 563820 w 912112"/>
                <a:gd name="connsiteY33" fmla="*/ 498522 h 912112"/>
                <a:gd name="connsiteX34" fmla="*/ 580814 w 912112"/>
                <a:gd name="connsiteY34" fmla="*/ 515540 h 912112"/>
                <a:gd name="connsiteX35" fmla="*/ 759516 w 912112"/>
                <a:gd name="connsiteY35" fmla="*/ 632819 h 912112"/>
                <a:gd name="connsiteX36" fmla="*/ 802577 w 912112"/>
                <a:gd name="connsiteY36" fmla="*/ 734663 h 912112"/>
                <a:gd name="connsiteX37" fmla="*/ 731384 w 912112"/>
                <a:gd name="connsiteY37" fmla="*/ 803864 h 912112"/>
                <a:gd name="connsiteX38" fmla="*/ 632636 w 912112"/>
                <a:gd name="connsiteY38" fmla="*/ 760467 h 912112"/>
                <a:gd name="connsiteX39" fmla="*/ 520758 w 912112"/>
                <a:gd name="connsiteY39" fmla="*/ 589830 h 912112"/>
                <a:gd name="connsiteX40" fmla="*/ 498412 w 912112"/>
                <a:gd name="connsiteY40" fmla="*/ 563930 h 912112"/>
                <a:gd name="connsiteX41" fmla="*/ 547522 w 912112"/>
                <a:gd name="connsiteY41" fmla="*/ 803432 h 912112"/>
                <a:gd name="connsiteX42" fmla="*/ 489483 w 912112"/>
                <a:gd name="connsiteY42" fmla="*/ 906093 h 912112"/>
                <a:gd name="connsiteX43" fmla="*/ 365795 w 912112"/>
                <a:gd name="connsiteY43" fmla="*/ 804824 h 912112"/>
                <a:gd name="connsiteX44" fmla="*/ 410609 w 912112"/>
                <a:gd name="connsiteY44" fmla="*/ 585629 h 912112"/>
                <a:gd name="connsiteX45" fmla="*/ 413729 w 912112"/>
                <a:gd name="connsiteY45" fmla="*/ 566427 h 912112"/>
              </a:gdLst>
              <a:ahLst/>
              <a:cxnLst/>
              <a:rect l="l" t="t" r="r" b="b"/>
              <a:pathLst>
                <a:path w="912112" h="912112">
                  <a:moveTo>
                    <a:pt x="408329" y="565587"/>
                  </a:moveTo>
                  <a:cubicBezTo>
                    <a:pt x="364427" y="632339"/>
                    <a:pt x="321414" y="699691"/>
                    <a:pt x="276312" y="765627"/>
                  </a:cubicBezTo>
                  <a:cubicBezTo>
                    <a:pt x="245637" y="810417"/>
                    <a:pt x="188462" y="819082"/>
                    <a:pt x="145904" y="788190"/>
                  </a:cubicBezTo>
                  <a:cubicBezTo>
                    <a:pt x="104139" y="757874"/>
                    <a:pt x="95498" y="698179"/>
                    <a:pt x="126702" y="656438"/>
                  </a:cubicBezTo>
                  <a:cubicBezTo>
                    <a:pt x="136135" y="643788"/>
                    <a:pt x="149097" y="635603"/>
                    <a:pt x="161938" y="627178"/>
                  </a:cubicBezTo>
                  <a:cubicBezTo>
                    <a:pt x="225042" y="585845"/>
                    <a:pt x="288194" y="544560"/>
                    <a:pt x="349569" y="498522"/>
                  </a:cubicBezTo>
                  <a:cubicBezTo>
                    <a:pt x="270096" y="515132"/>
                    <a:pt x="190766" y="532463"/>
                    <a:pt x="111124" y="548113"/>
                  </a:cubicBezTo>
                  <a:cubicBezTo>
                    <a:pt x="63570" y="557289"/>
                    <a:pt x="17058" y="527979"/>
                    <a:pt x="4815" y="481120"/>
                  </a:cubicBezTo>
                  <a:cubicBezTo>
                    <a:pt x="-7187" y="433234"/>
                    <a:pt x="17536" y="386093"/>
                    <a:pt x="63118" y="369555"/>
                  </a:cubicBezTo>
                  <a:cubicBezTo>
                    <a:pt x="85849" y="361298"/>
                    <a:pt x="108436" y="364754"/>
                    <a:pt x="131238" y="369555"/>
                  </a:cubicBezTo>
                  <a:cubicBezTo>
                    <a:pt x="202743" y="384676"/>
                    <a:pt x="274344" y="399462"/>
                    <a:pt x="348345" y="408751"/>
                  </a:cubicBezTo>
                  <a:cubicBezTo>
                    <a:pt x="285433" y="367586"/>
                    <a:pt x="222642" y="326229"/>
                    <a:pt x="159538" y="285400"/>
                  </a:cubicBezTo>
                  <a:cubicBezTo>
                    <a:pt x="134599" y="269294"/>
                    <a:pt x="115229" y="249564"/>
                    <a:pt x="109828" y="219200"/>
                  </a:cubicBezTo>
                  <a:cubicBezTo>
                    <a:pt x="101907" y="175203"/>
                    <a:pt x="123246" y="133389"/>
                    <a:pt x="162394" y="115987"/>
                  </a:cubicBezTo>
                  <a:cubicBezTo>
                    <a:pt x="203199" y="97817"/>
                    <a:pt x="250029" y="109434"/>
                    <a:pt x="276264" y="147767"/>
                  </a:cubicBezTo>
                  <a:cubicBezTo>
                    <a:pt x="317069" y="207511"/>
                    <a:pt x="355810" y="268742"/>
                    <a:pt x="395679" y="329182"/>
                  </a:cubicBezTo>
                  <a:cubicBezTo>
                    <a:pt x="400312" y="336214"/>
                    <a:pt x="402472" y="345552"/>
                    <a:pt x="415193" y="350616"/>
                  </a:cubicBezTo>
                  <a:cubicBezTo>
                    <a:pt x="399784" y="277047"/>
                    <a:pt x="384854" y="205710"/>
                    <a:pt x="369924" y="134350"/>
                  </a:cubicBezTo>
                  <a:cubicBezTo>
                    <a:pt x="365651" y="113923"/>
                    <a:pt x="361307" y="93545"/>
                    <a:pt x="366443" y="72518"/>
                  </a:cubicBezTo>
                  <a:cubicBezTo>
                    <a:pt x="378229" y="23672"/>
                    <a:pt x="427387" y="-6812"/>
                    <a:pt x="477769" y="3965"/>
                  </a:cubicBezTo>
                  <a:cubicBezTo>
                    <a:pt x="523831" y="13807"/>
                    <a:pt x="556979" y="61045"/>
                    <a:pt x="547930" y="107970"/>
                  </a:cubicBezTo>
                  <a:cubicBezTo>
                    <a:pt x="533672" y="182379"/>
                    <a:pt x="517446" y="256261"/>
                    <a:pt x="502132" y="330382"/>
                  </a:cubicBezTo>
                  <a:cubicBezTo>
                    <a:pt x="500860" y="336502"/>
                    <a:pt x="500308" y="342767"/>
                    <a:pt x="498028" y="358753"/>
                  </a:cubicBezTo>
                  <a:cubicBezTo>
                    <a:pt x="545770" y="285904"/>
                    <a:pt x="588567" y="221216"/>
                    <a:pt x="630692" y="156096"/>
                  </a:cubicBezTo>
                  <a:cubicBezTo>
                    <a:pt x="647758" y="129693"/>
                    <a:pt x="670105" y="112027"/>
                    <a:pt x="701933" y="108738"/>
                  </a:cubicBezTo>
                  <a:cubicBezTo>
                    <a:pt x="745138" y="104274"/>
                    <a:pt x="783879" y="127605"/>
                    <a:pt x="799121" y="166634"/>
                  </a:cubicBezTo>
                  <a:cubicBezTo>
                    <a:pt x="815496" y="206991"/>
                    <a:pt x="801123" y="253296"/>
                    <a:pt x="764772" y="277287"/>
                  </a:cubicBezTo>
                  <a:cubicBezTo>
                    <a:pt x="705893" y="317420"/>
                    <a:pt x="645646" y="355561"/>
                    <a:pt x="586167" y="394902"/>
                  </a:cubicBezTo>
                  <a:cubicBezTo>
                    <a:pt x="579230" y="399510"/>
                    <a:pt x="569893" y="401694"/>
                    <a:pt x="565068" y="414944"/>
                  </a:cubicBezTo>
                  <a:cubicBezTo>
                    <a:pt x="639885" y="399318"/>
                    <a:pt x="712302" y="384196"/>
                    <a:pt x="784719" y="369002"/>
                  </a:cubicBezTo>
                  <a:cubicBezTo>
                    <a:pt x="806322" y="364466"/>
                    <a:pt x="828068" y="361802"/>
                    <a:pt x="849671" y="369363"/>
                  </a:cubicBezTo>
                  <a:cubicBezTo>
                    <a:pt x="895277" y="385468"/>
                    <a:pt x="920456" y="433066"/>
                    <a:pt x="908502" y="480592"/>
                  </a:cubicBezTo>
                  <a:cubicBezTo>
                    <a:pt x="896909" y="526726"/>
                    <a:pt x="850559" y="557594"/>
                    <a:pt x="802745" y="548257"/>
                  </a:cubicBezTo>
                  <a:cubicBezTo>
                    <a:pt x="723247" y="532679"/>
                    <a:pt x="644086" y="515324"/>
                    <a:pt x="563820" y="498522"/>
                  </a:cubicBezTo>
                  <a:cubicBezTo>
                    <a:pt x="564540" y="510332"/>
                    <a:pt x="574645" y="511460"/>
                    <a:pt x="580814" y="515540"/>
                  </a:cubicBezTo>
                  <a:cubicBezTo>
                    <a:pt x="640293" y="554809"/>
                    <a:pt x="700301" y="593358"/>
                    <a:pt x="759516" y="632819"/>
                  </a:cubicBezTo>
                  <a:cubicBezTo>
                    <a:pt x="797441" y="658046"/>
                    <a:pt x="812322" y="693234"/>
                    <a:pt x="802577" y="734663"/>
                  </a:cubicBezTo>
                  <a:cubicBezTo>
                    <a:pt x="793720" y="772492"/>
                    <a:pt x="768973" y="795415"/>
                    <a:pt x="731384" y="803864"/>
                  </a:cubicBezTo>
                  <a:cubicBezTo>
                    <a:pt x="692788" y="812553"/>
                    <a:pt x="657095" y="797191"/>
                    <a:pt x="632636" y="760467"/>
                  </a:cubicBezTo>
                  <a:cubicBezTo>
                    <a:pt x="594928" y="703868"/>
                    <a:pt x="558227" y="646597"/>
                    <a:pt x="520758" y="589830"/>
                  </a:cubicBezTo>
                  <a:cubicBezTo>
                    <a:pt x="514974" y="581021"/>
                    <a:pt x="512093" y="569547"/>
                    <a:pt x="498412" y="563930"/>
                  </a:cubicBezTo>
                  <a:cubicBezTo>
                    <a:pt x="515214" y="644892"/>
                    <a:pt x="532016" y="724006"/>
                    <a:pt x="547522" y="803432"/>
                  </a:cubicBezTo>
                  <a:cubicBezTo>
                    <a:pt x="555937" y="847249"/>
                    <a:pt x="531365" y="890711"/>
                    <a:pt x="489483" y="906093"/>
                  </a:cubicBezTo>
                  <a:cubicBezTo>
                    <a:pt x="422274" y="930984"/>
                    <a:pt x="353410" y="876089"/>
                    <a:pt x="365795" y="804824"/>
                  </a:cubicBezTo>
                  <a:cubicBezTo>
                    <a:pt x="378661" y="731495"/>
                    <a:pt x="395463" y="658670"/>
                    <a:pt x="410609" y="585629"/>
                  </a:cubicBezTo>
                  <a:cubicBezTo>
                    <a:pt x="411905" y="579316"/>
                    <a:pt x="412697" y="572884"/>
                    <a:pt x="413729" y="56642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/>
              <a:endParaRPr kumimoji="1" lang="zh-CN" altLang="en-US"/>
            </a:p>
          </p:txBody>
        </p:sp>
        <p:sp>
          <p:nvSpPr>
            <p:cNvPr id="12" name="标题 1"/>
            <p:cNvSpPr txBox="1"/>
            <p:nvPr/>
          </p:nvSpPr>
          <p:spPr>
            <a:xfrm flipV="1">
              <a:off x="11420505" y="757558"/>
              <a:ext cx="97558" cy="97558"/>
            </a:xfrm>
            <a:custGeom>
              <a:avLst/>
              <a:gdLst>
                <a:gd name="connsiteX0" fmla="*/ 408329 w 912112"/>
                <a:gd name="connsiteY0" fmla="*/ 565587 h 912112"/>
                <a:gd name="connsiteX1" fmla="*/ 276312 w 912112"/>
                <a:gd name="connsiteY1" fmla="*/ 765627 h 912112"/>
                <a:gd name="connsiteX2" fmla="*/ 145904 w 912112"/>
                <a:gd name="connsiteY2" fmla="*/ 788190 h 912112"/>
                <a:gd name="connsiteX3" fmla="*/ 126702 w 912112"/>
                <a:gd name="connsiteY3" fmla="*/ 656438 h 912112"/>
                <a:gd name="connsiteX4" fmla="*/ 161938 w 912112"/>
                <a:gd name="connsiteY4" fmla="*/ 627178 h 912112"/>
                <a:gd name="connsiteX5" fmla="*/ 349569 w 912112"/>
                <a:gd name="connsiteY5" fmla="*/ 498522 h 912112"/>
                <a:gd name="connsiteX6" fmla="*/ 111124 w 912112"/>
                <a:gd name="connsiteY6" fmla="*/ 548113 h 912112"/>
                <a:gd name="connsiteX7" fmla="*/ 4815 w 912112"/>
                <a:gd name="connsiteY7" fmla="*/ 481120 h 912112"/>
                <a:gd name="connsiteX8" fmla="*/ 63118 w 912112"/>
                <a:gd name="connsiteY8" fmla="*/ 369555 h 912112"/>
                <a:gd name="connsiteX9" fmla="*/ 131238 w 912112"/>
                <a:gd name="connsiteY9" fmla="*/ 369555 h 912112"/>
                <a:gd name="connsiteX10" fmla="*/ 348345 w 912112"/>
                <a:gd name="connsiteY10" fmla="*/ 408751 h 912112"/>
                <a:gd name="connsiteX11" fmla="*/ 159538 w 912112"/>
                <a:gd name="connsiteY11" fmla="*/ 285400 h 912112"/>
                <a:gd name="connsiteX12" fmla="*/ 109828 w 912112"/>
                <a:gd name="connsiteY12" fmla="*/ 219200 h 912112"/>
                <a:gd name="connsiteX13" fmla="*/ 162394 w 912112"/>
                <a:gd name="connsiteY13" fmla="*/ 115987 h 912112"/>
                <a:gd name="connsiteX14" fmla="*/ 276264 w 912112"/>
                <a:gd name="connsiteY14" fmla="*/ 147767 h 912112"/>
                <a:gd name="connsiteX15" fmla="*/ 395679 w 912112"/>
                <a:gd name="connsiteY15" fmla="*/ 329182 h 912112"/>
                <a:gd name="connsiteX16" fmla="*/ 415193 w 912112"/>
                <a:gd name="connsiteY16" fmla="*/ 350616 h 912112"/>
                <a:gd name="connsiteX17" fmla="*/ 369924 w 912112"/>
                <a:gd name="connsiteY17" fmla="*/ 134350 h 912112"/>
                <a:gd name="connsiteX18" fmla="*/ 366443 w 912112"/>
                <a:gd name="connsiteY18" fmla="*/ 72518 h 912112"/>
                <a:gd name="connsiteX19" fmla="*/ 477769 w 912112"/>
                <a:gd name="connsiteY19" fmla="*/ 3965 h 912112"/>
                <a:gd name="connsiteX20" fmla="*/ 547930 w 912112"/>
                <a:gd name="connsiteY20" fmla="*/ 107970 h 912112"/>
                <a:gd name="connsiteX21" fmla="*/ 502132 w 912112"/>
                <a:gd name="connsiteY21" fmla="*/ 330382 h 912112"/>
                <a:gd name="connsiteX22" fmla="*/ 498028 w 912112"/>
                <a:gd name="connsiteY22" fmla="*/ 358753 h 912112"/>
                <a:gd name="connsiteX23" fmla="*/ 630692 w 912112"/>
                <a:gd name="connsiteY23" fmla="*/ 156096 h 912112"/>
                <a:gd name="connsiteX24" fmla="*/ 701933 w 912112"/>
                <a:gd name="connsiteY24" fmla="*/ 108738 h 912112"/>
                <a:gd name="connsiteX25" fmla="*/ 799121 w 912112"/>
                <a:gd name="connsiteY25" fmla="*/ 166634 h 912112"/>
                <a:gd name="connsiteX26" fmla="*/ 764772 w 912112"/>
                <a:gd name="connsiteY26" fmla="*/ 277287 h 912112"/>
                <a:gd name="connsiteX27" fmla="*/ 586167 w 912112"/>
                <a:gd name="connsiteY27" fmla="*/ 394902 h 912112"/>
                <a:gd name="connsiteX28" fmla="*/ 565068 w 912112"/>
                <a:gd name="connsiteY28" fmla="*/ 414944 h 912112"/>
                <a:gd name="connsiteX29" fmla="*/ 784719 w 912112"/>
                <a:gd name="connsiteY29" fmla="*/ 369002 h 912112"/>
                <a:gd name="connsiteX30" fmla="*/ 849671 w 912112"/>
                <a:gd name="connsiteY30" fmla="*/ 369363 h 912112"/>
                <a:gd name="connsiteX31" fmla="*/ 908502 w 912112"/>
                <a:gd name="connsiteY31" fmla="*/ 480592 h 912112"/>
                <a:gd name="connsiteX32" fmla="*/ 802745 w 912112"/>
                <a:gd name="connsiteY32" fmla="*/ 548257 h 912112"/>
                <a:gd name="connsiteX33" fmla="*/ 563820 w 912112"/>
                <a:gd name="connsiteY33" fmla="*/ 498522 h 912112"/>
                <a:gd name="connsiteX34" fmla="*/ 580814 w 912112"/>
                <a:gd name="connsiteY34" fmla="*/ 515540 h 912112"/>
                <a:gd name="connsiteX35" fmla="*/ 759516 w 912112"/>
                <a:gd name="connsiteY35" fmla="*/ 632819 h 912112"/>
                <a:gd name="connsiteX36" fmla="*/ 802577 w 912112"/>
                <a:gd name="connsiteY36" fmla="*/ 734663 h 912112"/>
                <a:gd name="connsiteX37" fmla="*/ 731384 w 912112"/>
                <a:gd name="connsiteY37" fmla="*/ 803864 h 912112"/>
                <a:gd name="connsiteX38" fmla="*/ 632636 w 912112"/>
                <a:gd name="connsiteY38" fmla="*/ 760467 h 912112"/>
                <a:gd name="connsiteX39" fmla="*/ 520758 w 912112"/>
                <a:gd name="connsiteY39" fmla="*/ 589830 h 912112"/>
                <a:gd name="connsiteX40" fmla="*/ 498412 w 912112"/>
                <a:gd name="connsiteY40" fmla="*/ 563930 h 912112"/>
                <a:gd name="connsiteX41" fmla="*/ 547522 w 912112"/>
                <a:gd name="connsiteY41" fmla="*/ 803432 h 912112"/>
                <a:gd name="connsiteX42" fmla="*/ 489483 w 912112"/>
                <a:gd name="connsiteY42" fmla="*/ 906093 h 912112"/>
                <a:gd name="connsiteX43" fmla="*/ 365795 w 912112"/>
                <a:gd name="connsiteY43" fmla="*/ 804824 h 912112"/>
                <a:gd name="connsiteX44" fmla="*/ 410609 w 912112"/>
                <a:gd name="connsiteY44" fmla="*/ 585629 h 912112"/>
                <a:gd name="connsiteX45" fmla="*/ 413729 w 912112"/>
                <a:gd name="connsiteY45" fmla="*/ 566427 h 912112"/>
              </a:gdLst>
              <a:ahLst/>
              <a:cxnLst/>
              <a:rect l="l" t="t" r="r" b="b"/>
              <a:pathLst>
                <a:path w="912112" h="912112">
                  <a:moveTo>
                    <a:pt x="408329" y="565587"/>
                  </a:moveTo>
                  <a:cubicBezTo>
                    <a:pt x="364427" y="632339"/>
                    <a:pt x="321414" y="699691"/>
                    <a:pt x="276312" y="765627"/>
                  </a:cubicBezTo>
                  <a:cubicBezTo>
                    <a:pt x="245637" y="810417"/>
                    <a:pt x="188462" y="819082"/>
                    <a:pt x="145904" y="788190"/>
                  </a:cubicBezTo>
                  <a:cubicBezTo>
                    <a:pt x="104139" y="757874"/>
                    <a:pt x="95498" y="698179"/>
                    <a:pt x="126702" y="656438"/>
                  </a:cubicBezTo>
                  <a:cubicBezTo>
                    <a:pt x="136135" y="643788"/>
                    <a:pt x="149097" y="635603"/>
                    <a:pt x="161938" y="627178"/>
                  </a:cubicBezTo>
                  <a:cubicBezTo>
                    <a:pt x="225042" y="585845"/>
                    <a:pt x="288194" y="544560"/>
                    <a:pt x="349569" y="498522"/>
                  </a:cubicBezTo>
                  <a:cubicBezTo>
                    <a:pt x="270096" y="515132"/>
                    <a:pt x="190766" y="532463"/>
                    <a:pt x="111124" y="548113"/>
                  </a:cubicBezTo>
                  <a:cubicBezTo>
                    <a:pt x="63570" y="557289"/>
                    <a:pt x="17058" y="527979"/>
                    <a:pt x="4815" y="481120"/>
                  </a:cubicBezTo>
                  <a:cubicBezTo>
                    <a:pt x="-7187" y="433234"/>
                    <a:pt x="17536" y="386093"/>
                    <a:pt x="63118" y="369555"/>
                  </a:cubicBezTo>
                  <a:cubicBezTo>
                    <a:pt x="85849" y="361298"/>
                    <a:pt x="108436" y="364754"/>
                    <a:pt x="131238" y="369555"/>
                  </a:cubicBezTo>
                  <a:cubicBezTo>
                    <a:pt x="202743" y="384676"/>
                    <a:pt x="274344" y="399462"/>
                    <a:pt x="348345" y="408751"/>
                  </a:cubicBezTo>
                  <a:cubicBezTo>
                    <a:pt x="285433" y="367586"/>
                    <a:pt x="222642" y="326229"/>
                    <a:pt x="159538" y="285400"/>
                  </a:cubicBezTo>
                  <a:cubicBezTo>
                    <a:pt x="134599" y="269294"/>
                    <a:pt x="115229" y="249564"/>
                    <a:pt x="109828" y="219200"/>
                  </a:cubicBezTo>
                  <a:cubicBezTo>
                    <a:pt x="101907" y="175203"/>
                    <a:pt x="123246" y="133389"/>
                    <a:pt x="162394" y="115987"/>
                  </a:cubicBezTo>
                  <a:cubicBezTo>
                    <a:pt x="203199" y="97817"/>
                    <a:pt x="250029" y="109434"/>
                    <a:pt x="276264" y="147767"/>
                  </a:cubicBezTo>
                  <a:cubicBezTo>
                    <a:pt x="317069" y="207511"/>
                    <a:pt x="355810" y="268742"/>
                    <a:pt x="395679" y="329182"/>
                  </a:cubicBezTo>
                  <a:cubicBezTo>
                    <a:pt x="400312" y="336214"/>
                    <a:pt x="402472" y="345552"/>
                    <a:pt x="415193" y="350616"/>
                  </a:cubicBezTo>
                  <a:cubicBezTo>
                    <a:pt x="399784" y="277047"/>
                    <a:pt x="384854" y="205710"/>
                    <a:pt x="369924" y="134350"/>
                  </a:cubicBezTo>
                  <a:cubicBezTo>
                    <a:pt x="365651" y="113923"/>
                    <a:pt x="361307" y="93545"/>
                    <a:pt x="366443" y="72518"/>
                  </a:cubicBezTo>
                  <a:cubicBezTo>
                    <a:pt x="378229" y="23672"/>
                    <a:pt x="427387" y="-6812"/>
                    <a:pt x="477769" y="3965"/>
                  </a:cubicBezTo>
                  <a:cubicBezTo>
                    <a:pt x="523831" y="13807"/>
                    <a:pt x="556979" y="61045"/>
                    <a:pt x="547930" y="107970"/>
                  </a:cubicBezTo>
                  <a:cubicBezTo>
                    <a:pt x="533672" y="182379"/>
                    <a:pt x="517446" y="256261"/>
                    <a:pt x="502132" y="330382"/>
                  </a:cubicBezTo>
                  <a:cubicBezTo>
                    <a:pt x="500860" y="336502"/>
                    <a:pt x="500308" y="342767"/>
                    <a:pt x="498028" y="358753"/>
                  </a:cubicBezTo>
                  <a:cubicBezTo>
                    <a:pt x="545770" y="285904"/>
                    <a:pt x="588567" y="221216"/>
                    <a:pt x="630692" y="156096"/>
                  </a:cubicBezTo>
                  <a:cubicBezTo>
                    <a:pt x="647758" y="129693"/>
                    <a:pt x="670105" y="112027"/>
                    <a:pt x="701933" y="108738"/>
                  </a:cubicBezTo>
                  <a:cubicBezTo>
                    <a:pt x="745138" y="104274"/>
                    <a:pt x="783879" y="127605"/>
                    <a:pt x="799121" y="166634"/>
                  </a:cubicBezTo>
                  <a:cubicBezTo>
                    <a:pt x="815496" y="206991"/>
                    <a:pt x="801123" y="253296"/>
                    <a:pt x="764772" y="277287"/>
                  </a:cubicBezTo>
                  <a:cubicBezTo>
                    <a:pt x="705893" y="317420"/>
                    <a:pt x="645646" y="355561"/>
                    <a:pt x="586167" y="394902"/>
                  </a:cubicBezTo>
                  <a:cubicBezTo>
                    <a:pt x="579230" y="399510"/>
                    <a:pt x="569893" y="401694"/>
                    <a:pt x="565068" y="414944"/>
                  </a:cubicBezTo>
                  <a:cubicBezTo>
                    <a:pt x="639885" y="399318"/>
                    <a:pt x="712302" y="384196"/>
                    <a:pt x="784719" y="369002"/>
                  </a:cubicBezTo>
                  <a:cubicBezTo>
                    <a:pt x="806322" y="364466"/>
                    <a:pt x="828068" y="361802"/>
                    <a:pt x="849671" y="369363"/>
                  </a:cubicBezTo>
                  <a:cubicBezTo>
                    <a:pt x="895277" y="385468"/>
                    <a:pt x="920456" y="433066"/>
                    <a:pt x="908502" y="480592"/>
                  </a:cubicBezTo>
                  <a:cubicBezTo>
                    <a:pt x="896909" y="526726"/>
                    <a:pt x="850559" y="557594"/>
                    <a:pt x="802745" y="548257"/>
                  </a:cubicBezTo>
                  <a:cubicBezTo>
                    <a:pt x="723247" y="532679"/>
                    <a:pt x="644086" y="515324"/>
                    <a:pt x="563820" y="498522"/>
                  </a:cubicBezTo>
                  <a:cubicBezTo>
                    <a:pt x="564540" y="510332"/>
                    <a:pt x="574645" y="511460"/>
                    <a:pt x="580814" y="515540"/>
                  </a:cubicBezTo>
                  <a:cubicBezTo>
                    <a:pt x="640293" y="554809"/>
                    <a:pt x="700301" y="593358"/>
                    <a:pt x="759516" y="632819"/>
                  </a:cubicBezTo>
                  <a:cubicBezTo>
                    <a:pt x="797441" y="658046"/>
                    <a:pt x="812322" y="693234"/>
                    <a:pt x="802577" y="734663"/>
                  </a:cubicBezTo>
                  <a:cubicBezTo>
                    <a:pt x="793720" y="772492"/>
                    <a:pt x="768973" y="795415"/>
                    <a:pt x="731384" y="803864"/>
                  </a:cubicBezTo>
                  <a:cubicBezTo>
                    <a:pt x="692788" y="812553"/>
                    <a:pt x="657095" y="797191"/>
                    <a:pt x="632636" y="760467"/>
                  </a:cubicBezTo>
                  <a:cubicBezTo>
                    <a:pt x="594928" y="703868"/>
                    <a:pt x="558227" y="646597"/>
                    <a:pt x="520758" y="589830"/>
                  </a:cubicBezTo>
                  <a:cubicBezTo>
                    <a:pt x="514974" y="581021"/>
                    <a:pt x="512093" y="569547"/>
                    <a:pt x="498412" y="563930"/>
                  </a:cubicBezTo>
                  <a:cubicBezTo>
                    <a:pt x="515214" y="644892"/>
                    <a:pt x="532016" y="724006"/>
                    <a:pt x="547522" y="803432"/>
                  </a:cubicBezTo>
                  <a:cubicBezTo>
                    <a:pt x="555937" y="847249"/>
                    <a:pt x="531365" y="890711"/>
                    <a:pt x="489483" y="906093"/>
                  </a:cubicBezTo>
                  <a:cubicBezTo>
                    <a:pt x="422274" y="930984"/>
                    <a:pt x="353410" y="876089"/>
                    <a:pt x="365795" y="804824"/>
                  </a:cubicBezTo>
                  <a:cubicBezTo>
                    <a:pt x="378661" y="731495"/>
                    <a:pt x="395463" y="658670"/>
                    <a:pt x="410609" y="585629"/>
                  </a:cubicBezTo>
                  <a:cubicBezTo>
                    <a:pt x="411905" y="579316"/>
                    <a:pt x="412697" y="572884"/>
                    <a:pt x="413729" y="56642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/>
              <a:endParaRPr kumimoji="1" lang="zh-CN" altLang="en-US"/>
            </a:p>
          </p:txBody>
        </p:sp>
      </p:grpSp>
      <p:sp>
        <p:nvSpPr>
          <p:cNvPr id="13" name="标题 1"/>
          <p:cNvSpPr txBox="1"/>
          <p:nvPr/>
        </p:nvSpPr>
        <p:spPr>
          <a:xfrm>
            <a:off x="1366289" y="5387838"/>
            <a:ext cx="1438223" cy="4049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" cap="sq">
            <a:solidFill>
              <a:schemeClr val="accent1"/>
            </a:solidFill>
            <a:miter/>
          </a:ln>
          <a:effectLst>
            <a:outerShdw blurRad="330200" dist="203200" dir="2700000" sx="102000" sy="102000" algn="tl" rotWithShape="0">
              <a:schemeClr val="accent1">
                <a:alpha val="18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1469814" y="5467198"/>
            <a:ext cx="1307739" cy="24622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600" dirty="0">
                <a:ln w="12700">
                  <a:noFill/>
                </a:ln>
                <a:solidFill>
                  <a:srgbClr val="4B813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PART 03 </a:t>
            </a:r>
            <a:endParaRPr kumimoji="1" lang="zh-CN" altLang="en-US" dirty="0"/>
          </a:p>
        </p:txBody>
      </p:sp>
      <p:sp>
        <p:nvSpPr>
          <p:cNvPr id="15" name="标题 1"/>
          <p:cNvSpPr txBox="1"/>
          <p:nvPr/>
        </p:nvSpPr>
        <p:spPr>
          <a:xfrm>
            <a:off x="1410568" y="1514610"/>
            <a:ext cx="1627187" cy="1018800"/>
          </a:xfrm>
          <a:prstGeom prst="roundRect">
            <a:avLst>
              <a:gd name="adj" fmla="val 6473"/>
            </a:avLst>
          </a:prstGeom>
          <a:solidFill>
            <a:schemeClr val="bg1"/>
          </a:solidFill>
          <a:ln w="1270" cap="sq">
            <a:solidFill>
              <a:schemeClr val="accent1">
                <a:alpha val="50000"/>
              </a:schemeClr>
            </a:solidFill>
            <a:miter/>
          </a:ln>
          <a:effectLst>
            <a:outerShdw blurRad="279400" dist="114300" dir="2700000" sx="102000" sy="102000" algn="tl" rotWithShape="0">
              <a:schemeClr val="accent1">
                <a:alpha val="13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1550119" y="109892"/>
            <a:ext cx="1348085" cy="231799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b"/>
          <a:lstStyle/>
          <a:p>
            <a:pPr algn="ctr"/>
            <a:r>
              <a:rPr kumimoji="1" lang="en-US" altLang="zh-CN" sz="4800">
                <a:ln w="12700">
                  <a:noFill/>
                </a:ln>
                <a:solidFill>
                  <a:srgbClr val="4B813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03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4322098">
            <a:off x="6256455" y="1347170"/>
            <a:ext cx="637004" cy="637004"/>
          </a:xfrm>
          <a:prstGeom prst="ellipse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1">
                  <a:alpha val="44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" cap="sq">
            <a:noFill/>
            <a:miter/>
          </a:ln>
          <a:effectLst>
            <a:outerShdw blurRad="279400" dist="114300" dir="2700000" sx="102000" sy="102000" algn="tl" rotWithShape="0">
              <a:schemeClr val="accent1">
                <a:alpha val="13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8386984">
            <a:off x="7130748" y="4911248"/>
            <a:ext cx="351137" cy="351137"/>
          </a:xfrm>
          <a:prstGeom prst="ellipse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>
                  <a:alpha val="68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" cap="sq">
            <a:noFill/>
            <a:miter/>
          </a:ln>
          <a:effectLst>
            <a:outerShdw blurRad="279400" dist="114300" dir="2700000" sx="102000" sy="102000" algn="tl" rotWithShape="0">
              <a:schemeClr val="accent1">
                <a:alpha val="13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7629125" y="1375005"/>
            <a:ext cx="3986454" cy="3986454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标题 1"/>
          <p:cNvSpPr txBox="1"/>
          <p:nvPr/>
        </p:nvSpPr>
        <p:spPr>
          <a:xfrm>
            <a:off x="1410568" y="2629647"/>
            <a:ext cx="6225983" cy="257039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3600" dirty="0">
                <a:ln w="12700">
                  <a:noFill/>
                </a:ln>
                <a:solidFill>
                  <a:srgbClr val="4B813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Big Data and Machine Learning Integration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6750000"/>
            <a:ext cx="108000" cy="108000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12084000" y="6750000"/>
            <a:ext cx="108000" cy="108000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222885" y="6750000"/>
            <a:ext cx="11747442" cy="10800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4099555" y="1893562"/>
            <a:ext cx="3992888" cy="3992888"/>
          </a:xfrm>
          <a:prstGeom prst="arc">
            <a:avLst>
              <a:gd name="adj1" fmla="val 17477148"/>
              <a:gd name="adj2" fmla="val 956679"/>
            </a:avLst>
          </a:prstGeom>
          <a:noFill/>
          <a:ln w="25400" cap="sq">
            <a:solidFill>
              <a:schemeClr val="accent1">
                <a:lumMod val="60000"/>
                <a:lumOff val="40000"/>
              </a:schemeClr>
            </a:solidFill>
            <a:miter/>
            <a:headEnd type="oval"/>
            <a:tailEnd type="triangle"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4099555" y="1893562"/>
            <a:ext cx="3992888" cy="3992888"/>
          </a:xfrm>
          <a:prstGeom prst="arc">
            <a:avLst>
              <a:gd name="adj1" fmla="val 2731832"/>
              <a:gd name="adj2" fmla="val 8082398"/>
            </a:avLst>
          </a:prstGeom>
          <a:noFill/>
          <a:ln w="25400" cap="sq">
            <a:solidFill>
              <a:schemeClr val="accent1">
                <a:lumMod val="60000"/>
                <a:lumOff val="40000"/>
              </a:schemeClr>
            </a:solidFill>
            <a:miter/>
            <a:headEnd type="oval"/>
            <a:tailEnd type="triangle"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4099555" y="1893562"/>
            <a:ext cx="3992888" cy="3992888"/>
          </a:xfrm>
          <a:prstGeom prst="arc">
            <a:avLst>
              <a:gd name="adj1" fmla="val 9870271"/>
              <a:gd name="adj2" fmla="val 14907019"/>
            </a:avLst>
          </a:prstGeom>
          <a:noFill/>
          <a:ln w="25400" cap="sq">
            <a:solidFill>
              <a:schemeClr val="accent1">
                <a:lumMod val="60000"/>
                <a:lumOff val="40000"/>
              </a:schemeClr>
            </a:solidFill>
            <a:miter/>
            <a:headEnd type="oval"/>
            <a:tailEnd type="triangle"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4743981" y="2385986"/>
            <a:ext cx="2710927" cy="2853478"/>
          </a:xfrm>
          <a:custGeom>
            <a:avLst/>
            <a:gdLst>
              <a:gd name="connsiteX0" fmla="*/ 2245974 w 2338388"/>
              <a:gd name="connsiteY0" fmla="*/ 839191 h 2461349"/>
              <a:gd name="connsiteX1" fmla="*/ 2246507 w 2338388"/>
              <a:gd name="connsiteY1" fmla="*/ 840298 h 2461349"/>
              <a:gd name="connsiteX2" fmla="*/ 2338388 w 2338388"/>
              <a:gd name="connsiteY2" fmla="*/ 1295401 h 2461349"/>
              <a:gd name="connsiteX3" fmla="*/ 2257289 w 2338388"/>
              <a:gd name="connsiteY3" fmla="*/ 1724115 h 2461349"/>
              <a:gd name="connsiteX4" fmla="*/ 2226488 w 2338388"/>
              <a:gd name="connsiteY4" fmla="*/ 1792817 h 2461349"/>
              <a:gd name="connsiteX5" fmla="*/ 2309969 w 2338388"/>
              <a:gd name="connsiteY5" fmla="*/ 1936750 h 2461349"/>
              <a:gd name="connsiteX6" fmla="*/ 2145835 w 2338388"/>
              <a:gd name="connsiteY6" fmla="*/ 1936750 h 2461349"/>
              <a:gd name="connsiteX7" fmla="*/ 2101886 w 2338388"/>
              <a:gd name="connsiteY7" fmla="*/ 2000563 h 2461349"/>
              <a:gd name="connsiteX8" fmla="*/ 1288738 w 2338388"/>
              <a:gd name="connsiteY8" fmla="*/ 2458559 h 2461349"/>
              <a:gd name="connsiteX9" fmla="*/ 1233488 w 2338388"/>
              <a:gd name="connsiteY9" fmla="*/ 2461349 h 2461349"/>
              <a:gd name="connsiteX10" fmla="*/ 1233488 w 2338388"/>
              <a:gd name="connsiteY10" fmla="*/ 2339589 h 2461349"/>
              <a:gd name="connsiteX11" fmla="*/ 1276288 w 2338388"/>
              <a:gd name="connsiteY11" fmla="*/ 2337427 h 2461349"/>
              <a:gd name="connsiteX12" fmla="*/ 2216628 w 2338388"/>
              <a:gd name="connsiteY12" fmla="*/ 1295401 h 2461349"/>
              <a:gd name="connsiteX13" fmla="*/ 2169538 w 2338388"/>
              <a:gd name="connsiteY13" fmla="*/ 983926 h 2461349"/>
              <a:gd name="connsiteX14" fmla="*/ 2139140 w 2338388"/>
              <a:gd name="connsiteY14" fmla="*/ 900872 h 2461349"/>
              <a:gd name="connsiteX15" fmla="*/ 98287 w 2338388"/>
              <a:gd name="connsiteY15" fmla="*/ 827000 h 2461349"/>
              <a:gd name="connsiteX16" fmla="*/ 203957 w 2338388"/>
              <a:gd name="connsiteY16" fmla="*/ 888008 h 2461349"/>
              <a:gd name="connsiteX17" fmla="*/ 168851 w 2338388"/>
              <a:gd name="connsiteY17" fmla="*/ 983926 h 2461349"/>
              <a:gd name="connsiteX18" fmla="*/ 121760 w 2338388"/>
              <a:gd name="connsiteY18" fmla="*/ 1295401 h 2461349"/>
              <a:gd name="connsiteX19" fmla="*/ 1062100 w 2338388"/>
              <a:gd name="connsiteY19" fmla="*/ 2337427 h 2461349"/>
              <a:gd name="connsiteX20" fmla="*/ 1104900 w 2338388"/>
              <a:gd name="connsiteY20" fmla="*/ 2339589 h 2461349"/>
              <a:gd name="connsiteX21" fmla="*/ 1104900 w 2338388"/>
              <a:gd name="connsiteY21" fmla="*/ 2461349 h 2461349"/>
              <a:gd name="connsiteX22" fmla="*/ 1049651 w 2338388"/>
              <a:gd name="connsiteY22" fmla="*/ 2458559 h 2461349"/>
              <a:gd name="connsiteX23" fmla="*/ 236503 w 2338388"/>
              <a:gd name="connsiteY23" fmla="*/ 2000563 h 2461349"/>
              <a:gd name="connsiteX24" fmla="*/ 192554 w 2338388"/>
              <a:gd name="connsiteY24" fmla="*/ 1936750 h 2461349"/>
              <a:gd name="connsiteX25" fmla="*/ 28417 w 2338388"/>
              <a:gd name="connsiteY25" fmla="*/ 1936750 h 2461349"/>
              <a:gd name="connsiteX26" fmla="*/ 111900 w 2338388"/>
              <a:gd name="connsiteY26" fmla="*/ 1792815 h 2461349"/>
              <a:gd name="connsiteX27" fmla="*/ 81100 w 2338388"/>
              <a:gd name="connsiteY27" fmla="*/ 1724115 h 2461349"/>
              <a:gd name="connsiteX28" fmla="*/ 0 w 2338388"/>
              <a:gd name="connsiteY28" fmla="*/ 1295401 h 2461349"/>
              <a:gd name="connsiteX29" fmla="*/ 91881 w 2338388"/>
              <a:gd name="connsiteY29" fmla="*/ 840298 h 2461349"/>
              <a:gd name="connsiteX30" fmla="*/ 1169195 w 2338388"/>
              <a:gd name="connsiteY30" fmla="*/ 0 h 2461349"/>
              <a:gd name="connsiteX31" fmla="*/ 1245175 w 2338388"/>
              <a:gd name="connsiteY31" fmla="*/ 131000 h 2461349"/>
              <a:gd name="connsiteX32" fmla="*/ 1318107 w 2338388"/>
              <a:gd name="connsiteY32" fmla="*/ 135601 h 2461349"/>
              <a:gd name="connsiteX33" fmla="*/ 2138708 w 2338388"/>
              <a:gd name="connsiteY33" fmla="*/ 641694 h 2461349"/>
              <a:gd name="connsiteX34" fmla="*/ 2188608 w 2338388"/>
              <a:gd name="connsiteY34" fmla="*/ 723831 h 2461349"/>
              <a:gd name="connsiteX35" fmla="*/ 2083242 w 2338388"/>
              <a:gd name="connsiteY35" fmla="*/ 784664 h 2461349"/>
              <a:gd name="connsiteX36" fmla="*/ 2037743 w 2338388"/>
              <a:gd name="connsiteY36" fmla="*/ 709771 h 2461349"/>
              <a:gd name="connsiteX37" fmla="*/ 1169194 w 2338388"/>
              <a:gd name="connsiteY37" fmla="*/ 247967 h 2461349"/>
              <a:gd name="connsiteX38" fmla="*/ 300646 w 2338388"/>
              <a:gd name="connsiteY38" fmla="*/ 709771 h 2461349"/>
              <a:gd name="connsiteX39" fmla="*/ 262155 w 2338388"/>
              <a:gd name="connsiteY39" fmla="*/ 773128 h 2461349"/>
              <a:gd name="connsiteX40" fmla="*/ 156789 w 2338388"/>
              <a:gd name="connsiteY40" fmla="*/ 712295 h 2461349"/>
              <a:gd name="connsiteX41" fmla="*/ 199680 w 2338388"/>
              <a:gd name="connsiteY41" fmla="*/ 641694 h 2461349"/>
              <a:gd name="connsiteX42" fmla="*/ 1020282 w 2338388"/>
              <a:gd name="connsiteY42" fmla="*/ 135601 h 2461349"/>
              <a:gd name="connsiteX43" fmla="*/ 1093215 w 2338388"/>
              <a:gd name="connsiteY43" fmla="*/ 131000 h 2461349"/>
            </a:gdLst>
            <a:ahLst/>
            <a:cxnLst/>
            <a:rect l="l" t="t" r="r" b="b"/>
            <a:pathLst>
              <a:path w="2338388" h="2461349">
                <a:moveTo>
                  <a:pt x="2245974" y="839191"/>
                </a:moveTo>
                <a:lnTo>
                  <a:pt x="2246507" y="840298"/>
                </a:lnTo>
                <a:cubicBezTo>
                  <a:pt x="2305672" y="980179"/>
                  <a:pt x="2338388" y="1133969"/>
                  <a:pt x="2338388" y="1295401"/>
                </a:cubicBezTo>
                <a:cubicBezTo>
                  <a:pt x="2338388" y="1446744"/>
                  <a:pt x="2309633" y="1591370"/>
                  <a:pt x="2257289" y="1724115"/>
                </a:cubicBezTo>
                <a:lnTo>
                  <a:pt x="2226488" y="1792817"/>
                </a:lnTo>
                <a:lnTo>
                  <a:pt x="2309969" y="1936750"/>
                </a:lnTo>
                <a:lnTo>
                  <a:pt x="2145835" y="1936750"/>
                </a:lnTo>
                <a:lnTo>
                  <a:pt x="2101886" y="2000563"/>
                </a:lnTo>
                <a:cubicBezTo>
                  <a:pt x="1911035" y="2252602"/>
                  <a:pt x="1620373" y="2424880"/>
                  <a:pt x="1288738" y="2458559"/>
                </a:cubicBezTo>
                <a:lnTo>
                  <a:pt x="1233488" y="2461349"/>
                </a:lnTo>
                <a:lnTo>
                  <a:pt x="1233488" y="2339589"/>
                </a:lnTo>
                <a:lnTo>
                  <a:pt x="1276288" y="2337427"/>
                </a:lnTo>
                <a:cubicBezTo>
                  <a:pt x="1804463" y="2283788"/>
                  <a:pt x="2216628" y="1837728"/>
                  <a:pt x="2216628" y="1295401"/>
                </a:cubicBezTo>
                <a:cubicBezTo>
                  <a:pt x="2216628" y="1186936"/>
                  <a:pt x="2200142" y="1082321"/>
                  <a:pt x="2169538" y="983926"/>
                </a:cubicBezTo>
                <a:lnTo>
                  <a:pt x="2139140" y="900872"/>
                </a:lnTo>
                <a:close/>
                <a:moveTo>
                  <a:pt x="98287" y="827000"/>
                </a:moveTo>
                <a:lnTo>
                  <a:pt x="203957" y="888008"/>
                </a:lnTo>
                <a:lnTo>
                  <a:pt x="168851" y="983926"/>
                </a:lnTo>
                <a:cubicBezTo>
                  <a:pt x="138247" y="1082321"/>
                  <a:pt x="121760" y="1186936"/>
                  <a:pt x="121760" y="1295401"/>
                </a:cubicBezTo>
                <a:cubicBezTo>
                  <a:pt x="121760" y="1837728"/>
                  <a:pt x="533925" y="2283788"/>
                  <a:pt x="1062100" y="2337427"/>
                </a:cubicBezTo>
                <a:lnTo>
                  <a:pt x="1104900" y="2339589"/>
                </a:lnTo>
                <a:lnTo>
                  <a:pt x="1104900" y="2461349"/>
                </a:lnTo>
                <a:lnTo>
                  <a:pt x="1049651" y="2458559"/>
                </a:lnTo>
                <a:cubicBezTo>
                  <a:pt x="718016" y="2424880"/>
                  <a:pt x="427355" y="2252602"/>
                  <a:pt x="236503" y="2000563"/>
                </a:cubicBezTo>
                <a:lnTo>
                  <a:pt x="192554" y="1936750"/>
                </a:lnTo>
                <a:lnTo>
                  <a:pt x="28417" y="1936750"/>
                </a:lnTo>
                <a:lnTo>
                  <a:pt x="111900" y="1792815"/>
                </a:lnTo>
                <a:lnTo>
                  <a:pt x="81100" y="1724115"/>
                </a:lnTo>
                <a:cubicBezTo>
                  <a:pt x="28755" y="1591370"/>
                  <a:pt x="0" y="1446744"/>
                  <a:pt x="0" y="1295401"/>
                </a:cubicBezTo>
                <a:cubicBezTo>
                  <a:pt x="0" y="1133969"/>
                  <a:pt x="32717" y="980179"/>
                  <a:pt x="91881" y="840298"/>
                </a:cubicBezTo>
                <a:close/>
                <a:moveTo>
                  <a:pt x="1169195" y="0"/>
                </a:moveTo>
                <a:lnTo>
                  <a:pt x="1245175" y="131000"/>
                </a:lnTo>
                <a:lnTo>
                  <a:pt x="1318107" y="135601"/>
                </a:lnTo>
                <a:cubicBezTo>
                  <a:pt x="1659453" y="178991"/>
                  <a:pt x="1954860" y="369562"/>
                  <a:pt x="2138708" y="641694"/>
                </a:cubicBezTo>
                <a:lnTo>
                  <a:pt x="2188608" y="723831"/>
                </a:lnTo>
                <a:lnTo>
                  <a:pt x="2083242" y="784664"/>
                </a:lnTo>
                <a:lnTo>
                  <a:pt x="2037743" y="709771"/>
                </a:lnTo>
                <a:cubicBezTo>
                  <a:pt x="1849512" y="431152"/>
                  <a:pt x="1530746" y="247967"/>
                  <a:pt x="1169194" y="247967"/>
                </a:cubicBezTo>
                <a:cubicBezTo>
                  <a:pt x="807643" y="247967"/>
                  <a:pt x="488877" y="431152"/>
                  <a:pt x="300646" y="709771"/>
                </a:cubicBezTo>
                <a:lnTo>
                  <a:pt x="262155" y="773128"/>
                </a:lnTo>
                <a:lnTo>
                  <a:pt x="156789" y="712295"/>
                </a:lnTo>
                <a:lnTo>
                  <a:pt x="199680" y="641694"/>
                </a:lnTo>
                <a:cubicBezTo>
                  <a:pt x="383529" y="369562"/>
                  <a:pt x="678936" y="178991"/>
                  <a:pt x="1020282" y="135601"/>
                </a:cubicBezTo>
                <a:lnTo>
                  <a:pt x="1093215" y="1310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5728238" y="1522356"/>
            <a:ext cx="742412" cy="742412"/>
          </a:xfrm>
          <a:prstGeom prst="ellipse">
            <a:avLst/>
          </a:prstGeom>
          <a:solidFill>
            <a:schemeClr val="accent1"/>
          </a:solidFill>
          <a:ln w="317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4015069" y="4513516"/>
            <a:ext cx="742412" cy="742412"/>
          </a:xfrm>
          <a:prstGeom prst="ellipse">
            <a:avLst/>
          </a:prstGeom>
          <a:solidFill>
            <a:schemeClr val="accent1"/>
          </a:solidFill>
          <a:ln w="317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7433785" y="4513516"/>
            <a:ext cx="742412" cy="742412"/>
          </a:xfrm>
          <a:prstGeom prst="ellipse">
            <a:avLst/>
          </a:prstGeom>
          <a:solidFill>
            <a:schemeClr val="accent1"/>
          </a:solidFill>
          <a:ln w="317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5875392" y="1669510"/>
            <a:ext cx="448104" cy="448104"/>
          </a:xfrm>
          <a:custGeom>
            <a:avLst/>
            <a:gdLst>
              <a:gd name="connsiteX0" fmla="*/ 457070 w 720001"/>
              <a:gd name="connsiteY0" fmla="*/ 57166 h 720001"/>
              <a:gd name="connsiteX1" fmla="*/ 457070 w 720001"/>
              <a:gd name="connsiteY1" fmla="*/ 263017 h 720001"/>
              <a:gd name="connsiteX2" fmla="*/ 662921 w 720001"/>
              <a:gd name="connsiteY2" fmla="*/ 263017 h 720001"/>
              <a:gd name="connsiteX3" fmla="*/ 647393 w 720001"/>
              <a:gd name="connsiteY3" fmla="*/ 212704 h 720001"/>
              <a:gd name="connsiteX4" fmla="*/ 591008 w 720001"/>
              <a:gd name="connsiteY4" fmla="*/ 129080 h 720001"/>
              <a:gd name="connsiteX5" fmla="*/ 507383 w 720001"/>
              <a:gd name="connsiteY5" fmla="*/ 72694 h 720001"/>
              <a:gd name="connsiteX6" fmla="*/ 457070 w 720001"/>
              <a:gd name="connsiteY6" fmla="*/ 57166 h 720001"/>
              <a:gd name="connsiteX7" fmla="*/ 405022 w 720001"/>
              <a:gd name="connsiteY7" fmla="*/ 0 h 720001"/>
              <a:gd name="connsiteX8" fmla="*/ 720001 w 720001"/>
              <a:gd name="connsiteY8" fmla="*/ 314979 h 720001"/>
              <a:gd name="connsiteX9" fmla="*/ 405022 w 720001"/>
              <a:gd name="connsiteY9" fmla="*/ 314979 h 720001"/>
              <a:gd name="connsiteX10" fmla="*/ 360000 w 720001"/>
              <a:gd name="connsiteY10" fmla="*/ 0 h 720001"/>
              <a:gd name="connsiteX11" fmla="*/ 360000 w 720001"/>
              <a:gd name="connsiteY11" fmla="*/ 360000 h 720001"/>
              <a:gd name="connsiteX12" fmla="*/ 720000 w 720001"/>
              <a:gd name="connsiteY12" fmla="*/ 360000 h 720001"/>
              <a:gd name="connsiteX13" fmla="*/ 360000 w 720001"/>
              <a:gd name="connsiteY13" fmla="*/ 720001 h 720001"/>
              <a:gd name="connsiteX14" fmla="*/ 0 w 720001"/>
              <a:gd name="connsiteY14" fmla="*/ 360000 h 720001"/>
              <a:gd name="connsiteX15" fmla="*/ 360000 w 720001"/>
              <a:gd name="connsiteY15" fmla="*/ 0 h 720001"/>
            </a:gdLst>
            <a:ahLst/>
            <a:cxnLst/>
            <a:rect l="l" t="t" r="r" b="b"/>
            <a:pathLst>
              <a:path w="720001" h="720001">
                <a:moveTo>
                  <a:pt x="457070" y="57166"/>
                </a:moveTo>
                <a:lnTo>
                  <a:pt x="457070" y="263017"/>
                </a:lnTo>
                <a:lnTo>
                  <a:pt x="662921" y="263017"/>
                </a:lnTo>
                <a:cubicBezTo>
                  <a:pt x="659451" y="245755"/>
                  <a:pt x="654246" y="229012"/>
                  <a:pt x="647393" y="212704"/>
                </a:cubicBezTo>
                <a:cubicBezTo>
                  <a:pt x="634121" y="181388"/>
                  <a:pt x="615210" y="153282"/>
                  <a:pt x="591008" y="129080"/>
                </a:cubicBezTo>
                <a:cubicBezTo>
                  <a:pt x="566806" y="104878"/>
                  <a:pt x="538699" y="85967"/>
                  <a:pt x="507383" y="72694"/>
                </a:cubicBezTo>
                <a:cubicBezTo>
                  <a:pt x="491075" y="65755"/>
                  <a:pt x="474246" y="60637"/>
                  <a:pt x="457070" y="57166"/>
                </a:cubicBezTo>
                <a:close/>
                <a:moveTo>
                  <a:pt x="405022" y="0"/>
                </a:moveTo>
                <a:cubicBezTo>
                  <a:pt x="578950" y="0"/>
                  <a:pt x="720001" y="141051"/>
                  <a:pt x="720001" y="314979"/>
                </a:cubicBezTo>
                <a:lnTo>
                  <a:pt x="405022" y="314979"/>
                </a:lnTo>
                <a:close/>
                <a:moveTo>
                  <a:pt x="360000" y="0"/>
                </a:moveTo>
                <a:lnTo>
                  <a:pt x="360000" y="360000"/>
                </a:lnTo>
                <a:lnTo>
                  <a:pt x="720000" y="360000"/>
                </a:lnTo>
                <a:cubicBezTo>
                  <a:pt x="720000" y="558825"/>
                  <a:pt x="558824" y="720001"/>
                  <a:pt x="360000" y="720001"/>
                </a:cubicBezTo>
                <a:cubicBezTo>
                  <a:pt x="161176" y="720001"/>
                  <a:pt x="0" y="558825"/>
                  <a:pt x="0" y="360000"/>
                </a:cubicBezTo>
                <a:cubicBezTo>
                  <a:pt x="0" y="161176"/>
                  <a:pt x="161176" y="0"/>
                  <a:pt x="360000" y="0"/>
                </a:cubicBezTo>
                <a:close/>
              </a:path>
            </a:pathLst>
          </a:custGeom>
          <a:solidFill>
            <a:schemeClr val="bg1"/>
          </a:solidFill>
          <a:ln w="317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7563414" y="4655464"/>
            <a:ext cx="483154" cy="458517"/>
          </a:xfrm>
          <a:custGeom>
            <a:avLst/>
            <a:gdLst>
              <a:gd name="connsiteX0" fmla="*/ 565749 w 763907"/>
              <a:gd name="connsiteY0" fmla="*/ 529546 h 720000"/>
              <a:gd name="connsiteX1" fmla="*/ 585849 w 763907"/>
              <a:gd name="connsiteY1" fmla="*/ 537865 h 720000"/>
              <a:gd name="connsiteX2" fmla="*/ 698960 w 763907"/>
              <a:gd name="connsiteY2" fmla="*/ 650977 h 720000"/>
              <a:gd name="connsiteX3" fmla="*/ 698960 w 763907"/>
              <a:gd name="connsiteY3" fmla="*/ 691178 h 720000"/>
              <a:gd name="connsiteX4" fmla="*/ 678860 w 763907"/>
              <a:gd name="connsiteY4" fmla="*/ 699521 h 720000"/>
              <a:gd name="connsiteX5" fmla="*/ 658760 w 763907"/>
              <a:gd name="connsiteY5" fmla="*/ 691178 h 720000"/>
              <a:gd name="connsiteX6" fmla="*/ 545648 w 763907"/>
              <a:gd name="connsiteY6" fmla="*/ 578066 h 720000"/>
              <a:gd name="connsiteX7" fmla="*/ 545648 w 763907"/>
              <a:gd name="connsiteY7" fmla="*/ 537865 h 720000"/>
              <a:gd name="connsiteX8" fmla="*/ 565749 w 763907"/>
              <a:gd name="connsiteY8" fmla="*/ 529546 h 720000"/>
              <a:gd name="connsiteX9" fmla="*/ 565749 w 763907"/>
              <a:gd name="connsiteY9" fmla="*/ 359807 h 720000"/>
              <a:gd name="connsiteX10" fmla="*/ 735464 w 763907"/>
              <a:gd name="connsiteY10" fmla="*/ 359807 h 720000"/>
              <a:gd name="connsiteX11" fmla="*/ 763907 w 763907"/>
              <a:gd name="connsiteY11" fmla="*/ 388251 h 720000"/>
              <a:gd name="connsiteX12" fmla="*/ 735464 w 763907"/>
              <a:gd name="connsiteY12" fmla="*/ 416695 h 720000"/>
              <a:gd name="connsiteX13" fmla="*/ 565749 w 763907"/>
              <a:gd name="connsiteY13" fmla="*/ 416695 h 720000"/>
              <a:gd name="connsiteX14" fmla="*/ 537305 w 763907"/>
              <a:gd name="connsiteY14" fmla="*/ 388251 h 720000"/>
              <a:gd name="connsiteX15" fmla="*/ 565749 w 763907"/>
              <a:gd name="connsiteY15" fmla="*/ 359807 h 720000"/>
              <a:gd name="connsiteX16" fmla="*/ 678860 w 763907"/>
              <a:gd name="connsiteY16" fmla="*/ 77005 h 720000"/>
              <a:gd name="connsiteX17" fmla="*/ 698960 w 763907"/>
              <a:gd name="connsiteY17" fmla="*/ 85325 h 720000"/>
              <a:gd name="connsiteX18" fmla="*/ 698960 w 763907"/>
              <a:gd name="connsiteY18" fmla="*/ 125525 h 720000"/>
              <a:gd name="connsiteX19" fmla="*/ 585849 w 763907"/>
              <a:gd name="connsiteY19" fmla="*/ 238636 h 720000"/>
              <a:gd name="connsiteX20" fmla="*/ 565749 w 763907"/>
              <a:gd name="connsiteY20" fmla="*/ 246980 h 720000"/>
              <a:gd name="connsiteX21" fmla="*/ 545648 w 763907"/>
              <a:gd name="connsiteY21" fmla="*/ 238636 h 720000"/>
              <a:gd name="connsiteX22" fmla="*/ 545648 w 763907"/>
              <a:gd name="connsiteY22" fmla="*/ 198436 h 720000"/>
              <a:gd name="connsiteX23" fmla="*/ 658760 w 763907"/>
              <a:gd name="connsiteY23" fmla="*/ 85325 h 720000"/>
              <a:gd name="connsiteX24" fmla="*/ 678860 w 763907"/>
              <a:gd name="connsiteY24" fmla="*/ 77005 h 720000"/>
              <a:gd name="connsiteX25" fmla="*/ 362802 w 763907"/>
              <a:gd name="connsiteY25" fmla="*/ 5 h 720000"/>
              <a:gd name="connsiteX26" fmla="*/ 422012 w 763907"/>
              <a:gd name="connsiteY26" fmla="*/ 16490 h 720000"/>
              <a:gd name="connsiteX27" fmla="*/ 481080 w 763907"/>
              <a:gd name="connsiteY27" fmla="*/ 119457 h 720000"/>
              <a:gd name="connsiteX28" fmla="*/ 481080 w 763907"/>
              <a:gd name="connsiteY28" fmla="*/ 600631 h 720000"/>
              <a:gd name="connsiteX29" fmla="*/ 422012 w 763907"/>
              <a:gd name="connsiteY29" fmla="*/ 703598 h 720000"/>
              <a:gd name="connsiteX30" fmla="*/ 361806 w 763907"/>
              <a:gd name="connsiteY30" fmla="*/ 720000 h 720000"/>
              <a:gd name="connsiteX31" fmla="*/ 303306 w 763907"/>
              <a:gd name="connsiteY31" fmla="*/ 704546 h 720000"/>
              <a:gd name="connsiteX32" fmla="*/ 60870 w 763907"/>
              <a:gd name="connsiteY32" fmla="*/ 568300 h 720000"/>
              <a:gd name="connsiteX33" fmla="*/ 0 w 763907"/>
              <a:gd name="connsiteY33" fmla="*/ 464291 h 720000"/>
              <a:gd name="connsiteX34" fmla="*/ 0 w 763907"/>
              <a:gd name="connsiteY34" fmla="*/ 255702 h 720000"/>
              <a:gd name="connsiteX35" fmla="*/ 60870 w 763907"/>
              <a:gd name="connsiteY35" fmla="*/ 151693 h 720000"/>
              <a:gd name="connsiteX36" fmla="*/ 303306 w 763907"/>
              <a:gd name="connsiteY36" fmla="*/ 15447 h 720000"/>
              <a:gd name="connsiteX37" fmla="*/ 362802 w 763907"/>
              <a:gd name="connsiteY37" fmla="*/ 5 h 720000"/>
            </a:gdLst>
            <a:ahLst/>
            <a:cxnLst/>
            <a:rect l="l" t="t" r="r" b="b"/>
            <a:pathLst>
              <a:path w="763907" h="720000">
                <a:moveTo>
                  <a:pt x="565749" y="529546"/>
                </a:moveTo>
                <a:cubicBezTo>
                  <a:pt x="573025" y="529546"/>
                  <a:pt x="580302" y="532319"/>
                  <a:pt x="585849" y="537865"/>
                </a:cubicBezTo>
                <a:lnTo>
                  <a:pt x="698960" y="650977"/>
                </a:lnTo>
                <a:cubicBezTo>
                  <a:pt x="710054" y="662070"/>
                  <a:pt x="710054" y="680084"/>
                  <a:pt x="698960" y="691178"/>
                </a:cubicBezTo>
                <a:cubicBezTo>
                  <a:pt x="693461" y="696677"/>
                  <a:pt x="686161" y="699521"/>
                  <a:pt x="678860" y="699521"/>
                </a:cubicBezTo>
                <a:cubicBezTo>
                  <a:pt x="671560" y="699521"/>
                  <a:pt x="664259" y="696771"/>
                  <a:pt x="658760" y="691178"/>
                </a:cubicBezTo>
                <a:lnTo>
                  <a:pt x="545648" y="578066"/>
                </a:lnTo>
                <a:cubicBezTo>
                  <a:pt x="534555" y="566973"/>
                  <a:pt x="534555" y="548959"/>
                  <a:pt x="545648" y="537865"/>
                </a:cubicBezTo>
                <a:cubicBezTo>
                  <a:pt x="551195" y="532319"/>
                  <a:pt x="558471" y="529546"/>
                  <a:pt x="565749" y="529546"/>
                </a:cubicBezTo>
                <a:close/>
                <a:moveTo>
                  <a:pt x="565749" y="359807"/>
                </a:moveTo>
                <a:lnTo>
                  <a:pt x="735464" y="359807"/>
                </a:lnTo>
                <a:cubicBezTo>
                  <a:pt x="751202" y="359807"/>
                  <a:pt x="763907" y="372512"/>
                  <a:pt x="763907" y="388251"/>
                </a:cubicBezTo>
                <a:cubicBezTo>
                  <a:pt x="763907" y="403990"/>
                  <a:pt x="751107" y="416695"/>
                  <a:pt x="735464" y="416695"/>
                </a:cubicBezTo>
                <a:lnTo>
                  <a:pt x="565749" y="416695"/>
                </a:lnTo>
                <a:cubicBezTo>
                  <a:pt x="550010" y="416695"/>
                  <a:pt x="537305" y="403990"/>
                  <a:pt x="537305" y="388251"/>
                </a:cubicBezTo>
                <a:cubicBezTo>
                  <a:pt x="537305" y="372512"/>
                  <a:pt x="550010" y="359807"/>
                  <a:pt x="565749" y="359807"/>
                </a:cubicBezTo>
                <a:close/>
                <a:moveTo>
                  <a:pt x="678860" y="77005"/>
                </a:moveTo>
                <a:cubicBezTo>
                  <a:pt x="686137" y="77005"/>
                  <a:pt x="693414" y="79778"/>
                  <a:pt x="698960" y="85325"/>
                </a:cubicBezTo>
                <a:cubicBezTo>
                  <a:pt x="710054" y="96418"/>
                  <a:pt x="710054" y="114432"/>
                  <a:pt x="698960" y="125525"/>
                </a:cubicBezTo>
                <a:lnTo>
                  <a:pt x="585849" y="238636"/>
                </a:lnTo>
                <a:cubicBezTo>
                  <a:pt x="580350" y="244231"/>
                  <a:pt x="573049" y="246980"/>
                  <a:pt x="565749" y="246980"/>
                </a:cubicBezTo>
                <a:cubicBezTo>
                  <a:pt x="558448" y="246980"/>
                  <a:pt x="551147" y="244231"/>
                  <a:pt x="545648" y="238636"/>
                </a:cubicBezTo>
                <a:cubicBezTo>
                  <a:pt x="534555" y="227543"/>
                  <a:pt x="534555" y="209529"/>
                  <a:pt x="545648" y="198436"/>
                </a:cubicBezTo>
                <a:lnTo>
                  <a:pt x="658760" y="85325"/>
                </a:lnTo>
                <a:cubicBezTo>
                  <a:pt x="664306" y="79778"/>
                  <a:pt x="671583" y="77005"/>
                  <a:pt x="678860" y="77005"/>
                </a:cubicBezTo>
                <a:close/>
                <a:moveTo>
                  <a:pt x="362802" y="5"/>
                </a:moveTo>
                <a:cubicBezTo>
                  <a:pt x="383186" y="183"/>
                  <a:pt x="403524" y="5682"/>
                  <a:pt x="422012" y="16490"/>
                </a:cubicBezTo>
                <a:cubicBezTo>
                  <a:pt x="458989" y="38108"/>
                  <a:pt x="481080" y="76601"/>
                  <a:pt x="481080" y="119457"/>
                </a:cubicBezTo>
                <a:lnTo>
                  <a:pt x="481080" y="600631"/>
                </a:lnTo>
                <a:cubicBezTo>
                  <a:pt x="481080" y="643486"/>
                  <a:pt x="458989" y="681980"/>
                  <a:pt x="422012" y="703598"/>
                </a:cubicBezTo>
                <a:cubicBezTo>
                  <a:pt x="403240" y="714501"/>
                  <a:pt x="382475" y="720000"/>
                  <a:pt x="361806" y="720000"/>
                </a:cubicBezTo>
                <a:cubicBezTo>
                  <a:pt x="341706" y="720000"/>
                  <a:pt x="321700" y="714881"/>
                  <a:pt x="303306" y="704546"/>
                </a:cubicBezTo>
                <a:lnTo>
                  <a:pt x="60870" y="568300"/>
                </a:lnTo>
                <a:cubicBezTo>
                  <a:pt x="23324" y="547157"/>
                  <a:pt x="0" y="507336"/>
                  <a:pt x="0" y="464291"/>
                </a:cubicBezTo>
                <a:lnTo>
                  <a:pt x="0" y="255702"/>
                </a:lnTo>
                <a:cubicBezTo>
                  <a:pt x="0" y="212657"/>
                  <a:pt x="23324" y="172742"/>
                  <a:pt x="60870" y="151693"/>
                </a:cubicBezTo>
                <a:lnTo>
                  <a:pt x="303306" y="15447"/>
                </a:lnTo>
                <a:cubicBezTo>
                  <a:pt x="321984" y="4970"/>
                  <a:pt x="342417" y="-173"/>
                  <a:pt x="362802" y="5"/>
                </a:cubicBezTo>
                <a:close/>
              </a:path>
            </a:pathLst>
          </a:custGeom>
          <a:solidFill>
            <a:schemeClr val="bg1"/>
          </a:solidFill>
          <a:ln w="317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4162223" y="4681593"/>
            <a:ext cx="448104" cy="406258"/>
          </a:xfrm>
          <a:custGeom>
            <a:avLst/>
            <a:gdLst>
              <a:gd name="connsiteX0" fmla="*/ 31770 w 794163"/>
              <a:gd name="connsiteY0" fmla="*/ 656460 h 720001"/>
              <a:gd name="connsiteX1" fmla="*/ 762297 w 794163"/>
              <a:gd name="connsiteY1" fmla="*/ 656460 h 720001"/>
              <a:gd name="connsiteX2" fmla="*/ 794163 w 794163"/>
              <a:gd name="connsiteY2" fmla="*/ 688230 h 720001"/>
              <a:gd name="connsiteX3" fmla="*/ 762392 w 794163"/>
              <a:gd name="connsiteY3" fmla="*/ 720001 h 720001"/>
              <a:gd name="connsiteX4" fmla="*/ 31770 w 794163"/>
              <a:gd name="connsiteY4" fmla="*/ 720001 h 720001"/>
              <a:gd name="connsiteX5" fmla="*/ 0 w 794163"/>
              <a:gd name="connsiteY5" fmla="*/ 688230 h 720001"/>
              <a:gd name="connsiteX6" fmla="*/ 31770 w 794163"/>
              <a:gd name="connsiteY6" fmla="*/ 656460 h 720001"/>
              <a:gd name="connsiteX7" fmla="*/ 613493 w 794163"/>
              <a:gd name="connsiteY7" fmla="*/ 317608 h 720001"/>
              <a:gd name="connsiteX8" fmla="*/ 710048 w 794163"/>
              <a:gd name="connsiteY8" fmla="*/ 317608 h 720001"/>
              <a:gd name="connsiteX9" fmla="*/ 767655 w 794163"/>
              <a:gd name="connsiteY9" fmla="*/ 375216 h 720001"/>
              <a:gd name="connsiteX10" fmla="*/ 767655 w 794163"/>
              <a:gd name="connsiteY10" fmla="*/ 524689 h 720001"/>
              <a:gd name="connsiteX11" fmla="*/ 710048 w 794163"/>
              <a:gd name="connsiteY11" fmla="*/ 582297 h 720001"/>
              <a:gd name="connsiteX12" fmla="*/ 613493 w 794163"/>
              <a:gd name="connsiteY12" fmla="*/ 582297 h 720001"/>
              <a:gd name="connsiteX13" fmla="*/ 555885 w 794163"/>
              <a:gd name="connsiteY13" fmla="*/ 524689 h 720001"/>
              <a:gd name="connsiteX14" fmla="*/ 555885 w 794163"/>
              <a:gd name="connsiteY14" fmla="*/ 375216 h 720001"/>
              <a:gd name="connsiteX15" fmla="*/ 613493 w 794163"/>
              <a:gd name="connsiteY15" fmla="*/ 317608 h 720001"/>
              <a:gd name="connsiteX16" fmla="*/ 84019 w 794163"/>
              <a:gd name="connsiteY16" fmla="*/ 211770 h 720001"/>
              <a:gd name="connsiteX17" fmla="*/ 180574 w 794163"/>
              <a:gd name="connsiteY17" fmla="*/ 211770 h 720001"/>
              <a:gd name="connsiteX18" fmla="*/ 238182 w 794163"/>
              <a:gd name="connsiteY18" fmla="*/ 269282 h 720001"/>
              <a:gd name="connsiteX19" fmla="*/ 238182 w 794163"/>
              <a:gd name="connsiteY19" fmla="*/ 524785 h 720001"/>
              <a:gd name="connsiteX20" fmla="*/ 180574 w 794163"/>
              <a:gd name="connsiteY20" fmla="*/ 582393 h 720001"/>
              <a:gd name="connsiteX21" fmla="*/ 84019 w 794163"/>
              <a:gd name="connsiteY21" fmla="*/ 582393 h 720001"/>
              <a:gd name="connsiteX22" fmla="*/ 26411 w 794163"/>
              <a:gd name="connsiteY22" fmla="*/ 524785 h 720001"/>
              <a:gd name="connsiteX23" fmla="*/ 26411 w 794163"/>
              <a:gd name="connsiteY23" fmla="*/ 269378 h 720001"/>
              <a:gd name="connsiteX24" fmla="*/ 84019 w 794163"/>
              <a:gd name="connsiteY24" fmla="*/ 211770 h 720001"/>
              <a:gd name="connsiteX25" fmla="*/ 348708 w 794163"/>
              <a:gd name="connsiteY25" fmla="*/ 0 h 720001"/>
              <a:gd name="connsiteX26" fmla="*/ 445359 w 794163"/>
              <a:gd name="connsiteY26" fmla="*/ 0 h 720001"/>
              <a:gd name="connsiteX27" fmla="*/ 502871 w 794163"/>
              <a:gd name="connsiteY27" fmla="*/ 57607 h 720001"/>
              <a:gd name="connsiteX28" fmla="*/ 502871 w 794163"/>
              <a:gd name="connsiteY28" fmla="*/ 524785 h 720001"/>
              <a:gd name="connsiteX29" fmla="*/ 445263 w 794163"/>
              <a:gd name="connsiteY29" fmla="*/ 582393 h 720001"/>
              <a:gd name="connsiteX30" fmla="*/ 348708 w 794163"/>
              <a:gd name="connsiteY30" fmla="*/ 582393 h 720001"/>
              <a:gd name="connsiteX31" fmla="*/ 291100 w 794163"/>
              <a:gd name="connsiteY31" fmla="*/ 524785 h 720001"/>
              <a:gd name="connsiteX32" fmla="*/ 291100 w 794163"/>
              <a:gd name="connsiteY32" fmla="*/ 57607 h 720001"/>
              <a:gd name="connsiteX33" fmla="*/ 348708 w 794163"/>
              <a:gd name="connsiteY33" fmla="*/ 0 h 720001"/>
            </a:gdLst>
            <a:ahLst/>
            <a:cxnLst/>
            <a:rect l="l" t="t" r="r" b="b"/>
            <a:pathLst>
              <a:path w="794163" h="720001">
                <a:moveTo>
                  <a:pt x="31770" y="656460"/>
                </a:moveTo>
                <a:lnTo>
                  <a:pt x="762297" y="656460"/>
                </a:lnTo>
                <a:cubicBezTo>
                  <a:pt x="779904" y="656460"/>
                  <a:pt x="794067" y="670622"/>
                  <a:pt x="794163" y="688230"/>
                </a:cubicBezTo>
                <a:cubicBezTo>
                  <a:pt x="794163" y="705742"/>
                  <a:pt x="779904" y="720001"/>
                  <a:pt x="762392" y="720001"/>
                </a:cubicBezTo>
                <a:lnTo>
                  <a:pt x="31770" y="720001"/>
                </a:lnTo>
                <a:cubicBezTo>
                  <a:pt x="14258" y="720001"/>
                  <a:pt x="0" y="705742"/>
                  <a:pt x="0" y="688230"/>
                </a:cubicBezTo>
                <a:cubicBezTo>
                  <a:pt x="0" y="670718"/>
                  <a:pt x="14258" y="656460"/>
                  <a:pt x="31770" y="656460"/>
                </a:cubicBezTo>
                <a:close/>
                <a:moveTo>
                  <a:pt x="613493" y="317608"/>
                </a:moveTo>
                <a:lnTo>
                  <a:pt x="710048" y="317608"/>
                </a:lnTo>
                <a:cubicBezTo>
                  <a:pt x="741818" y="317608"/>
                  <a:pt x="767655" y="343445"/>
                  <a:pt x="767655" y="375216"/>
                </a:cubicBezTo>
                <a:lnTo>
                  <a:pt x="767655" y="524689"/>
                </a:lnTo>
                <a:cubicBezTo>
                  <a:pt x="767655" y="556364"/>
                  <a:pt x="741723" y="582297"/>
                  <a:pt x="710048" y="582297"/>
                </a:cubicBezTo>
                <a:lnTo>
                  <a:pt x="613493" y="582297"/>
                </a:lnTo>
                <a:cubicBezTo>
                  <a:pt x="581818" y="582297"/>
                  <a:pt x="555885" y="556364"/>
                  <a:pt x="555885" y="524689"/>
                </a:cubicBezTo>
                <a:lnTo>
                  <a:pt x="555885" y="375216"/>
                </a:lnTo>
                <a:cubicBezTo>
                  <a:pt x="555885" y="343349"/>
                  <a:pt x="581722" y="317608"/>
                  <a:pt x="613493" y="317608"/>
                </a:cubicBezTo>
                <a:close/>
                <a:moveTo>
                  <a:pt x="84019" y="211770"/>
                </a:moveTo>
                <a:lnTo>
                  <a:pt x="180574" y="211770"/>
                </a:lnTo>
                <a:cubicBezTo>
                  <a:pt x="212440" y="211770"/>
                  <a:pt x="238182" y="237512"/>
                  <a:pt x="238182" y="269282"/>
                </a:cubicBezTo>
                <a:lnTo>
                  <a:pt x="238182" y="524785"/>
                </a:lnTo>
                <a:cubicBezTo>
                  <a:pt x="238182" y="556460"/>
                  <a:pt x="212248" y="582393"/>
                  <a:pt x="180574" y="582393"/>
                </a:cubicBezTo>
                <a:lnTo>
                  <a:pt x="84019" y="582393"/>
                </a:lnTo>
                <a:cubicBezTo>
                  <a:pt x="52344" y="582393"/>
                  <a:pt x="26411" y="556460"/>
                  <a:pt x="26411" y="524785"/>
                </a:cubicBezTo>
                <a:lnTo>
                  <a:pt x="26411" y="269378"/>
                </a:lnTo>
                <a:cubicBezTo>
                  <a:pt x="26411" y="237512"/>
                  <a:pt x="52248" y="211770"/>
                  <a:pt x="84019" y="211770"/>
                </a:cubicBezTo>
                <a:close/>
                <a:moveTo>
                  <a:pt x="348708" y="0"/>
                </a:moveTo>
                <a:lnTo>
                  <a:pt x="445359" y="0"/>
                </a:lnTo>
                <a:cubicBezTo>
                  <a:pt x="477129" y="0"/>
                  <a:pt x="502871" y="25741"/>
                  <a:pt x="502871" y="57607"/>
                </a:cubicBezTo>
                <a:lnTo>
                  <a:pt x="502871" y="524785"/>
                </a:lnTo>
                <a:cubicBezTo>
                  <a:pt x="502871" y="556460"/>
                  <a:pt x="476937" y="582393"/>
                  <a:pt x="445263" y="582393"/>
                </a:cubicBezTo>
                <a:lnTo>
                  <a:pt x="348708" y="582393"/>
                </a:lnTo>
                <a:cubicBezTo>
                  <a:pt x="317033" y="582393"/>
                  <a:pt x="291100" y="556460"/>
                  <a:pt x="291100" y="524785"/>
                </a:cubicBezTo>
                <a:lnTo>
                  <a:pt x="291100" y="57607"/>
                </a:lnTo>
                <a:cubicBezTo>
                  <a:pt x="291100" y="25741"/>
                  <a:pt x="316937" y="0"/>
                  <a:pt x="348708" y="0"/>
                </a:cubicBezTo>
                <a:close/>
              </a:path>
            </a:pathLst>
          </a:custGeom>
          <a:solidFill>
            <a:schemeClr val="bg1"/>
          </a:solidFill>
          <a:ln w="317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666750" y="2836776"/>
            <a:ext cx="2881099" cy="289727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just"/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Dataflow allows users to handle both streaming and batch data seamlessly, enabling real- time analytics and historical data processing through a unified programming model and simplified pipeline management.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666750" y="1968500"/>
            <a:ext cx="2881099" cy="742844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822090" y="2200222"/>
            <a:ext cx="2552700" cy="2032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kumimoji="1" lang="en-US" altLang="zh-CN" sz="1263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Stream and Batch Processing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8637801" y="2836776"/>
            <a:ext cx="2881099" cy="289727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just"/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Google Cloud Dataflow supports Apache Beam, an open- source framework that simplifies data processing by allowing users to write their pipelines once and execute them across different environments, enhancing portability and flexibility.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8637801" y="1968500"/>
            <a:ext cx="2881099" cy="742844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8775205" y="2200222"/>
            <a:ext cx="2603500" cy="2667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Apache Beam Support</a:t>
            </a: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5207538" y="3009900"/>
            <a:ext cx="1771112" cy="1744068"/>
          </a:xfrm>
          <a:prstGeom prst="ellipse">
            <a:avLst/>
          </a:prstGeom>
          <a:solidFill>
            <a:schemeClr val="accent1"/>
          </a:solidFill>
          <a:ln w="317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5679257" y="3473636"/>
            <a:ext cx="827674" cy="816596"/>
          </a:xfrm>
          <a:custGeom>
            <a:avLst/>
            <a:gdLst>
              <a:gd name="connsiteX0" fmla="*/ 1371696 w 1870330"/>
              <a:gd name="connsiteY0" fmla="*/ 1296270 h 1845296"/>
              <a:gd name="connsiteX1" fmla="*/ 1371696 w 1870330"/>
              <a:gd name="connsiteY1" fmla="*/ 1371136 h 1845296"/>
              <a:gd name="connsiteX2" fmla="*/ 1671448 w 1870330"/>
              <a:gd name="connsiteY2" fmla="*/ 1371136 h 1845296"/>
              <a:gd name="connsiteX3" fmla="*/ 1671448 w 1870330"/>
              <a:gd name="connsiteY3" fmla="*/ 1296270 h 1845296"/>
              <a:gd name="connsiteX4" fmla="*/ 1371696 w 1870330"/>
              <a:gd name="connsiteY4" fmla="*/ 996899 h 1845296"/>
              <a:gd name="connsiteX5" fmla="*/ 1371696 w 1870330"/>
              <a:gd name="connsiteY5" fmla="*/ 1071765 h 1845296"/>
              <a:gd name="connsiteX6" fmla="*/ 1671448 w 1870330"/>
              <a:gd name="connsiteY6" fmla="*/ 1071765 h 1845296"/>
              <a:gd name="connsiteX7" fmla="*/ 1671448 w 1870330"/>
              <a:gd name="connsiteY7" fmla="*/ 996899 h 1845296"/>
              <a:gd name="connsiteX8" fmla="*/ 1371696 w 1870330"/>
              <a:gd name="connsiteY8" fmla="*/ 747820 h 1845296"/>
              <a:gd name="connsiteX9" fmla="*/ 1371696 w 1870330"/>
              <a:gd name="connsiteY9" fmla="*/ 822401 h 1845296"/>
              <a:gd name="connsiteX10" fmla="*/ 1671448 w 1870330"/>
              <a:gd name="connsiteY10" fmla="*/ 822401 h 1845296"/>
              <a:gd name="connsiteX11" fmla="*/ 1671448 w 1870330"/>
              <a:gd name="connsiteY11" fmla="*/ 747820 h 1845296"/>
              <a:gd name="connsiteX12" fmla="*/ 1371696 w 1870330"/>
              <a:gd name="connsiteY12" fmla="*/ 473405 h 1845296"/>
              <a:gd name="connsiteX13" fmla="*/ 1371696 w 1870330"/>
              <a:gd name="connsiteY13" fmla="*/ 547986 h 1845296"/>
              <a:gd name="connsiteX14" fmla="*/ 1671448 w 1870330"/>
              <a:gd name="connsiteY14" fmla="*/ 547986 h 1845296"/>
              <a:gd name="connsiteX15" fmla="*/ 1671448 w 1870330"/>
              <a:gd name="connsiteY15" fmla="*/ 473405 h 1845296"/>
              <a:gd name="connsiteX16" fmla="*/ 1221963 w 1870330"/>
              <a:gd name="connsiteY16" fmla="*/ 224040 h 1845296"/>
              <a:gd name="connsiteX17" fmla="*/ 1794130 w 1870330"/>
              <a:gd name="connsiteY17" fmla="*/ 224040 h 1845296"/>
              <a:gd name="connsiteX18" fmla="*/ 1870330 w 1870330"/>
              <a:gd name="connsiteY18" fmla="*/ 298811 h 1845296"/>
              <a:gd name="connsiteX19" fmla="*/ 1870330 w 1870330"/>
              <a:gd name="connsiteY19" fmla="*/ 1570971 h 1845296"/>
              <a:gd name="connsiteX20" fmla="*/ 1794130 w 1870330"/>
              <a:gd name="connsiteY20" fmla="*/ 1645742 h 1845296"/>
              <a:gd name="connsiteX21" fmla="*/ 1221963 w 1870330"/>
              <a:gd name="connsiteY21" fmla="*/ 1645742 h 1845296"/>
              <a:gd name="connsiteX22" fmla="*/ 1221963 w 1870330"/>
              <a:gd name="connsiteY22" fmla="*/ 1383804 h 1845296"/>
              <a:gd name="connsiteX23" fmla="*/ 1298163 w 1870330"/>
              <a:gd name="connsiteY23" fmla="*/ 1383804 h 1845296"/>
              <a:gd name="connsiteX24" fmla="*/ 1298163 w 1870330"/>
              <a:gd name="connsiteY24" fmla="*/ 1309033 h 1845296"/>
              <a:gd name="connsiteX25" fmla="*/ 1221963 w 1870330"/>
              <a:gd name="connsiteY25" fmla="*/ 1309033 h 1845296"/>
              <a:gd name="connsiteX26" fmla="*/ 1221963 w 1870330"/>
              <a:gd name="connsiteY26" fmla="*/ 1084434 h 1845296"/>
              <a:gd name="connsiteX27" fmla="*/ 1298163 w 1870330"/>
              <a:gd name="connsiteY27" fmla="*/ 1084434 h 1845296"/>
              <a:gd name="connsiteX28" fmla="*/ 1298163 w 1870330"/>
              <a:gd name="connsiteY28" fmla="*/ 1009662 h 1845296"/>
              <a:gd name="connsiteX29" fmla="*/ 1221963 w 1870330"/>
              <a:gd name="connsiteY29" fmla="*/ 1009662 h 1845296"/>
              <a:gd name="connsiteX30" fmla="*/ 1221963 w 1870330"/>
              <a:gd name="connsiteY30" fmla="*/ 822496 h 1845296"/>
              <a:gd name="connsiteX31" fmla="*/ 1298163 w 1870330"/>
              <a:gd name="connsiteY31" fmla="*/ 822496 h 1845296"/>
              <a:gd name="connsiteX32" fmla="*/ 1298163 w 1870330"/>
              <a:gd name="connsiteY32" fmla="*/ 747725 h 1845296"/>
              <a:gd name="connsiteX33" fmla="*/ 1221963 w 1870330"/>
              <a:gd name="connsiteY33" fmla="*/ 747725 h 1845296"/>
              <a:gd name="connsiteX34" fmla="*/ 1221963 w 1870330"/>
              <a:gd name="connsiteY34" fmla="*/ 560654 h 1845296"/>
              <a:gd name="connsiteX35" fmla="*/ 1298163 w 1870330"/>
              <a:gd name="connsiteY35" fmla="*/ 560654 h 1845296"/>
              <a:gd name="connsiteX36" fmla="*/ 1298163 w 1870330"/>
              <a:gd name="connsiteY36" fmla="*/ 485883 h 1845296"/>
              <a:gd name="connsiteX37" fmla="*/ 1221963 w 1870330"/>
              <a:gd name="connsiteY37" fmla="*/ 485883 h 1845296"/>
              <a:gd name="connsiteX38" fmla="*/ 1054227 w 1870330"/>
              <a:gd name="connsiteY38" fmla="*/ 393 h 1845296"/>
              <a:gd name="connsiteX39" fmla="*/ 1054132 w 1870330"/>
              <a:gd name="connsiteY39" fmla="*/ 869 h 1845296"/>
              <a:gd name="connsiteX40" fmla="*/ 1083754 w 1870330"/>
              <a:gd name="connsiteY40" fmla="*/ 7727 h 1845296"/>
              <a:gd name="connsiteX41" fmla="*/ 1097470 w 1870330"/>
              <a:gd name="connsiteY41" fmla="*/ 36302 h 1845296"/>
              <a:gd name="connsiteX42" fmla="*/ 1097470 w 1870330"/>
              <a:gd name="connsiteY42" fmla="*/ 1808714 h 1845296"/>
              <a:gd name="connsiteX43" fmla="*/ 1083754 w 1870330"/>
              <a:gd name="connsiteY43" fmla="*/ 1837289 h 1845296"/>
              <a:gd name="connsiteX44" fmla="*/ 1060895 w 1870330"/>
              <a:gd name="connsiteY44" fmla="*/ 1845290 h 1845296"/>
              <a:gd name="connsiteX45" fmla="*/ 1053941 w 1870330"/>
              <a:gd name="connsiteY45" fmla="*/ 1844148 h 1845296"/>
              <a:gd name="connsiteX46" fmla="*/ 29623 w 1870330"/>
              <a:gd name="connsiteY46" fmla="*/ 1647932 h 1845296"/>
              <a:gd name="connsiteX47" fmla="*/ 0 w 1870330"/>
              <a:gd name="connsiteY47" fmla="*/ 1611071 h 1845296"/>
              <a:gd name="connsiteX48" fmla="*/ 0 w 1870330"/>
              <a:gd name="connsiteY48" fmla="*/ 233375 h 1845296"/>
              <a:gd name="connsiteX49" fmla="*/ 29813 w 1870330"/>
              <a:gd name="connsiteY49" fmla="*/ 196513 h 1845296"/>
            </a:gdLst>
            <a:ahLst/>
            <a:cxnLst/>
            <a:rect l="l" t="t" r="r" b="b"/>
            <a:pathLst>
              <a:path w="1870330" h="1845296">
                <a:moveTo>
                  <a:pt x="1371696" y="1296270"/>
                </a:moveTo>
                <a:lnTo>
                  <a:pt x="1371696" y="1371136"/>
                </a:lnTo>
                <a:lnTo>
                  <a:pt x="1671448" y="1371136"/>
                </a:lnTo>
                <a:lnTo>
                  <a:pt x="1671448" y="1296270"/>
                </a:lnTo>
                <a:close/>
                <a:moveTo>
                  <a:pt x="1371696" y="996899"/>
                </a:moveTo>
                <a:lnTo>
                  <a:pt x="1371696" y="1071765"/>
                </a:lnTo>
                <a:lnTo>
                  <a:pt x="1671448" y="1071765"/>
                </a:lnTo>
                <a:lnTo>
                  <a:pt x="1671448" y="996899"/>
                </a:lnTo>
                <a:close/>
                <a:moveTo>
                  <a:pt x="1371696" y="747820"/>
                </a:moveTo>
                <a:lnTo>
                  <a:pt x="1371696" y="822401"/>
                </a:lnTo>
                <a:lnTo>
                  <a:pt x="1671448" y="822401"/>
                </a:lnTo>
                <a:lnTo>
                  <a:pt x="1671448" y="747820"/>
                </a:lnTo>
                <a:close/>
                <a:moveTo>
                  <a:pt x="1371696" y="473405"/>
                </a:moveTo>
                <a:lnTo>
                  <a:pt x="1371696" y="547986"/>
                </a:lnTo>
                <a:lnTo>
                  <a:pt x="1671448" y="547986"/>
                </a:lnTo>
                <a:lnTo>
                  <a:pt x="1671448" y="473405"/>
                </a:lnTo>
                <a:close/>
                <a:moveTo>
                  <a:pt x="1221963" y="224040"/>
                </a:moveTo>
                <a:lnTo>
                  <a:pt x="1794130" y="224040"/>
                </a:lnTo>
                <a:cubicBezTo>
                  <a:pt x="1835792" y="223723"/>
                  <a:pt x="1869863" y="257155"/>
                  <a:pt x="1870330" y="298811"/>
                </a:cubicBezTo>
                <a:lnTo>
                  <a:pt x="1870330" y="1570971"/>
                </a:lnTo>
                <a:cubicBezTo>
                  <a:pt x="1869863" y="1612623"/>
                  <a:pt x="1835792" y="1646056"/>
                  <a:pt x="1794130" y="1645742"/>
                </a:cubicBezTo>
                <a:lnTo>
                  <a:pt x="1221963" y="1645742"/>
                </a:lnTo>
                <a:lnTo>
                  <a:pt x="1221963" y="1383804"/>
                </a:lnTo>
                <a:lnTo>
                  <a:pt x="1298163" y="1383804"/>
                </a:lnTo>
                <a:lnTo>
                  <a:pt x="1298163" y="1309033"/>
                </a:lnTo>
                <a:lnTo>
                  <a:pt x="1221963" y="1309033"/>
                </a:lnTo>
                <a:lnTo>
                  <a:pt x="1221963" y="1084434"/>
                </a:lnTo>
                <a:lnTo>
                  <a:pt x="1298163" y="1084434"/>
                </a:lnTo>
                <a:lnTo>
                  <a:pt x="1298163" y="1009662"/>
                </a:lnTo>
                <a:lnTo>
                  <a:pt x="1221963" y="1009662"/>
                </a:lnTo>
                <a:lnTo>
                  <a:pt x="1221963" y="822496"/>
                </a:lnTo>
                <a:lnTo>
                  <a:pt x="1298163" y="822496"/>
                </a:lnTo>
                <a:lnTo>
                  <a:pt x="1298163" y="747725"/>
                </a:lnTo>
                <a:lnTo>
                  <a:pt x="1221963" y="747725"/>
                </a:lnTo>
                <a:lnTo>
                  <a:pt x="1221963" y="560654"/>
                </a:lnTo>
                <a:lnTo>
                  <a:pt x="1298163" y="560654"/>
                </a:lnTo>
                <a:lnTo>
                  <a:pt x="1298163" y="485883"/>
                </a:lnTo>
                <a:lnTo>
                  <a:pt x="1221963" y="485883"/>
                </a:lnTo>
                <a:close/>
                <a:moveTo>
                  <a:pt x="1054227" y="393"/>
                </a:moveTo>
                <a:lnTo>
                  <a:pt x="1054132" y="869"/>
                </a:lnTo>
                <a:cubicBezTo>
                  <a:pt x="1064533" y="-1498"/>
                  <a:pt x="1075449" y="1029"/>
                  <a:pt x="1083754" y="7727"/>
                </a:cubicBezTo>
                <a:cubicBezTo>
                  <a:pt x="1092260" y="14808"/>
                  <a:pt x="1097261" y="25237"/>
                  <a:pt x="1097470" y="36302"/>
                </a:cubicBezTo>
                <a:lnTo>
                  <a:pt x="1097470" y="1808714"/>
                </a:lnTo>
                <a:cubicBezTo>
                  <a:pt x="1097271" y="1819783"/>
                  <a:pt x="1092260" y="1830212"/>
                  <a:pt x="1083754" y="1837289"/>
                </a:cubicBezTo>
                <a:cubicBezTo>
                  <a:pt x="1077344" y="1842614"/>
                  <a:pt x="1069229" y="1845452"/>
                  <a:pt x="1060895" y="1845290"/>
                </a:cubicBezTo>
                <a:cubicBezTo>
                  <a:pt x="1058551" y="1845100"/>
                  <a:pt x="1056227" y="1844719"/>
                  <a:pt x="1053941" y="1844148"/>
                </a:cubicBezTo>
                <a:lnTo>
                  <a:pt x="29623" y="1647932"/>
                </a:lnTo>
                <a:cubicBezTo>
                  <a:pt x="12259" y="1644227"/>
                  <a:pt x="-124" y="1628825"/>
                  <a:pt x="0" y="1611071"/>
                </a:cubicBezTo>
                <a:lnTo>
                  <a:pt x="0" y="233375"/>
                </a:lnTo>
                <a:cubicBezTo>
                  <a:pt x="-105" y="215558"/>
                  <a:pt x="12373" y="200139"/>
                  <a:pt x="29813" y="196513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316690" y="373380"/>
            <a:ext cx="8171180" cy="655320"/>
          </a:xfrm>
          <a:prstGeom prst="roundRect">
            <a:avLst>
              <a:gd name="adj" fmla="val 13854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>
            <a:off x="783520" y="4670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Processing Data with Google Cloud Dataflow</a:t>
            </a: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>
            <a:off x="24765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48287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6750000"/>
            <a:ext cx="108000" cy="108000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12084000" y="6750000"/>
            <a:ext cx="108000" cy="108000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222885" y="6750000"/>
            <a:ext cx="11747442" cy="10800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984266" y="4060298"/>
            <a:ext cx="3806934" cy="24622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Training and Deployment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984266" y="4342898"/>
            <a:ext cx="3806934" cy="147413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174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Google AI Platform facilitates streamlined model training and deployment, offering a suite of tools for experimenting, scaling, and managing machine learning workflows effectively, optimizing productivity for data scientists.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6654580" y="4060298"/>
            <a:ext cx="3657820" cy="24622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121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Integration with TensorFlow and Other Tools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6654580" y="4342898"/>
            <a:ext cx="3661996" cy="147370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174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The AI Platform provides native integration with TensorFlow, enhancing the ease of use for building complex models, as well as compatibility with other popular machine learning frameworks, fostering a collaborative development environment.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flipH="1">
            <a:off x="6654580" y="1595489"/>
            <a:ext cx="2160725" cy="2122385"/>
          </a:xfrm>
          <a:custGeom>
            <a:avLst/>
            <a:gdLst>
              <a:gd name="T0" fmla="*/ 1254 w 1400"/>
              <a:gd name="T1" fmla="*/ 0 h 1375"/>
              <a:gd name="T2" fmla="*/ 146 w 1400"/>
              <a:gd name="T3" fmla="*/ 120 h 1375"/>
              <a:gd name="T4" fmla="*/ 0 w 1400"/>
              <a:gd name="T5" fmla="*/ 265 h 1375"/>
              <a:gd name="T6" fmla="*/ 0 w 1400"/>
              <a:gd name="T7" fmla="*/ 1122 h 1375"/>
              <a:gd name="T8" fmla="*/ 146 w 1400"/>
              <a:gd name="T9" fmla="*/ 1267 h 1375"/>
              <a:gd name="T10" fmla="*/ 1254 w 1400"/>
              <a:gd name="T11" fmla="*/ 1375 h 1375"/>
              <a:gd name="T12" fmla="*/ 1400 w 1400"/>
              <a:gd name="T13" fmla="*/ 1230 h 1375"/>
              <a:gd name="T14" fmla="*/ 1400 w 1400"/>
              <a:gd name="T15" fmla="*/ 145 h 1375"/>
              <a:gd name="T16" fmla="*/ 1254 w 1400"/>
              <a:gd name="T17" fmla="*/ 0 h 1375"/>
            </a:gdLst>
            <a:ahLst/>
            <a:cxnLst/>
            <a:rect l="0" t="0" r="r" b="b"/>
            <a:pathLst>
              <a:path w="1400" h="1375">
                <a:moveTo>
                  <a:pt x="1254" y="0"/>
                </a:moveTo>
                <a:cubicBezTo>
                  <a:pt x="146" y="120"/>
                  <a:pt x="146" y="120"/>
                  <a:pt x="146" y="120"/>
                </a:cubicBezTo>
                <a:cubicBezTo>
                  <a:pt x="66" y="120"/>
                  <a:pt x="0" y="185"/>
                  <a:pt x="0" y="265"/>
                </a:cubicBezTo>
                <a:cubicBezTo>
                  <a:pt x="0" y="1122"/>
                  <a:pt x="0" y="1122"/>
                  <a:pt x="0" y="1122"/>
                </a:cubicBezTo>
                <a:cubicBezTo>
                  <a:pt x="0" y="1202"/>
                  <a:pt x="66" y="1267"/>
                  <a:pt x="146" y="1267"/>
                </a:cubicBezTo>
                <a:cubicBezTo>
                  <a:pt x="1254" y="1375"/>
                  <a:pt x="1254" y="1375"/>
                  <a:pt x="1254" y="1375"/>
                </a:cubicBezTo>
                <a:cubicBezTo>
                  <a:pt x="1334" y="1375"/>
                  <a:pt x="1400" y="1310"/>
                  <a:pt x="1400" y="1230"/>
                </a:cubicBezTo>
                <a:cubicBezTo>
                  <a:pt x="1400" y="145"/>
                  <a:pt x="1400" y="145"/>
                  <a:pt x="1400" y="145"/>
                </a:cubicBezTo>
                <a:cubicBezTo>
                  <a:pt x="1400" y="65"/>
                  <a:pt x="1334" y="0"/>
                  <a:pt x="1254" y="0"/>
                </a:cubicBezTo>
              </a:path>
            </a:pathLst>
          </a:custGeom>
          <a:blipFill>
            <a:blip r:embed="rId2"/>
            <a:srcRect/>
            <a:tile tx="0" ty="0" sx="100000" sy="100000" algn="ctr"/>
          </a:blipFill>
          <a:ln w="38100" cap="sq">
            <a:noFill/>
            <a:round/>
            <a:headEnd/>
            <a:tailEnd/>
          </a:ln>
          <a:effectLst/>
        </p:spPr>
        <p:txBody>
          <a:bodyPr vert="horz" wrap="square" lIns="91440" tIns="45720" rIns="91440" bIns="45720" rtlCol="0" anchor="t"/>
          <a:lstStyle/>
          <a:p>
            <a:pPr algn="ctr"/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8497996" y="1595489"/>
            <a:ext cx="634618" cy="63461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r>
              <a:rPr kumimoji="1" lang="en-US" altLang="zh-CN" sz="1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02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flipH="1">
            <a:off x="2000249" y="1595489"/>
            <a:ext cx="2160725" cy="2122385"/>
          </a:xfrm>
          <a:custGeom>
            <a:avLst/>
            <a:gdLst>
              <a:gd name="T0" fmla="*/ 1254 w 1400"/>
              <a:gd name="T1" fmla="*/ 0 h 1375"/>
              <a:gd name="T2" fmla="*/ 146 w 1400"/>
              <a:gd name="T3" fmla="*/ 120 h 1375"/>
              <a:gd name="T4" fmla="*/ 0 w 1400"/>
              <a:gd name="T5" fmla="*/ 265 h 1375"/>
              <a:gd name="T6" fmla="*/ 0 w 1400"/>
              <a:gd name="T7" fmla="*/ 1122 h 1375"/>
              <a:gd name="T8" fmla="*/ 146 w 1400"/>
              <a:gd name="T9" fmla="*/ 1267 h 1375"/>
              <a:gd name="T10" fmla="*/ 1254 w 1400"/>
              <a:gd name="T11" fmla="*/ 1375 h 1375"/>
              <a:gd name="T12" fmla="*/ 1400 w 1400"/>
              <a:gd name="T13" fmla="*/ 1230 h 1375"/>
              <a:gd name="T14" fmla="*/ 1400 w 1400"/>
              <a:gd name="T15" fmla="*/ 145 h 1375"/>
              <a:gd name="T16" fmla="*/ 1254 w 1400"/>
              <a:gd name="T17" fmla="*/ 0 h 1375"/>
            </a:gdLst>
            <a:ahLst/>
            <a:cxnLst/>
            <a:rect l="0" t="0" r="r" b="b"/>
            <a:pathLst>
              <a:path w="1400" h="1375">
                <a:moveTo>
                  <a:pt x="1254" y="0"/>
                </a:moveTo>
                <a:cubicBezTo>
                  <a:pt x="146" y="120"/>
                  <a:pt x="146" y="120"/>
                  <a:pt x="146" y="120"/>
                </a:cubicBezTo>
                <a:cubicBezTo>
                  <a:pt x="66" y="120"/>
                  <a:pt x="0" y="185"/>
                  <a:pt x="0" y="265"/>
                </a:cubicBezTo>
                <a:cubicBezTo>
                  <a:pt x="0" y="1122"/>
                  <a:pt x="0" y="1122"/>
                  <a:pt x="0" y="1122"/>
                </a:cubicBezTo>
                <a:cubicBezTo>
                  <a:pt x="0" y="1202"/>
                  <a:pt x="66" y="1267"/>
                  <a:pt x="146" y="1267"/>
                </a:cubicBezTo>
                <a:cubicBezTo>
                  <a:pt x="1254" y="1375"/>
                  <a:pt x="1254" y="1375"/>
                  <a:pt x="1254" y="1375"/>
                </a:cubicBezTo>
                <a:cubicBezTo>
                  <a:pt x="1334" y="1375"/>
                  <a:pt x="1400" y="1310"/>
                  <a:pt x="1400" y="1230"/>
                </a:cubicBezTo>
                <a:cubicBezTo>
                  <a:pt x="1400" y="145"/>
                  <a:pt x="1400" y="145"/>
                  <a:pt x="1400" y="145"/>
                </a:cubicBezTo>
                <a:cubicBezTo>
                  <a:pt x="1400" y="65"/>
                  <a:pt x="1334" y="0"/>
                  <a:pt x="1254" y="0"/>
                </a:cubicBezTo>
              </a:path>
            </a:pathLst>
          </a:custGeom>
          <a:blipFill>
            <a:blip r:embed="rId3"/>
            <a:srcRect/>
            <a:tile tx="0" ty="0" sx="100000" sy="100000" algn="l"/>
          </a:blipFill>
          <a:ln w="38100" cap="sq">
            <a:noFill/>
            <a:round/>
            <a:headEnd/>
            <a:tailEnd/>
          </a:ln>
          <a:effectLst/>
        </p:spPr>
        <p:txBody>
          <a:bodyPr vert="horz" wrap="square" lIns="91440" tIns="45720" rIns="91440" bIns="45720" rtlCol="0" anchor="t"/>
          <a:lstStyle/>
          <a:p>
            <a:pPr algn="ctr"/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3828556" y="1595489"/>
            <a:ext cx="634618" cy="63461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r>
              <a:rPr kumimoji="1" lang="en-US" altLang="zh-CN" sz="1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01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316690" y="373380"/>
            <a:ext cx="8171180" cy="655320"/>
          </a:xfrm>
          <a:prstGeom prst="roundRect">
            <a:avLst>
              <a:gd name="adj" fmla="val 13854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783520" y="4670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Machine Learning with Google AI Platform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24765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48287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alphaModFix/>
          </a:blip>
          <a:srcRect l="-24961" t="40080" r="14523" b="-48788"/>
          <a:stretch>
            <a:fillRect/>
          </a:stretch>
        </p:blipFill>
        <p:spPr>
          <a:xfrm flipH="1">
            <a:off x="6421776" y="2049832"/>
            <a:ext cx="8616950" cy="8481867"/>
          </a:xfrm>
          <a:custGeom>
            <a:avLst/>
            <a:gdLst/>
            <a:ahLst/>
            <a:cxnLst/>
            <a:rect l="l" t="t" r="r" b="b"/>
            <a:pathLst>
              <a:path w="8623300" h="8483600">
                <a:moveTo>
                  <a:pt x="3234141" y="0"/>
                </a:moveTo>
                <a:lnTo>
                  <a:pt x="3231720" y="559"/>
                </a:lnTo>
                <a:cubicBezTo>
                  <a:pt x="1373261" y="478720"/>
                  <a:pt x="0" y="2165685"/>
                  <a:pt x="0" y="4173392"/>
                </a:cubicBezTo>
                <a:cubicBezTo>
                  <a:pt x="0" y="6552897"/>
                  <a:pt x="1928970" y="8481867"/>
                  <a:pt x="4308475" y="8481867"/>
                </a:cubicBezTo>
                <a:cubicBezTo>
                  <a:pt x="6687980" y="8481867"/>
                  <a:pt x="8616950" y="6552897"/>
                  <a:pt x="8616950" y="4173392"/>
                </a:cubicBezTo>
                <a:cubicBezTo>
                  <a:pt x="8616950" y="3504156"/>
                  <a:pt x="8464365" y="2870559"/>
                  <a:pt x="8192088" y="2305490"/>
                </a:cubicBezTo>
                <a:lnTo>
                  <a:pt x="8154241" y="2231595"/>
                </a:lnTo>
                <a:lnTo>
                  <a:pt x="8154241" y="4675248"/>
                </a:lnTo>
                <a:lnTo>
                  <a:pt x="7665669" y="4675248"/>
                </a:lnTo>
                <a:lnTo>
                  <a:pt x="7663753" y="4690324"/>
                </a:lnTo>
                <a:cubicBezTo>
                  <a:pt x="7414797" y="6319652"/>
                  <a:pt x="6007394" y="7567781"/>
                  <a:pt x="4308475" y="7567781"/>
                </a:cubicBezTo>
                <a:cubicBezTo>
                  <a:pt x="2433806" y="7567781"/>
                  <a:pt x="914086" y="6048061"/>
                  <a:pt x="914086" y="4173392"/>
                </a:cubicBezTo>
                <a:cubicBezTo>
                  <a:pt x="914086" y="2708807"/>
                  <a:pt x="1841649" y="1460866"/>
                  <a:pt x="3141370" y="984974"/>
                </a:cubicBezTo>
                <a:lnTo>
                  <a:pt x="3234141" y="953584"/>
                </a:lnTo>
                <a:lnTo>
                  <a:pt x="3234141" y="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" name="标题 1"/>
          <p:cNvSpPr txBox="1"/>
          <p:nvPr/>
        </p:nvSpPr>
        <p:spPr>
          <a:xfrm>
            <a:off x="660400" y="1158466"/>
            <a:ext cx="10858500" cy="5078822"/>
          </a:xfrm>
          <a:prstGeom prst="roundRect">
            <a:avLst>
              <a:gd name="adj" fmla="val 1391"/>
            </a:avLst>
          </a:prstGeom>
          <a:solidFill>
            <a:schemeClr val="bg1"/>
          </a:solidFill>
          <a:ln w="1270" cap="sq">
            <a:solidFill>
              <a:schemeClr val="accent1">
                <a:alpha val="50000"/>
              </a:schemeClr>
            </a:solidFill>
            <a:miter/>
          </a:ln>
          <a:effectLst>
            <a:outerShdw blurRad="279400" dist="114300" dir="2700000" sx="102000" sy="102000" algn="tl" rotWithShape="0">
              <a:schemeClr val="accent1">
                <a:alpha val="13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9757458" y="222813"/>
            <a:ext cx="2434542" cy="6412374"/>
          </a:xfrm>
          <a:custGeom>
            <a:avLst/>
            <a:gdLst>
              <a:gd name="connsiteX0" fmla="*/ 0 w 2434542"/>
              <a:gd name="connsiteY0" fmla="*/ 0 h 6412374"/>
              <a:gd name="connsiteX1" fmla="*/ 2434542 w 2434542"/>
              <a:gd name="connsiteY1" fmla="*/ 0 h 6412374"/>
              <a:gd name="connsiteX2" fmla="*/ 2434542 w 2434542"/>
              <a:gd name="connsiteY2" fmla="*/ 6412374 h 6412374"/>
              <a:gd name="connsiteX3" fmla="*/ 0 w 2434542"/>
              <a:gd name="connsiteY3" fmla="*/ 6412374 h 6412374"/>
              <a:gd name="connsiteX4" fmla="*/ 0 w 2434542"/>
              <a:gd name="connsiteY4" fmla="*/ 5099569 h 6412374"/>
              <a:gd name="connsiteX5" fmla="*/ 40695 w 2434542"/>
              <a:gd name="connsiteY5" fmla="*/ 5097514 h 6412374"/>
              <a:gd name="connsiteX6" fmla="*/ 1747456 w 2434542"/>
              <a:gd name="connsiteY6" fmla="*/ 3206187 h 6412374"/>
              <a:gd name="connsiteX7" fmla="*/ 40695 w 2434542"/>
              <a:gd name="connsiteY7" fmla="*/ 1314861 h 6412374"/>
              <a:gd name="connsiteX8" fmla="*/ 0 w 2434542"/>
              <a:gd name="connsiteY8" fmla="*/ 1312806 h 6412374"/>
            </a:gdLst>
            <a:ahLst/>
            <a:cxnLst/>
            <a:rect l="l" t="t" r="r" b="b"/>
            <a:pathLst>
              <a:path w="2434542" h="6412374">
                <a:moveTo>
                  <a:pt x="0" y="0"/>
                </a:moveTo>
                <a:lnTo>
                  <a:pt x="2434542" y="0"/>
                </a:lnTo>
                <a:lnTo>
                  <a:pt x="2434542" y="6412374"/>
                </a:lnTo>
                <a:lnTo>
                  <a:pt x="0" y="6412374"/>
                </a:lnTo>
                <a:lnTo>
                  <a:pt x="0" y="5099569"/>
                </a:lnTo>
                <a:lnTo>
                  <a:pt x="40695" y="5097514"/>
                </a:lnTo>
                <a:cubicBezTo>
                  <a:pt x="999357" y="5000156"/>
                  <a:pt x="1747456" y="4190536"/>
                  <a:pt x="1747456" y="3206187"/>
                </a:cubicBezTo>
                <a:cubicBezTo>
                  <a:pt x="1747456" y="2221838"/>
                  <a:pt x="999357" y="1412218"/>
                  <a:pt x="40695" y="1314861"/>
                </a:cubicBezTo>
                <a:lnTo>
                  <a:pt x="0" y="1312806"/>
                </a:lnTo>
                <a:close/>
              </a:path>
            </a:pathLst>
          </a:cu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7935560" y="1756177"/>
            <a:ext cx="3345872" cy="3345872"/>
          </a:xfrm>
          <a:prstGeom prst="ellipse">
            <a:avLst/>
          </a:prstGeom>
          <a:solidFill>
            <a:schemeClr val="bg1"/>
          </a:solidFill>
          <a:ln w="1270" cap="sq">
            <a:solidFill>
              <a:schemeClr val="accent1">
                <a:alpha val="50000"/>
              </a:schemeClr>
            </a:solidFill>
            <a:miter/>
          </a:ln>
          <a:effectLst>
            <a:outerShdw blurRad="279400" dist="114300" dir="2700000" sx="102000" sy="102000" algn="tl" rotWithShape="0">
              <a:schemeClr val="accent1">
                <a:alpha val="8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9757458" y="0"/>
            <a:ext cx="2434542" cy="80347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9757458" y="6782257"/>
            <a:ext cx="2434542" cy="80347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660400" y="1158353"/>
            <a:ext cx="73222" cy="5078822"/>
          </a:xfrm>
          <a:prstGeom prst="roundRect">
            <a:avLst>
              <a:gd name="adj" fmla="val 1391"/>
            </a:avLst>
          </a:prstGeom>
          <a:solidFill>
            <a:schemeClr val="accent1"/>
          </a:solidFill>
          <a:ln w="1270" cap="sq">
            <a:solidFill>
              <a:schemeClr val="accent1">
                <a:alpha val="50000"/>
              </a:schemeClr>
            </a:solidFill>
            <a:miter/>
          </a:ln>
          <a:effectLst>
            <a:outerShdw blurRad="279400" dist="114300" dir="2700000" sx="102000" sy="102000" algn="tl" rotWithShape="0">
              <a:schemeClr val="accent1">
                <a:alpha val="13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9" name="Group 8"/>
          <p:cNvGrpSpPr/>
          <p:nvPr/>
        </p:nvGrpSpPr>
        <p:grpSpPr>
          <a:xfrm>
            <a:off x="11104275" y="757558"/>
            <a:ext cx="413788" cy="106766"/>
            <a:chOff x="11104275" y="757558"/>
            <a:chExt cx="413788" cy="106766"/>
          </a:xfrm>
        </p:grpSpPr>
        <p:sp>
          <p:nvSpPr>
            <p:cNvPr id="10" name="标题 1"/>
            <p:cNvSpPr txBox="1"/>
            <p:nvPr/>
          </p:nvSpPr>
          <p:spPr>
            <a:xfrm flipV="1">
              <a:off x="11104275" y="766766"/>
              <a:ext cx="97558" cy="97558"/>
            </a:xfrm>
            <a:custGeom>
              <a:avLst/>
              <a:gdLst>
                <a:gd name="connsiteX0" fmla="*/ 408329 w 912112"/>
                <a:gd name="connsiteY0" fmla="*/ 565587 h 912112"/>
                <a:gd name="connsiteX1" fmla="*/ 276312 w 912112"/>
                <a:gd name="connsiteY1" fmla="*/ 765627 h 912112"/>
                <a:gd name="connsiteX2" fmla="*/ 145904 w 912112"/>
                <a:gd name="connsiteY2" fmla="*/ 788190 h 912112"/>
                <a:gd name="connsiteX3" fmla="*/ 126702 w 912112"/>
                <a:gd name="connsiteY3" fmla="*/ 656438 h 912112"/>
                <a:gd name="connsiteX4" fmla="*/ 161938 w 912112"/>
                <a:gd name="connsiteY4" fmla="*/ 627178 h 912112"/>
                <a:gd name="connsiteX5" fmla="*/ 349569 w 912112"/>
                <a:gd name="connsiteY5" fmla="*/ 498522 h 912112"/>
                <a:gd name="connsiteX6" fmla="*/ 111124 w 912112"/>
                <a:gd name="connsiteY6" fmla="*/ 548113 h 912112"/>
                <a:gd name="connsiteX7" fmla="*/ 4815 w 912112"/>
                <a:gd name="connsiteY7" fmla="*/ 481120 h 912112"/>
                <a:gd name="connsiteX8" fmla="*/ 63118 w 912112"/>
                <a:gd name="connsiteY8" fmla="*/ 369555 h 912112"/>
                <a:gd name="connsiteX9" fmla="*/ 131238 w 912112"/>
                <a:gd name="connsiteY9" fmla="*/ 369555 h 912112"/>
                <a:gd name="connsiteX10" fmla="*/ 348345 w 912112"/>
                <a:gd name="connsiteY10" fmla="*/ 408751 h 912112"/>
                <a:gd name="connsiteX11" fmla="*/ 159538 w 912112"/>
                <a:gd name="connsiteY11" fmla="*/ 285400 h 912112"/>
                <a:gd name="connsiteX12" fmla="*/ 109828 w 912112"/>
                <a:gd name="connsiteY12" fmla="*/ 219200 h 912112"/>
                <a:gd name="connsiteX13" fmla="*/ 162394 w 912112"/>
                <a:gd name="connsiteY13" fmla="*/ 115987 h 912112"/>
                <a:gd name="connsiteX14" fmla="*/ 276264 w 912112"/>
                <a:gd name="connsiteY14" fmla="*/ 147767 h 912112"/>
                <a:gd name="connsiteX15" fmla="*/ 395679 w 912112"/>
                <a:gd name="connsiteY15" fmla="*/ 329182 h 912112"/>
                <a:gd name="connsiteX16" fmla="*/ 415193 w 912112"/>
                <a:gd name="connsiteY16" fmla="*/ 350616 h 912112"/>
                <a:gd name="connsiteX17" fmla="*/ 369924 w 912112"/>
                <a:gd name="connsiteY17" fmla="*/ 134350 h 912112"/>
                <a:gd name="connsiteX18" fmla="*/ 366443 w 912112"/>
                <a:gd name="connsiteY18" fmla="*/ 72518 h 912112"/>
                <a:gd name="connsiteX19" fmla="*/ 477769 w 912112"/>
                <a:gd name="connsiteY19" fmla="*/ 3965 h 912112"/>
                <a:gd name="connsiteX20" fmla="*/ 547930 w 912112"/>
                <a:gd name="connsiteY20" fmla="*/ 107970 h 912112"/>
                <a:gd name="connsiteX21" fmla="*/ 502132 w 912112"/>
                <a:gd name="connsiteY21" fmla="*/ 330382 h 912112"/>
                <a:gd name="connsiteX22" fmla="*/ 498028 w 912112"/>
                <a:gd name="connsiteY22" fmla="*/ 358753 h 912112"/>
                <a:gd name="connsiteX23" fmla="*/ 630692 w 912112"/>
                <a:gd name="connsiteY23" fmla="*/ 156096 h 912112"/>
                <a:gd name="connsiteX24" fmla="*/ 701933 w 912112"/>
                <a:gd name="connsiteY24" fmla="*/ 108738 h 912112"/>
                <a:gd name="connsiteX25" fmla="*/ 799121 w 912112"/>
                <a:gd name="connsiteY25" fmla="*/ 166634 h 912112"/>
                <a:gd name="connsiteX26" fmla="*/ 764772 w 912112"/>
                <a:gd name="connsiteY26" fmla="*/ 277287 h 912112"/>
                <a:gd name="connsiteX27" fmla="*/ 586167 w 912112"/>
                <a:gd name="connsiteY27" fmla="*/ 394902 h 912112"/>
                <a:gd name="connsiteX28" fmla="*/ 565068 w 912112"/>
                <a:gd name="connsiteY28" fmla="*/ 414944 h 912112"/>
                <a:gd name="connsiteX29" fmla="*/ 784719 w 912112"/>
                <a:gd name="connsiteY29" fmla="*/ 369002 h 912112"/>
                <a:gd name="connsiteX30" fmla="*/ 849671 w 912112"/>
                <a:gd name="connsiteY30" fmla="*/ 369363 h 912112"/>
                <a:gd name="connsiteX31" fmla="*/ 908502 w 912112"/>
                <a:gd name="connsiteY31" fmla="*/ 480592 h 912112"/>
                <a:gd name="connsiteX32" fmla="*/ 802745 w 912112"/>
                <a:gd name="connsiteY32" fmla="*/ 548257 h 912112"/>
                <a:gd name="connsiteX33" fmla="*/ 563820 w 912112"/>
                <a:gd name="connsiteY33" fmla="*/ 498522 h 912112"/>
                <a:gd name="connsiteX34" fmla="*/ 580814 w 912112"/>
                <a:gd name="connsiteY34" fmla="*/ 515540 h 912112"/>
                <a:gd name="connsiteX35" fmla="*/ 759516 w 912112"/>
                <a:gd name="connsiteY35" fmla="*/ 632819 h 912112"/>
                <a:gd name="connsiteX36" fmla="*/ 802577 w 912112"/>
                <a:gd name="connsiteY36" fmla="*/ 734663 h 912112"/>
                <a:gd name="connsiteX37" fmla="*/ 731384 w 912112"/>
                <a:gd name="connsiteY37" fmla="*/ 803864 h 912112"/>
                <a:gd name="connsiteX38" fmla="*/ 632636 w 912112"/>
                <a:gd name="connsiteY38" fmla="*/ 760467 h 912112"/>
                <a:gd name="connsiteX39" fmla="*/ 520758 w 912112"/>
                <a:gd name="connsiteY39" fmla="*/ 589830 h 912112"/>
                <a:gd name="connsiteX40" fmla="*/ 498412 w 912112"/>
                <a:gd name="connsiteY40" fmla="*/ 563930 h 912112"/>
                <a:gd name="connsiteX41" fmla="*/ 547522 w 912112"/>
                <a:gd name="connsiteY41" fmla="*/ 803432 h 912112"/>
                <a:gd name="connsiteX42" fmla="*/ 489483 w 912112"/>
                <a:gd name="connsiteY42" fmla="*/ 906093 h 912112"/>
                <a:gd name="connsiteX43" fmla="*/ 365795 w 912112"/>
                <a:gd name="connsiteY43" fmla="*/ 804824 h 912112"/>
                <a:gd name="connsiteX44" fmla="*/ 410609 w 912112"/>
                <a:gd name="connsiteY44" fmla="*/ 585629 h 912112"/>
                <a:gd name="connsiteX45" fmla="*/ 413729 w 912112"/>
                <a:gd name="connsiteY45" fmla="*/ 566427 h 912112"/>
              </a:gdLst>
              <a:ahLst/>
              <a:cxnLst/>
              <a:rect l="l" t="t" r="r" b="b"/>
              <a:pathLst>
                <a:path w="912112" h="912112">
                  <a:moveTo>
                    <a:pt x="408329" y="565587"/>
                  </a:moveTo>
                  <a:cubicBezTo>
                    <a:pt x="364427" y="632339"/>
                    <a:pt x="321414" y="699691"/>
                    <a:pt x="276312" y="765627"/>
                  </a:cubicBezTo>
                  <a:cubicBezTo>
                    <a:pt x="245637" y="810417"/>
                    <a:pt x="188462" y="819082"/>
                    <a:pt x="145904" y="788190"/>
                  </a:cubicBezTo>
                  <a:cubicBezTo>
                    <a:pt x="104139" y="757874"/>
                    <a:pt x="95498" y="698179"/>
                    <a:pt x="126702" y="656438"/>
                  </a:cubicBezTo>
                  <a:cubicBezTo>
                    <a:pt x="136135" y="643788"/>
                    <a:pt x="149097" y="635603"/>
                    <a:pt x="161938" y="627178"/>
                  </a:cubicBezTo>
                  <a:cubicBezTo>
                    <a:pt x="225042" y="585845"/>
                    <a:pt x="288194" y="544560"/>
                    <a:pt x="349569" y="498522"/>
                  </a:cubicBezTo>
                  <a:cubicBezTo>
                    <a:pt x="270096" y="515132"/>
                    <a:pt x="190766" y="532463"/>
                    <a:pt x="111124" y="548113"/>
                  </a:cubicBezTo>
                  <a:cubicBezTo>
                    <a:pt x="63570" y="557289"/>
                    <a:pt x="17058" y="527979"/>
                    <a:pt x="4815" y="481120"/>
                  </a:cubicBezTo>
                  <a:cubicBezTo>
                    <a:pt x="-7187" y="433234"/>
                    <a:pt x="17536" y="386093"/>
                    <a:pt x="63118" y="369555"/>
                  </a:cubicBezTo>
                  <a:cubicBezTo>
                    <a:pt x="85849" y="361298"/>
                    <a:pt x="108436" y="364754"/>
                    <a:pt x="131238" y="369555"/>
                  </a:cubicBezTo>
                  <a:cubicBezTo>
                    <a:pt x="202743" y="384676"/>
                    <a:pt x="274344" y="399462"/>
                    <a:pt x="348345" y="408751"/>
                  </a:cubicBezTo>
                  <a:cubicBezTo>
                    <a:pt x="285433" y="367586"/>
                    <a:pt x="222642" y="326229"/>
                    <a:pt x="159538" y="285400"/>
                  </a:cubicBezTo>
                  <a:cubicBezTo>
                    <a:pt x="134599" y="269294"/>
                    <a:pt x="115229" y="249564"/>
                    <a:pt x="109828" y="219200"/>
                  </a:cubicBezTo>
                  <a:cubicBezTo>
                    <a:pt x="101907" y="175203"/>
                    <a:pt x="123246" y="133389"/>
                    <a:pt x="162394" y="115987"/>
                  </a:cubicBezTo>
                  <a:cubicBezTo>
                    <a:pt x="203199" y="97817"/>
                    <a:pt x="250029" y="109434"/>
                    <a:pt x="276264" y="147767"/>
                  </a:cubicBezTo>
                  <a:cubicBezTo>
                    <a:pt x="317069" y="207511"/>
                    <a:pt x="355810" y="268742"/>
                    <a:pt x="395679" y="329182"/>
                  </a:cubicBezTo>
                  <a:cubicBezTo>
                    <a:pt x="400312" y="336214"/>
                    <a:pt x="402472" y="345552"/>
                    <a:pt x="415193" y="350616"/>
                  </a:cubicBezTo>
                  <a:cubicBezTo>
                    <a:pt x="399784" y="277047"/>
                    <a:pt x="384854" y="205710"/>
                    <a:pt x="369924" y="134350"/>
                  </a:cubicBezTo>
                  <a:cubicBezTo>
                    <a:pt x="365651" y="113923"/>
                    <a:pt x="361307" y="93545"/>
                    <a:pt x="366443" y="72518"/>
                  </a:cubicBezTo>
                  <a:cubicBezTo>
                    <a:pt x="378229" y="23672"/>
                    <a:pt x="427387" y="-6812"/>
                    <a:pt x="477769" y="3965"/>
                  </a:cubicBezTo>
                  <a:cubicBezTo>
                    <a:pt x="523831" y="13807"/>
                    <a:pt x="556979" y="61045"/>
                    <a:pt x="547930" y="107970"/>
                  </a:cubicBezTo>
                  <a:cubicBezTo>
                    <a:pt x="533672" y="182379"/>
                    <a:pt x="517446" y="256261"/>
                    <a:pt x="502132" y="330382"/>
                  </a:cubicBezTo>
                  <a:cubicBezTo>
                    <a:pt x="500860" y="336502"/>
                    <a:pt x="500308" y="342767"/>
                    <a:pt x="498028" y="358753"/>
                  </a:cubicBezTo>
                  <a:cubicBezTo>
                    <a:pt x="545770" y="285904"/>
                    <a:pt x="588567" y="221216"/>
                    <a:pt x="630692" y="156096"/>
                  </a:cubicBezTo>
                  <a:cubicBezTo>
                    <a:pt x="647758" y="129693"/>
                    <a:pt x="670105" y="112027"/>
                    <a:pt x="701933" y="108738"/>
                  </a:cubicBezTo>
                  <a:cubicBezTo>
                    <a:pt x="745138" y="104274"/>
                    <a:pt x="783879" y="127605"/>
                    <a:pt x="799121" y="166634"/>
                  </a:cubicBezTo>
                  <a:cubicBezTo>
                    <a:pt x="815496" y="206991"/>
                    <a:pt x="801123" y="253296"/>
                    <a:pt x="764772" y="277287"/>
                  </a:cubicBezTo>
                  <a:cubicBezTo>
                    <a:pt x="705893" y="317420"/>
                    <a:pt x="645646" y="355561"/>
                    <a:pt x="586167" y="394902"/>
                  </a:cubicBezTo>
                  <a:cubicBezTo>
                    <a:pt x="579230" y="399510"/>
                    <a:pt x="569893" y="401694"/>
                    <a:pt x="565068" y="414944"/>
                  </a:cubicBezTo>
                  <a:cubicBezTo>
                    <a:pt x="639885" y="399318"/>
                    <a:pt x="712302" y="384196"/>
                    <a:pt x="784719" y="369002"/>
                  </a:cubicBezTo>
                  <a:cubicBezTo>
                    <a:pt x="806322" y="364466"/>
                    <a:pt x="828068" y="361802"/>
                    <a:pt x="849671" y="369363"/>
                  </a:cubicBezTo>
                  <a:cubicBezTo>
                    <a:pt x="895277" y="385468"/>
                    <a:pt x="920456" y="433066"/>
                    <a:pt x="908502" y="480592"/>
                  </a:cubicBezTo>
                  <a:cubicBezTo>
                    <a:pt x="896909" y="526726"/>
                    <a:pt x="850559" y="557594"/>
                    <a:pt x="802745" y="548257"/>
                  </a:cubicBezTo>
                  <a:cubicBezTo>
                    <a:pt x="723247" y="532679"/>
                    <a:pt x="644086" y="515324"/>
                    <a:pt x="563820" y="498522"/>
                  </a:cubicBezTo>
                  <a:cubicBezTo>
                    <a:pt x="564540" y="510332"/>
                    <a:pt x="574645" y="511460"/>
                    <a:pt x="580814" y="515540"/>
                  </a:cubicBezTo>
                  <a:cubicBezTo>
                    <a:pt x="640293" y="554809"/>
                    <a:pt x="700301" y="593358"/>
                    <a:pt x="759516" y="632819"/>
                  </a:cubicBezTo>
                  <a:cubicBezTo>
                    <a:pt x="797441" y="658046"/>
                    <a:pt x="812322" y="693234"/>
                    <a:pt x="802577" y="734663"/>
                  </a:cubicBezTo>
                  <a:cubicBezTo>
                    <a:pt x="793720" y="772492"/>
                    <a:pt x="768973" y="795415"/>
                    <a:pt x="731384" y="803864"/>
                  </a:cubicBezTo>
                  <a:cubicBezTo>
                    <a:pt x="692788" y="812553"/>
                    <a:pt x="657095" y="797191"/>
                    <a:pt x="632636" y="760467"/>
                  </a:cubicBezTo>
                  <a:cubicBezTo>
                    <a:pt x="594928" y="703868"/>
                    <a:pt x="558227" y="646597"/>
                    <a:pt x="520758" y="589830"/>
                  </a:cubicBezTo>
                  <a:cubicBezTo>
                    <a:pt x="514974" y="581021"/>
                    <a:pt x="512093" y="569547"/>
                    <a:pt x="498412" y="563930"/>
                  </a:cubicBezTo>
                  <a:cubicBezTo>
                    <a:pt x="515214" y="644892"/>
                    <a:pt x="532016" y="724006"/>
                    <a:pt x="547522" y="803432"/>
                  </a:cubicBezTo>
                  <a:cubicBezTo>
                    <a:pt x="555937" y="847249"/>
                    <a:pt x="531365" y="890711"/>
                    <a:pt x="489483" y="906093"/>
                  </a:cubicBezTo>
                  <a:cubicBezTo>
                    <a:pt x="422274" y="930984"/>
                    <a:pt x="353410" y="876089"/>
                    <a:pt x="365795" y="804824"/>
                  </a:cubicBezTo>
                  <a:cubicBezTo>
                    <a:pt x="378661" y="731495"/>
                    <a:pt x="395463" y="658670"/>
                    <a:pt x="410609" y="585629"/>
                  </a:cubicBezTo>
                  <a:cubicBezTo>
                    <a:pt x="411905" y="579316"/>
                    <a:pt x="412697" y="572884"/>
                    <a:pt x="413729" y="56642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/>
              <a:endParaRPr kumimoji="1" lang="zh-CN" altLang="en-US"/>
            </a:p>
          </p:txBody>
        </p:sp>
        <p:sp>
          <p:nvSpPr>
            <p:cNvPr id="11" name="标题 1"/>
            <p:cNvSpPr txBox="1"/>
            <p:nvPr/>
          </p:nvSpPr>
          <p:spPr>
            <a:xfrm flipV="1">
              <a:off x="11262390" y="762162"/>
              <a:ext cx="97558" cy="97558"/>
            </a:xfrm>
            <a:custGeom>
              <a:avLst/>
              <a:gdLst>
                <a:gd name="connsiteX0" fmla="*/ 408329 w 912112"/>
                <a:gd name="connsiteY0" fmla="*/ 565587 h 912112"/>
                <a:gd name="connsiteX1" fmla="*/ 276312 w 912112"/>
                <a:gd name="connsiteY1" fmla="*/ 765627 h 912112"/>
                <a:gd name="connsiteX2" fmla="*/ 145904 w 912112"/>
                <a:gd name="connsiteY2" fmla="*/ 788190 h 912112"/>
                <a:gd name="connsiteX3" fmla="*/ 126702 w 912112"/>
                <a:gd name="connsiteY3" fmla="*/ 656438 h 912112"/>
                <a:gd name="connsiteX4" fmla="*/ 161938 w 912112"/>
                <a:gd name="connsiteY4" fmla="*/ 627178 h 912112"/>
                <a:gd name="connsiteX5" fmla="*/ 349569 w 912112"/>
                <a:gd name="connsiteY5" fmla="*/ 498522 h 912112"/>
                <a:gd name="connsiteX6" fmla="*/ 111124 w 912112"/>
                <a:gd name="connsiteY6" fmla="*/ 548113 h 912112"/>
                <a:gd name="connsiteX7" fmla="*/ 4815 w 912112"/>
                <a:gd name="connsiteY7" fmla="*/ 481120 h 912112"/>
                <a:gd name="connsiteX8" fmla="*/ 63118 w 912112"/>
                <a:gd name="connsiteY8" fmla="*/ 369555 h 912112"/>
                <a:gd name="connsiteX9" fmla="*/ 131238 w 912112"/>
                <a:gd name="connsiteY9" fmla="*/ 369555 h 912112"/>
                <a:gd name="connsiteX10" fmla="*/ 348345 w 912112"/>
                <a:gd name="connsiteY10" fmla="*/ 408751 h 912112"/>
                <a:gd name="connsiteX11" fmla="*/ 159538 w 912112"/>
                <a:gd name="connsiteY11" fmla="*/ 285400 h 912112"/>
                <a:gd name="connsiteX12" fmla="*/ 109828 w 912112"/>
                <a:gd name="connsiteY12" fmla="*/ 219200 h 912112"/>
                <a:gd name="connsiteX13" fmla="*/ 162394 w 912112"/>
                <a:gd name="connsiteY13" fmla="*/ 115987 h 912112"/>
                <a:gd name="connsiteX14" fmla="*/ 276264 w 912112"/>
                <a:gd name="connsiteY14" fmla="*/ 147767 h 912112"/>
                <a:gd name="connsiteX15" fmla="*/ 395679 w 912112"/>
                <a:gd name="connsiteY15" fmla="*/ 329182 h 912112"/>
                <a:gd name="connsiteX16" fmla="*/ 415193 w 912112"/>
                <a:gd name="connsiteY16" fmla="*/ 350616 h 912112"/>
                <a:gd name="connsiteX17" fmla="*/ 369924 w 912112"/>
                <a:gd name="connsiteY17" fmla="*/ 134350 h 912112"/>
                <a:gd name="connsiteX18" fmla="*/ 366443 w 912112"/>
                <a:gd name="connsiteY18" fmla="*/ 72518 h 912112"/>
                <a:gd name="connsiteX19" fmla="*/ 477769 w 912112"/>
                <a:gd name="connsiteY19" fmla="*/ 3965 h 912112"/>
                <a:gd name="connsiteX20" fmla="*/ 547930 w 912112"/>
                <a:gd name="connsiteY20" fmla="*/ 107970 h 912112"/>
                <a:gd name="connsiteX21" fmla="*/ 502132 w 912112"/>
                <a:gd name="connsiteY21" fmla="*/ 330382 h 912112"/>
                <a:gd name="connsiteX22" fmla="*/ 498028 w 912112"/>
                <a:gd name="connsiteY22" fmla="*/ 358753 h 912112"/>
                <a:gd name="connsiteX23" fmla="*/ 630692 w 912112"/>
                <a:gd name="connsiteY23" fmla="*/ 156096 h 912112"/>
                <a:gd name="connsiteX24" fmla="*/ 701933 w 912112"/>
                <a:gd name="connsiteY24" fmla="*/ 108738 h 912112"/>
                <a:gd name="connsiteX25" fmla="*/ 799121 w 912112"/>
                <a:gd name="connsiteY25" fmla="*/ 166634 h 912112"/>
                <a:gd name="connsiteX26" fmla="*/ 764772 w 912112"/>
                <a:gd name="connsiteY26" fmla="*/ 277287 h 912112"/>
                <a:gd name="connsiteX27" fmla="*/ 586167 w 912112"/>
                <a:gd name="connsiteY27" fmla="*/ 394902 h 912112"/>
                <a:gd name="connsiteX28" fmla="*/ 565068 w 912112"/>
                <a:gd name="connsiteY28" fmla="*/ 414944 h 912112"/>
                <a:gd name="connsiteX29" fmla="*/ 784719 w 912112"/>
                <a:gd name="connsiteY29" fmla="*/ 369002 h 912112"/>
                <a:gd name="connsiteX30" fmla="*/ 849671 w 912112"/>
                <a:gd name="connsiteY30" fmla="*/ 369363 h 912112"/>
                <a:gd name="connsiteX31" fmla="*/ 908502 w 912112"/>
                <a:gd name="connsiteY31" fmla="*/ 480592 h 912112"/>
                <a:gd name="connsiteX32" fmla="*/ 802745 w 912112"/>
                <a:gd name="connsiteY32" fmla="*/ 548257 h 912112"/>
                <a:gd name="connsiteX33" fmla="*/ 563820 w 912112"/>
                <a:gd name="connsiteY33" fmla="*/ 498522 h 912112"/>
                <a:gd name="connsiteX34" fmla="*/ 580814 w 912112"/>
                <a:gd name="connsiteY34" fmla="*/ 515540 h 912112"/>
                <a:gd name="connsiteX35" fmla="*/ 759516 w 912112"/>
                <a:gd name="connsiteY35" fmla="*/ 632819 h 912112"/>
                <a:gd name="connsiteX36" fmla="*/ 802577 w 912112"/>
                <a:gd name="connsiteY36" fmla="*/ 734663 h 912112"/>
                <a:gd name="connsiteX37" fmla="*/ 731384 w 912112"/>
                <a:gd name="connsiteY37" fmla="*/ 803864 h 912112"/>
                <a:gd name="connsiteX38" fmla="*/ 632636 w 912112"/>
                <a:gd name="connsiteY38" fmla="*/ 760467 h 912112"/>
                <a:gd name="connsiteX39" fmla="*/ 520758 w 912112"/>
                <a:gd name="connsiteY39" fmla="*/ 589830 h 912112"/>
                <a:gd name="connsiteX40" fmla="*/ 498412 w 912112"/>
                <a:gd name="connsiteY40" fmla="*/ 563930 h 912112"/>
                <a:gd name="connsiteX41" fmla="*/ 547522 w 912112"/>
                <a:gd name="connsiteY41" fmla="*/ 803432 h 912112"/>
                <a:gd name="connsiteX42" fmla="*/ 489483 w 912112"/>
                <a:gd name="connsiteY42" fmla="*/ 906093 h 912112"/>
                <a:gd name="connsiteX43" fmla="*/ 365795 w 912112"/>
                <a:gd name="connsiteY43" fmla="*/ 804824 h 912112"/>
                <a:gd name="connsiteX44" fmla="*/ 410609 w 912112"/>
                <a:gd name="connsiteY44" fmla="*/ 585629 h 912112"/>
                <a:gd name="connsiteX45" fmla="*/ 413729 w 912112"/>
                <a:gd name="connsiteY45" fmla="*/ 566427 h 912112"/>
              </a:gdLst>
              <a:ahLst/>
              <a:cxnLst/>
              <a:rect l="l" t="t" r="r" b="b"/>
              <a:pathLst>
                <a:path w="912112" h="912112">
                  <a:moveTo>
                    <a:pt x="408329" y="565587"/>
                  </a:moveTo>
                  <a:cubicBezTo>
                    <a:pt x="364427" y="632339"/>
                    <a:pt x="321414" y="699691"/>
                    <a:pt x="276312" y="765627"/>
                  </a:cubicBezTo>
                  <a:cubicBezTo>
                    <a:pt x="245637" y="810417"/>
                    <a:pt x="188462" y="819082"/>
                    <a:pt x="145904" y="788190"/>
                  </a:cubicBezTo>
                  <a:cubicBezTo>
                    <a:pt x="104139" y="757874"/>
                    <a:pt x="95498" y="698179"/>
                    <a:pt x="126702" y="656438"/>
                  </a:cubicBezTo>
                  <a:cubicBezTo>
                    <a:pt x="136135" y="643788"/>
                    <a:pt x="149097" y="635603"/>
                    <a:pt x="161938" y="627178"/>
                  </a:cubicBezTo>
                  <a:cubicBezTo>
                    <a:pt x="225042" y="585845"/>
                    <a:pt x="288194" y="544560"/>
                    <a:pt x="349569" y="498522"/>
                  </a:cubicBezTo>
                  <a:cubicBezTo>
                    <a:pt x="270096" y="515132"/>
                    <a:pt x="190766" y="532463"/>
                    <a:pt x="111124" y="548113"/>
                  </a:cubicBezTo>
                  <a:cubicBezTo>
                    <a:pt x="63570" y="557289"/>
                    <a:pt x="17058" y="527979"/>
                    <a:pt x="4815" y="481120"/>
                  </a:cubicBezTo>
                  <a:cubicBezTo>
                    <a:pt x="-7187" y="433234"/>
                    <a:pt x="17536" y="386093"/>
                    <a:pt x="63118" y="369555"/>
                  </a:cubicBezTo>
                  <a:cubicBezTo>
                    <a:pt x="85849" y="361298"/>
                    <a:pt x="108436" y="364754"/>
                    <a:pt x="131238" y="369555"/>
                  </a:cubicBezTo>
                  <a:cubicBezTo>
                    <a:pt x="202743" y="384676"/>
                    <a:pt x="274344" y="399462"/>
                    <a:pt x="348345" y="408751"/>
                  </a:cubicBezTo>
                  <a:cubicBezTo>
                    <a:pt x="285433" y="367586"/>
                    <a:pt x="222642" y="326229"/>
                    <a:pt x="159538" y="285400"/>
                  </a:cubicBezTo>
                  <a:cubicBezTo>
                    <a:pt x="134599" y="269294"/>
                    <a:pt x="115229" y="249564"/>
                    <a:pt x="109828" y="219200"/>
                  </a:cubicBezTo>
                  <a:cubicBezTo>
                    <a:pt x="101907" y="175203"/>
                    <a:pt x="123246" y="133389"/>
                    <a:pt x="162394" y="115987"/>
                  </a:cubicBezTo>
                  <a:cubicBezTo>
                    <a:pt x="203199" y="97817"/>
                    <a:pt x="250029" y="109434"/>
                    <a:pt x="276264" y="147767"/>
                  </a:cubicBezTo>
                  <a:cubicBezTo>
                    <a:pt x="317069" y="207511"/>
                    <a:pt x="355810" y="268742"/>
                    <a:pt x="395679" y="329182"/>
                  </a:cubicBezTo>
                  <a:cubicBezTo>
                    <a:pt x="400312" y="336214"/>
                    <a:pt x="402472" y="345552"/>
                    <a:pt x="415193" y="350616"/>
                  </a:cubicBezTo>
                  <a:cubicBezTo>
                    <a:pt x="399784" y="277047"/>
                    <a:pt x="384854" y="205710"/>
                    <a:pt x="369924" y="134350"/>
                  </a:cubicBezTo>
                  <a:cubicBezTo>
                    <a:pt x="365651" y="113923"/>
                    <a:pt x="361307" y="93545"/>
                    <a:pt x="366443" y="72518"/>
                  </a:cubicBezTo>
                  <a:cubicBezTo>
                    <a:pt x="378229" y="23672"/>
                    <a:pt x="427387" y="-6812"/>
                    <a:pt x="477769" y="3965"/>
                  </a:cubicBezTo>
                  <a:cubicBezTo>
                    <a:pt x="523831" y="13807"/>
                    <a:pt x="556979" y="61045"/>
                    <a:pt x="547930" y="107970"/>
                  </a:cubicBezTo>
                  <a:cubicBezTo>
                    <a:pt x="533672" y="182379"/>
                    <a:pt x="517446" y="256261"/>
                    <a:pt x="502132" y="330382"/>
                  </a:cubicBezTo>
                  <a:cubicBezTo>
                    <a:pt x="500860" y="336502"/>
                    <a:pt x="500308" y="342767"/>
                    <a:pt x="498028" y="358753"/>
                  </a:cubicBezTo>
                  <a:cubicBezTo>
                    <a:pt x="545770" y="285904"/>
                    <a:pt x="588567" y="221216"/>
                    <a:pt x="630692" y="156096"/>
                  </a:cubicBezTo>
                  <a:cubicBezTo>
                    <a:pt x="647758" y="129693"/>
                    <a:pt x="670105" y="112027"/>
                    <a:pt x="701933" y="108738"/>
                  </a:cubicBezTo>
                  <a:cubicBezTo>
                    <a:pt x="745138" y="104274"/>
                    <a:pt x="783879" y="127605"/>
                    <a:pt x="799121" y="166634"/>
                  </a:cubicBezTo>
                  <a:cubicBezTo>
                    <a:pt x="815496" y="206991"/>
                    <a:pt x="801123" y="253296"/>
                    <a:pt x="764772" y="277287"/>
                  </a:cubicBezTo>
                  <a:cubicBezTo>
                    <a:pt x="705893" y="317420"/>
                    <a:pt x="645646" y="355561"/>
                    <a:pt x="586167" y="394902"/>
                  </a:cubicBezTo>
                  <a:cubicBezTo>
                    <a:pt x="579230" y="399510"/>
                    <a:pt x="569893" y="401694"/>
                    <a:pt x="565068" y="414944"/>
                  </a:cubicBezTo>
                  <a:cubicBezTo>
                    <a:pt x="639885" y="399318"/>
                    <a:pt x="712302" y="384196"/>
                    <a:pt x="784719" y="369002"/>
                  </a:cubicBezTo>
                  <a:cubicBezTo>
                    <a:pt x="806322" y="364466"/>
                    <a:pt x="828068" y="361802"/>
                    <a:pt x="849671" y="369363"/>
                  </a:cubicBezTo>
                  <a:cubicBezTo>
                    <a:pt x="895277" y="385468"/>
                    <a:pt x="920456" y="433066"/>
                    <a:pt x="908502" y="480592"/>
                  </a:cubicBezTo>
                  <a:cubicBezTo>
                    <a:pt x="896909" y="526726"/>
                    <a:pt x="850559" y="557594"/>
                    <a:pt x="802745" y="548257"/>
                  </a:cubicBezTo>
                  <a:cubicBezTo>
                    <a:pt x="723247" y="532679"/>
                    <a:pt x="644086" y="515324"/>
                    <a:pt x="563820" y="498522"/>
                  </a:cubicBezTo>
                  <a:cubicBezTo>
                    <a:pt x="564540" y="510332"/>
                    <a:pt x="574645" y="511460"/>
                    <a:pt x="580814" y="515540"/>
                  </a:cubicBezTo>
                  <a:cubicBezTo>
                    <a:pt x="640293" y="554809"/>
                    <a:pt x="700301" y="593358"/>
                    <a:pt x="759516" y="632819"/>
                  </a:cubicBezTo>
                  <a:cubicBezTo>
                    <a:pt x="797441" y="658046"/>
                    <a:pt x="812322" y="693234"/>
                    <a:pt x="802577" y="734663"/>
                  </a:cubicBezTo>
                  <a:cubicBezTo>
                    <a:pt x="793720" y="772492"/>
                    <a:pt x="768973" y="795415"/>
                    <a:pt x="731384" y="803864"/>
                  </a:cubicBezTo>
                  <a:cubicBezTo>
                    <a:pt x="692788" y="812553"/>
                    <a:pt x="657095" y="797191"/>
                    <a:pt x="632636" y="760467"/>
                  </a:cubicBezTo>
                  <a:cubicBezTo>
                    <a:pt x="594928" y="703868"/>
                    <a:pt x="558227" y="646597"/>
                    <a:pt x="520758" y="589830"/>
                  </a:cubicBezTo>
                  <a:cubicBezTo>
                    <a:pt x="514974" y="581021"/>
                    <a:pt x="512093" y="569547"/>
                    <a:pt x="498412" y="563930"/>
                  </a:cubicBezTo>
                  <a:cubicBezTo>
                    <a:pt x="515214" y="644892"/>
                    <a:pt x="532016" y="724006"/>
                    <a:pt x="547522" y="803432"/>
                  </a:cubicBezTo>
                  <a:cubicBezTo>
                    <a:pt x="555937" y="847249"/>
                    <a:pt x="531365" y="890711"/>
                    <a:pt x="489483" y="906093"/>
                  </a:cubicBezTo>
                  <a:cubicBezTo>
                    <a:pt x="422274" y="930984"/>
                    <a:pt x="353410" y="876089"/>
                    <a:pt x="365795" y="804824"/>
                  </a:cubicBezTo>
                  <a:cubicBezTo>
                    <a:pt x="378661" y="731495"/>
                    <a:pt x="395463" y="658670"/>
                    <a:pt x="410609" y="585629"/>
                  </a:cubicBezTo>
                  <a:cubicBezTo>
                    <a:pt x="411905" y="579316"/>
                    <a:pt x="412697" y="572884"/>
                    <a:pt x="413729" y="56642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/>
              <a:endParaRPr kumimoji="1" lang="zh-CN" altLang="en-US"/>
            </a:p>
          </p:txBody>
        </p:sp>
        <p:sp>
          <p:nvSpPr>
            <p:cNvPr id="12" name="标题 1"/>
            <p:cNvSpPr txBox="1"/>
            <p:nvPr/>
          </p:nvSpPr>
          <p:spPr>
            <a:xfrm flipV="1">
              <a:off x="11420505" y="757558"/>
              <a:ext cx="97558" cy="97558"/>
            </a:xfrm>
            <a:custGeom>
              <a:avLst/>
              <a:gdLst>
                <a:gd name="connsiteX0" fmla="*/ 408329 w 912112"/>
                <a:gd name="connsiteY0" fmla="*/ 565587 h 912112"/>
                <a:gd name="connsiteX1" fmla="*/ 276312 w 912112"/>
                <a:gd name="connsiteY1" fmla="*/ 765627 h 912112"/>
                <a:gd name="connsiteX2" fmla="*/ 145904 w 912112"/>
                <a:gd name="connsiteY2" fmla="*/ 788190 h 912112"/>
                <a:gd name="connsiteX3" fmla="*/ 126702 w 912112"/>
                <a:gd name="connsiteY3" fmla="*/ 656438 h 912112"/>
                <a:gd name="connsiteX4" fmla="*/ 161938 w 912112"/>
                <a:gd name="connsiteY4" fmla="*/ 627178 h 912112"/>
                <a:gd name="connsiteX5" fmla="*/ 349569 w 912112"/>
                <a:gd name="connsiteY5" fmla="*/ 498522 h 912112"/>
                <a:gd name="connsiteX6" fmla="*/ 111124 w 912112"/>
                <a:gd name="connsiteY6" fmla="*/ 548113 h 912112"/>
                <a:gd name="connsiteX7" fmla="*/ 4815 w 912112"/>
                <a:gd name="connsiteY7" fmla="*/ 481120 h 912112"/>
                <a:gd name="connsiteX8" fmla="*/ 63118 w 912112"/>
                <a:gd name="connsiteY8" fmla="*/ 369555 h 912112"/>
                <a:gd name="connsiteX9" fmla="*/ 131238 w 912112"/>
                <a:gd name="connsiteY9" fmla="*/ 369555 h 912112"/>
                <a:gd name="connsiteX10" fmla="*/ 348345 w 912112"/>
                <a:gd name="connsiteY10" fmla="*/ 408751 h 912112"/>
                <a:gd name="connsiteX11" fmla="*/ 159538 w 912112"/>
                <a:gd name="connsiteY11" fmla="*/ 285400 h 912112"/>
                <a:gd name="connsiteX12" fmla="*/ 109828 w 912112"/>
                <a:gd name="connsiteY12" fmla="*/ 219200 h 912112"/>
                <a:gd name="connsiteX13" fmla="*/ 162394 w 912112"/>
                <a:gd name="connsiteY13" fmla="*/ 115987 h 912112"/>
                <a:gd name="connsiteX14" fmla="*/ 276264 w 912112"/>
                <a:gd name="connsiteY14" fmla="*/ 147767 h 912112"/>
                <a:gd name="connsiteX15" fmla="*/ 395679 w 912112"/>
                <a:gd name="connsiteY15" fmla="*/ 329182 h 912112"/>
                <a:gd name="connsiteX16" fmla="*/ 415193 w 912112"/>
                <a:gd name="connsiteY16" fmla="*/ 350616 h 912112"/>
                <a:gd name="connsiteX17" fmla="*/ 369924 w 912112"/>
                <a:gd name="connsiteY17" fmla="*/ 134350 h 912112"/>
                <a:gd name="connsiteX18" fmla="*/ 366443 w 912112"/>
                <a:gd name="connsiteY18" fmla="*/ 72518 h 912112"/>
                <a:gd name="connsiteX19" fmla="*/ 477769 w 912112"/>
                <a:gd name="connsiteY19" fmla="*/ 3965 h 912112"/>
                <a:gd name="connsiteX20" fmla="*/ 547930 w 912112"/>
                <a:gd name="connsiteY20" fmla="*/ 107970 h 912112"/>
                <a:gd name="connsiteX21" fmla="*/ 502132 w 912112"/>
                <a:gd name="connsiteY21" fmla="*/ 330382 h 912112"/>
                <a:gd name="connsiteX22" fmla="*/ 498028 w 912112"/>
                <a:gd name="connsiteY22" fmla="*/ 358753 h 912112"/>
                <a:gd name="connsiteX23" fmla="*/ 630692 w 912112"/>
                <a:gd name="connsiteY23" fmla="*/ 156096 h 912112"/>
                <a:gd name="connsiteX24" fmla="*/ 701933 w 912112"/>
                <a:gd name="connsiteY24" fmla="*/ 108738 h 912112"/>
                <a:gd name="connsiteX25" fmla="*/ 799121 w 912112"/>
                <a:gd name="connsiteY25" fmla="*/ 166634 h 912112"/>
                <a:gd name="connsiteX26" fmla="*/ 764772 w 912112"/>
                <a:gd name="connsiteY26" fmla="*/ 277287 h 912112"/>
                <a:gd name="connsiteX27" fmla="*/ 586167 w 912112"/>
                <a:gd name="connsiteY27" fmla="*/ 394902 h 912112"/>
                <a:gd name="connsiteX28" fmla="*/ 565068 w 912112"/>
                <a:gd name="connsiteY28" fmla="*/ 414944 h 912112"/>
                <a:gd name="connsiteX29" fmla="*/ 784719 w 912112"/>
                <a:gd name="connsiteY29" fmla="*/ 369002 h 912112"/>
                <a:gd name="connsiteX30" fmla="*/ 849671 w 912112"/>
                <a:gd name="connsiteY30" fmla="*/ 369363 h 912112"/>
                <a:gd name="connsiteX31" fmla="*/ 908502 w 912112"/>
                <a:gd name="connsiteY31" fmla="*/ 480592 h 912112"/>
                <a:gd name="connsiteX32" fmla="*/ 802745 w 912112"/>
                <a:gd name="connsiteY32" fmla="*/ 548257 h 912112"/>
                <a:gd name="connsiteX33" fmla="*/ 563820 w 912112"/>
                <a:gd name="connsiteY33" fmla="*/ 498522 h 912112"/>
                <a:gd name="connsiteX34" fmla="*/ 580814 w 912112"/>
                <a:gd name="connsiteY34" fmla="*/ 515540 h 912112"/>
                <a:gd name="connsiteX35" fmla="*/ 759516 w 912112"/>
                <a:gd name="connsiteY35" fmla="*/ 632819 h 912112"/>
                <a:gd name="connsiteX36" fmla="*/ 802577 w 912112"/>
                <a:gd name="connsiteY36" fmla="*/ 734663 h 912112"/>
                <a:gd name="connsiteX37" fmla="*/ 731384 w 912112"/>
                <a:gd name="connsiteY37" fmla="*/ 803864 h 912112"/>
                <a:gd name="connsiteX38" fmla="*/ 632636 w 912112"/>
                <a:gd name="connsiteY38" fmla="*/ 760467 h 912112"/>
                <a:gd name="connsiteX39" fmla="*/ 520758 w 912112"/>
                <a:gd name="connsiteY39" fmla="*/ 589830 h 912112"/>
                <a:gd name="connsiteX40" fmla="*/ 498412 w 912112"/>
                <a:gd name="connsiteY40" fmla="*/ 563930 h 912112"/>
                <a:gd name="connsiteX41" fmla="*/ 547522 w 912112"/>
                <a:gd name="connsiteY41" fmla="*/ 803432 h 912112"/>
                <a:gd name="connsiteX42" fmla="*/ 489483 w 912112"/>
                <a:gd name="connsiteY42" fmla="*/ 906093 h 912112"/>
                <a:gd name="connsiteX43" fmla="*/ 365795 w 912112"/>
                <a:gd name="connsiteY43" fmla="*/ 804824 h 912112"/>
                <a:gd name="connsiteX44" fmla="*/ 410609 w 912112"/>
                <a:gd name="connsiteY44" fmla="*/ 585629 h 912112"/>
                <a:gd name="connsiteX45" fmla="*/ 413729 w 912112"/>
                <a:gd name="connsiteY45" fmla="*/ 566427 h 912112"/>
              </a:gdLst>
              <a:ahLst/>
              <a:cxnLst/>
              <a:rect l="l" t="t" r="r" b="b"/>
              <a:pathLst>
                <a:path w="912112" h="912112">
                  <a:moveTo>
                    <a:pt x="408329" y="565587"/>
                  </a:moveTo>
                  <a:cubicBezTo>
                    <a:pt x="364427" y="632339"/>
                    <a:pt x="321414" y="699691"/>
                    <a:pt x="276312" y="765627"/>
                  </a:cubicBezTo>
                  <a:cubicBezTo>
                    <a:pt x="245637" y="810417"/>
                    <a:pt x="188462" y="819082"/>
                    <a:pt x="145904" y="788190"/>
                  </a:cubicBezTo>
                  <a:cubicBezTo>
                    <a:pt x="104139" y="757874"/>
                    <a:pt x="95498" y="698179"/>
                    <a:pt x="126702" y="656438"/>
                  </a:cubicBezTo>
                  <a:cubicBezTo>
                    <a:pt x="136135" y="643788"/>
                    <a:pt x="149097" y="635603"/>
                    <a:pt x="161938" y="627178"/>
                  </a:cubicBezTo>
                  <a:cubicBezTo>
                    <a:pt x="225042" y="585845"/>
                    <a:pt x="288194" y="544560"/>
                    <a:pt x="349569" y="498522"/>
                  </a:cubicBezTo>
                  <a:cubicBezTo>
                    <a:pt x="270096" y="515132"/>
                    <a:pt x="190766" y="532463"/>
                    <a:pt x="111124" y="548113"/>
                  </a:cubicBezTo>
                  <a:cubicBezTo>
                    <a:pt x="63570" y="557289"/>
                    <a:pt x="17058" y="527979"/>
                    <a:pt x="4815" y="481120"/>
                  </a:cubicBezTo>
                  <a:cubicBezTo>
                    <a:pt x="-7187" y="433234"/>
                    <a:pt x="17536" y="386093"/>
                    <a:pt x="63118" y="369555"/>
                  </a:cubicBezTo>
                  <a:cubicBezTo>
                    <a:pt x="85849" y="361298"/>
                    <a:pt x="108436" y="364754"/>
                    <a:pt x="131238" y="369555"/>
                  </a:cubicBezTo>
                  <a:cubicBezTo>
                    <a:pt x="202743" y="384676"/>
                    <a:pt x="274344" y="399462"/>
                    <a:pt x="348345" y="408751"/>
                  </a:cubicBezTo>
                  <a:cubicBezTo>
                    <a:pt x="285433" y="367586"/>
                    <a:pt x="222642" y="326229"/>
                    <a:pt x="159538" y="285400"/>
                  </a:cubicBezTo>
                  <a:cubicBezTo>
                    <a:pt x="134599" y="269294"/>
                    <a:pt x="115229" y="249564"/>
                    <a:pt x="109828" y="219200"/>
                  </a:cubicBezTo>
                  <a:cubicBezTo>
                    <a:pt x="101907" y="175203"/>
                    <a:pt x="123246" y="133389"/>
                    <a:pt x="162394" y="115987"/>
                  </a:cubicBezTo>
                  <a:cubicBezTo>
                    <a:pt x="203199" y="97817"/>
                    <a:pt x="250029" y="109434"/>
                    <a:pt x="276264" y="147767"/>
                  </a:cubicBezTo>
                  <a:cubicBezTo>
                    <a:pt x="317069" y="207511"/>
                    <a:pt x="355810" y="268742"/>
                    <a:pt x="395679" y="329182"/>
                  </a:cubicBezTo>
                  <a:cubicBezTo>
                    <a:pt x="400312" y="336214"/>
                    <a:pt x="402472" y="345552"/>
                    <a:pt x="415193" y="350616"/>
                  </a:cubicBezTo>
                  <a:cubicBezTo>
                    <a:pt x="399784" y="277047"/>
                    <a:pt x="384854" y="205710"/>
                    <a:pt x="369924" y="134350"/>
                  </a:cubicBezTo>
                  <a:cubicBezTo>
                    <a:pt x="365651" y="113923"/>
                    <a:pt x="361307" y="93545"/>
                    <a:pt x="366443" y="72518"/>
                  </a:cubicBezTo>
                  <a:cubicBezTo>
                    <a:pt x="378229" y="23672"/>
                    <a:pt x="427387" y="-6812"/>
                    <a:pt x="477769" y="3965"/>
                  </a:cubicBezTo>
                  <a:cubicBezTo>
                    <a:pt x="523831" y="13807"/>
                    <a:pt x="556979" y="61045"/>
                    <a:pt x="547930" y="107970"/>
                  </a:cubicBezTo>
                  <a:cubicBezTo>
                    <a:pt x="533672" y="182379"/>
                    <a:pt x="517446" y="256261"/>
                    <a:pt x="502132" y="330382"/>
                  </a:cubicBezTo>
                  <a:cubicBezTo>
                    <a:pt x="500860" y="336502"/>
                    <a:pt x="500308" y="342767"/>
                    <a:pt x="498028" y="358753"/>
                  </a:cubicBezTo>
                  <a:cubicBezTo>
                    <a:pt x="545770" y="285904"/>
                    <a:pt x="588567" y="221216"/>
                    <a:pt x="630692" y="156096"/>
                  </a:cubicBezTo>
                  <a:cubicBezTo>
                    <a:pt x="647758" y="129693"/>
                    <a:pt x="670105" y="112027"/>
                    <a:pt x="701933" y="108738"/>
                  </a:cubicBezTo>
                  <a:cubicBezTo>
                    <a:pt x="745138" y="104274"/>
                    <a:pt x="783879" y="127605"/>
                    <a:pt x="799121" y="166634"/>
                  </a:cubicBezTo>
                  <a:cubicBezTo>
                    <a:pt x="815496" y="206991"/>
                    <a:pt x="801123" y="253296"/>
                    <a:pt x="764772" y="277287"/>
                  </a:cubicBezTo>
                  <a:cubicBezTo>
                    <a:pt x="705893" y="317420"/>
                    <a:pt x="645646" y="355561"/>
                    <a:pt x="586167" y="394902"/>
                  </a:cubicBezTo>
                  <a:cubicBezTo>
                    <a:pt x="579230" y="399510"/>
                    <a:pt x="569893" y="401694"/>
                    <a:pt x="565068" y="414944"/>
                  </a:cubicBezTo>
                  <a:cubicBezTo>
                    <a:pt x="639885" y="399318"/>
                    <a:pt x="712302" y="384196"/>
                    <a:pt x="784719" y="369002"/>
                  </a:cubicBezTo>
                  <a:cubicBezTo>
                    <a:pt x="806322" y="364466"/>
                    <a:pt x="828068" y="361802"/>
                    <a:pt x="849671" y="369363"/>
                  </a:cubicBezTo>
                  <a:cubicBezTo>
                    <a:pt x="895277" y="385468"/>
                    <a:pt x="920456" y="433066"/>
                    <a:pt x="908502" y="480592"/>
                  </a:cubicBezTo>
                  <a:cubicBezTo>
                    <a:pt x="896909" y="526726"/>
                    <a:pt x="850559" y="557594"/>
                    <a:pt x="802745" y="548257"/>
                  </a:cubicBezTo>
                  <a:cubicBezTo>
                    <a:pt x="723247" y="532679"/>
                    <a:pt x="644086" y="515324"/>
                    <a:pt x="563820" y="498522"/>
                  </a:cubicBezTo>
                  <a:cubicBezTo>
                    <a:pt x="564540" y="510332"/>
                    <a:pt x="574645" y="511460"/>
                    <a:pt x="580814" y="515540"/>
                  </a:cubicBezTo>
                  <a:cubicBezTo>
                    <a:pt x="640293" y="554809"/>
                    <a:pt x="700301" y="593358"/>
                    <a:pt x="759516" y="632819"/>
                  </a:cubicBezTo>
                  <a:cubicBezTo>
                    <a:pt x="797441" y="658046"/>
                    <a:pt x="812322" y="693234"/>
                    <a:pt x="802577" y="734663"/>
                  </a:cubicBezTo>
                  <a:cubicBezTo>
                    <a:pt x="793720" y="772492"/>
                    <a:pt x="768973" y="795415"/>
                    <a:pt x="731384" y="803864"/>
                  </a:cubicBezTo>
                  <a:cubicBezTo>
                    <a:pt x="692788" y="812553"/>
                    <a:pt x="657095" y="797191"/>
                    <a:pt x="632636" y="760467"/>
                  </a:cubicBezTo>
                  <a:cubicBezTo>
                    <a:pt x="594928" y="703868"/>
                    <a:pt x="558227" y="646597"/>
                    <a:pt x="520758" y="589830"/>
                  </a:cubicBezTo>
                  <a:cubicBezTo>
                    <a:pt x="514974" y="581021"/>
                    <a:pt x="512093" y="569547"/>
                    <a:pt x="498412" y="563930"/>
                  </a:cubicBezTo>
                  <a:cubicBezTo>
                    <a:pt x="515214" y="644892"/>
                    <a:pt x="532016" y="724006"/>
                    <a:pt x="547522" y="803432"/>
                  </a:cubicBezTo>
                  <a:cubicBezTo>
                    <a:pt x="555937" y="847249"/>
                    <a:pt x="531365" y="890711"/>
                    <a:pt x="489483" y="906093"/>
                  </a:cubicBezTo>
                  <a:cubicBezTo>
                    <a:pt x="422274" y="930984"/>
                    <a:pt x="353410" y="876089"/>
                    <a:pt x="365795" y="804824"/>
                  </a:cubicBezTo>
                  <a:cubicBezTo>
                    <a:pt x="378661" y="731495"/>
                    <a:pt x="395463" y="658670"/>
                    <a:pt x="410609" y="585629"/>
                  </a:cubicBezTo>
                  <a:cubicBezTo>
                    <a:pt x="411905" y="579316"/>
                    <a:pt x="412697" y="572884"/>
                    <a:pt x="413729" y="56642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/>
              <a:endParaRPr kumimoji="1" lang="zh-CN" altLang="en-US"/>
            </a:p>
          </p:txBody>
        </p:sp>
      </p:grpSp>
      <p:sp>
        <p:nvSpPr>
          <p:cNvPr id="13" name="标题 1"/>
          <p:cNvSpPr txBox="1"/>
          <p:nvPr/>
        </p:nvSpPr>
        <p:spPr>
          <a:xfrm>
            <a:off x="1366289" y="5387838"/>
            <a:ext cx="1438223" cy="4049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" cap="sq">
            <a:solidFill>
              <a:schemeClr val="accent1"/>
            </a:solidFill>
            <a:miter/>
          </a:ln>
          <a:effectLst>
            <a:outerShdw blurRad="330200" dist="203200" dir="2700000" sx="102000" sy="102000" algn="tl" rotWithShape="0">
              <a:schemeClr val="accent1">
                <a:alpha val="18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1469814" y="5467198"/>
            <a:ext cx="1307739" cy="24622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600" dirty="0">
                <a:ln w="12700">
                  <a:noFill/>
                </a:ln>
                <a:solidFill>
                  <a:srgbClr val="4B813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PART  4</a:t>
            </a:r>
            <a:endParaRPr kumimoji="1" lang="zh-CN" altLang="en-US" dirty="0"/>
          </a:p>
        </p:txBody>
      </p:sp>
      <p:sp>
        <p:nvSpPr>
          <p:cNvPr id="15" name="标题 1"/>
          <p:cNvSpPr txBox="1"/>
          <p:nvPr/>
        </p:nvSpPr>
        <p:spPr>
          <a:xfrm>
            <a:off x="1410568" y="1514610"/>
            <a:ext cx="1627187" cy="1018800"/>
          </a:xfrm>
          <a:prstGeom prst="roundRect">
            <a:avLst>
              <a:gd name="adj" fmla="val 6473"/>
            </a:avLst>
          </a:prstGeom>
          <a:solidFill>
            <a:schemeClr val="bg1"/>
          </a:solidFill>
          <a:ln w="1270" cap="sq">
            <a:solidFill>
              <a:schemeClr val="accent1">
                <a:alpha val="50000"/>
              </a:schemeClr>
            </a:solidFill>
            <a:miter/>
          </a:ln>
          <a:effectLst>
            <a:outerShdw blurRad="279400" dist="114300" dir="2700000" sx="102000" sy="102000" algn="tl" rotWithShape="0">
              <a:schemeClr val="accent1">
                <a:alpha val="13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1550119" y="109892"/>
            <a:ext cx="1348085" cy="231799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b"/>
          <a:lstStyle/>
          <a:p>
            <a:pPr algn="ctr"/>
            <a:r>
              <a:rPr kumimoji="1" lang="en-US" altLang="zh-CN" sz="4800">
                <a:ln w="12700">
                  <a:noFill/>
                </a:ln>
                <a:solidFill>
                  <a:srgbClr val="4B813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04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4322098">
            <a:off x="6256455" y="1347170"/>
            <a:ext cx="637004" cy="637004"/>
          </a:xfrm>
          <a:prstGeom prst="ellipse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1">
                  <a:alpha val="44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" cap="sq">
            <a:noFill/>
            <a:miter/>
          </a:ln>
          <a:effectLst>
            <a:outerShdw blurRad="279400" dist="114300" dir="2700000" sx="102000" sy="102000" algn="tl" rotWithShape="0">
              <a:schemeClr val="accent1">
                <a:alpha val="13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8386984">
            <a:off x="7130748" y="4911248"/>
            <a:ext cx="351137" cy="351137"/>
          </a:xfrm>
          <a:prstGeom prst="ellipse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>
                  <a:alpha val="68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" cap="sq">
            <a:noFill/>
            <a:miter/>
          </a:ln>
          <a:effectLst>
            <a:outerShdw blurRad="279400" dist="114300" dir="2700000" sx="102000" sy="102000" algn="tl" rotWithShape="0">
              <a:schemeClr val="accent1">
                <a:alpha val="13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7629125" y="1375005"/>
            <a:ext cx="3986454" cy="3986454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标题 1"/>
          <p:cNvSpPr txBox="1"/>
          <p:nvPr/>
        </p:nvSpPr>
        <p:spPr>
          <a:xfrm>
            <a:off x="1410568" y="2629647"/>
            <a:ext cx="6225983" cy="257039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3600">
                <a:ln w="12700">
                  <a:noFill/>
                </a:ln>
                <a:solidFill>
                  <a:srgbClr val="4B813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Networking and Resource Management</a:t>
            </a:r>
            <a:endParaRPr kumimoji="1"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6750000"/>
            <a:ext cx="108000" cy="108000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12084000" y="6750000"/>
            <a:ext cx="108000" cy="108000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222885" y="6750000"/>
            <a:ext cx="11747442" cy="10800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alphaModFix/>
          </a:blip>
          <a:srcRect l="1743" t="12139" r="79867" b="67974"/>
          <a:stretch>
            <a:fillRect/>
          </a:stretch>
        </p:blipFill>
        <p:spPr>
          <a:xfrm>
            <a:off x="680356" y="2088244"/>
            <a:ext cx="2177143" cy="1569359"/>
          </a:xfrm>
          <a:custGeom>
            <a:avLst/>
            <a:gdLst/>
            <a:ahLst/>
            <a:cxnLst/>
            <a:rect l="l" t="t" r="r" b="b"/>
            <a:pathLst>
              <a:path w="2177143" h="1569359">
                <a:moveTo>
                  <a:pt x="0" y="0"/>
                </a:moveTo>
                <a:lnTo>
                  <a:pt x="2177143" y="0"/>
                </a:lnTo>
                <a:lnTo>
                  <a:pt x="2177143" y="1569359"/>
                </a:lnTo>
                <a:lnTo>
                  <a:pt x="0" y="1569359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alphaModFix/>
          </a:blip>
          <a:srcRect l="21053" t="12139" r="60557" b="67974"/>
          <a:stretch>
            <a:fillRect/>
          </a:stretch>
        </p:blipFill>
        <p:spPr>
          <a:xfrm>
            <a:off x="2966355" y="2088244"/>
            <a:ext cx="2177143" cy="1569359"/>
          </a:xfrm>
          <a:custGeom>
            <a:avLst/>
            <a:gdLst/>
            <a:ahLst/>
            <a:cxnLst/>
            <a:rect l="l" t="t" r="r" b="b"/>
            <a:pathLst>
              <a:path w="2177143" h="1569359">
                <a:moveTo>
                  <a:pt x="0" y="0"/>
                </a:moveTo>
                <a:lnTo>
                  <a:pt x="2177143" y="0"/>
                </a:lnTo>
                <a:lnTo>
                  <a:pt x="2177143" y="1569359"/>
                </a:lnTo>
                <a:lnTo>
                  <a:pt x="0" y="1569359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alphaModFix/>
          </a:blip>
          <a:srcRect l="21053" t="33383" r="60557" b="46730"/>
          <a:stretch>
            <a:fillRect/>
          </a:stretch>
        </p:blipFill>
        <p:spPr>
          <a:xfrm>
            <a:off x="2966355" y="3764641"/>
            <a:ext cx="2177143" cy="1569359"/>
          </a:xfrm>
          <a:custGeom>
            <a:avLst/>
            <a:gdLst/>
            <a:ahLst/>
            <a:cxnLst/>
            <a:rect l="l" t="t" r="r" b="b"/>
            <a:pathLst>
              <a:path w="2177143" h="1569359">
                <a:moveTo>
                  <a:pt x="0" y="0"/>
                </a:moveTo>
                <a:lnTo>
                  <a:pt x="2177143" y="0"/>
                </a:lnTo>
                <a:lnTo>
                  <a:pt x="2177143" y="1569359"/>
                </a:lnTo>
                <a:lnTo>
                  <a:pt x="0" y="1569359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8" name="标题 1"/>
          <p:cNvSpPr txBox="1"/>
          <p:nvPr/>
        </p:nvSpPr>
        <p:spPr>
          <a:xfrm>
            <a:off x="5265054" y="2088244"/>
            <a:ext cx="6926946" cy="324575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5562286" y="2364490"/>
            <a:ext cx="532315" cy="532315"/>
          </a:xfrm>
          <a:prstGeom prst="rect">
            <a:avLst/>
          </a:prstGeom>
          <a:noFill/>
          <a:ln w="1905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6300127" y="2345818"/>
            <a:ext cx="5218774" cy="30777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4B813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Network Design Basics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6300126" y="2662795"/>
            <a:ext cx="5218774" cy="77862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just"/>
            <a:r>
              <a:rPr kumimoji="1" lang="en-US" altLang="zh-CN" sz="103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A foundational understanding of VPC architecture, including subnets, IP addressing, and routing considerations essential for creating efficient and secure cloud networks.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6300127" y="3879225"/>
            <a:ext cx="5218774" cy="30777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4B813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Firewalls and Security Rules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6300126" y="4196202"/>
            <a:ext cx="5218774" cy="84212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just"/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An exploration of how to implement firewalls within a VPC, focusing on security rules that govern traffic flow and protect resources from unauthorized access.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5677345" y="2468997"/>
            <a:ext cx="302196" cy="302196"/>
          </a:xfrm>
          <a:custGeom>
            <a:avLst/>
            <a:gdLst>
              <a:gd name="connsiteX0" fmla="*/ 438553 w 720000"/>
              <a:gd name="connsiteY0" fmla="*/ 189601 h 720000"/>
              <a:gd name="connsiteX1" fmla="*/ 373556 w 720000"/>
              <a:gd name="connsiteY1" fmla="*/ 216451 h 720000"/>
              <a:gd name="connsiteX2" fmla="*/ 232180 w 720000"/>
              <a:gd name="connsiteY2" fmla="*/ 357827 h 720000"/>
              <a:gd name="connsiteX3" fmla="*/ 191861 w 720000"/>
              <a:gd name="connsiteY3" fmla="*/ 528226 h 720000"/>
              <a:gd name="connsiteX4" fmla="*/ 362260 w 720000"/>
              <a:gd name="connsiteY4" fmla="*/ 487907 h 720000"/>
              <a:gd name="connsiteX5" fmla="*/ 503636 w 720000"/>
              <a:gd name="connsiteY5" fmla="*/ 346444 h 720000"/>
              <a:gd name="connsiteX6" fmla="*/ 503636 w 720000"/>
              <a:gd name="connsiteY6" fmla="*/ 216365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537524 w 720000"/>
              <a:gd name="connsiteY9" fmla="*/ 182476 h 720000"/>
              <a:gd name="connsiteX10" fmla="*/ 537524 w 720000"/>
              <a:gd name="connsiteY10" fmla="*/ 380420 h 720000"/>
              <a:gd name="connsiteX11" fmla="*/ 396149 w 720000"/>
              <a:gd name="connsiteY11" fmla="*/ 521796 h 720000"/>
              <a:gd name="connsiteX12" fmla="*/ 141637 w 720000"/>
              <a:gd name="connsiteY12" fmla="*/ 578364 h 720000"/>
              <a:gd name="connsiteX13" fmla="*/ 198205 w 720000"/>
              <a:gd name="connsiteY13" fmla="*/ 323852 h 720000"/>
              <a:gd name="connsiteX14" fmla="*/ 339581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47965 h 720000"/>
              <a:gd name="connsiteX17" fmla="*/ 47965 w 720000"/>
              <a:gd name="connsiteY17" fmla="*/ 120000 h 720000"/>
              <a:gd name="connsiteX18" fmla="*/ 47965 w 720000"/>
              <a:gd name="connsiteY18" fmla="*/ 600000 h 720000"/>
              <a:gd name="connsiteX19" fmla="*/ 120000 w 720000"/>
              <a:gd name="connsiteY19" fmla="*/ 672035 h 720000"/>
              <a:gd name="connsiteX20" fmla="*/ 600000 w 720000"/>
              <a:gd name="connsiteY20" fmla="*/ 672035 h 720000"/>
              <a:gd name="connsiteX21" fmla="*/ 672035 w 720000"/>
              <a:gd name="connsiteY21" fmla="*/ 600000 h 720000"/>
              <a:gd name="connsiteX22" fmla="*/ 672035 w 720000"/>
              <a:gd name="connsiteY22" fmla="*/ 120000 h 720000"/>
              <a:gd name="connsiteX23" fmla="*/ 600000 w 720000"/>
              <a:gd name="connsiteY23" fmla="*/ 47965 h 720000"/>
              <a:gd name="connsiteX24" fmla="*/ 120000 w 720000"/>
              <a:gd name="connsiteY24" fmla="*/ 0 h 720000"/>
              <a:gd name="connsiteX25" fmla="*/ 600000 w 720000"/>
              <a:gd name="connsiteY25" fmla="*/ 0 h 720000"/>
              <a:gd name="connsiteX26" fmla="*/ 720000 w 720000"/>
              <a:gd name="connsiteY26" fmla="*/ 120000 h 720000"/>
              <a:gd name="connsiteX27" fmla="*/ 720000 w 720000"/>
              <a:gd name="connsiteY27" fmla="*/ 600000 h 720000"/>
              <a:gd name="connsiteX28" fmla="*/ 600000 w 720000"/>
              <a:gd name="connsiteY28" fmla="*/ 720000 h 720000"/>
              <a:gd name="connsiteX29" fmla="*/ 120000 w 720000"/>
              <a:gd name="connsiteY29" fmla="*/ 720000 h 720000"/>
              <a:gd name="connsiteX30" fmla="*/ 0 w 720000"/>
              <a:gd name="connsiteY30" fmla="*/ 600000 h 720000"/>
              <a:gd name="connsiteX31" fmla="*/ 0 w 720000"/>
              <a:gd name="connsiteY31" fmla="*/ 120000 h 720000"/>
              <a:gd name="connsiteX32" fmla="*/ 120000 w 720000"/>
              <a:gd name="connsiteY32" fmla="*/ 0 h 720000"/>
            </a:gdLst>
            <a:ahLst/>
            <a:cxnLst/>
            <a:rect l="l" t="t" r="r" b="b"/>
            <a:pathLst>
              <a:path w="720000" h="720000">
                <a:moveTo>
                  <a:pt x="438553" y="189601"/>
                </a:moveTo>
                <a:cubicBezTo>
                  <a:pt x="413875" y="189601"/>
                  <a:pt x="390761" y="199073"/>
                  <a:pt x="373556" y="216451"/>
                </a:cubicBezTo>
                <a:lnTo>
                  <a:pt x="232180" y="357827"/>
                </a:lnTo>
                <a:cubicBezTo>
                  <a:pt x="212456" y="377465"/>
                  <a:pt x="197336" y="453584"/>
                  <a:pt x="191861" y="528226"/>
                </a:cubicBezTo>
                <a:cubicBezTo>
                  <a:pt x="266503" y="522665"/>
                  <a:pt x="342622" y="507545"/>
                  <a:pt x="362260" y="487907"/>
                </a:cubicBezTo>
                <a:lnTo>
                  <a:pt x="503636" y="346444"/>
                </a:lnTo>
                <a:cubicBezTo>
                  <a:pt x="539523" y="310557"/>
                  <a:pt x="539523" y="252252"/>
                  <a:pt x="503636" y="216365"/>
                </a:cubicBezTo>
                <a:cubicBezTo>
                  <a:pt x="486344" y="199073"/>
                  <a:pt x="463230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74440" y="141636"/>
                  <a:pt x="510327" y="155191"/>
                  <a:pt x="537524" y="182476"/>
                </a:cubicBezTo>
                <a:cubicBezTo>
                  <a:pt x="592007" y="236872"/>
                  <a:pt x="592007" y="325938"/>
                  <a:pt x="537524" y="380420"/>
                </a:cubicBezTo>
                <a:lnTo>
                  <a:pt x="396149" y="521796"/>
                </a:lnTo>
                <a:cubicBezTo>
                  <a:pt x="341753" y="576278"/>
                  <a:pt x="141637" y="578364"/>
                  <a:pt x="141637" y="578364"/>
                </a:cubicBezTo>
                <a:cubicBezTo>
                  <a:pt x="141637" y="578364"/>
                  <a:pt x="143723" y="378334"/>
                  <a:pt x="198205" y="323852"/>
                </a:cubicBezTo>
                <a:lnTo>
                  <a:pt x="339581" y="182476"/>
                </a:lnTo>
                <a:cubicBezTo>
                  <a:pt x="366778" y="155278"/>
                  <a:pt x="402666" y="141636"/>
                  <a:pt x="438553" y="141636"/>
                </a:cubicBezTo>
                <a:close/>
                <a:moveTo>
                  <a:pt x="120000" y="47965"/>
                </a:moveTo>
                <a:cubicBezTo>
                  <a:pt x="80290" y="47965"/>
                  <a:pt x="47965" y="80290"/>
                  <a:pt x="47965" y="120000"/>
                </a:cubicBezTo>
                <a:lnTo>
                  <a:pt x="47965" y="600000"/>
                </a:lnTo>
                <a:cubicBezTo>
                  <a:pt x="47965" y="639711"/>
                  <a:pt x="80290" y="672035"/>
                  <a:pt x="120000" y="672035"/>
                </a:cubicBezTo>
                <a:lnTo>
                  <a:pt x="600000" y="672035"/>
                </a:lnTo>
                <a:cubicBezTo>
                  <a:pt x="639711" y="672035"/>
                  <a:pt x="672035" y="639711"/>
                  <a:pt x="672035" y="600000"/>
                </a:cubicBezTo>
                <a:lnTo>
                  <a:pt x="672035" y="120000"/>
                </a:lnTo>
                <a:cubicBezTo>
                  <a:pt x="672035" y="80290"/>
                  <a:pt x="639711" y="47965"/>
                  <a:pt x="600000" y="47965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accent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5562286" y="3878545"/>
            <a:ext cx="532315" cy="532315"/>
          </a:xfrm>
          <a:prstGeom prst="rect">
            <a:avLst/>
          </a:prstGeom>
          <a:noFill/>
          <a:ln w="1905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5677345" y="4007714"/>
            <a:ext cx="302196" cy="273976"/>
          </a:xfrm>
          <a:custGeom>
            <a:avLst/>
            <a:gdLst>
              <a:gd name="connsiteX0" fmla="*/ 351048 w 1543905"/>
              <a:gd name="connsiteY0" fmla="*/ 523317 h 1399728"/>
              <a:gd name="connsiteX1" fmla="*/ 351048 w 1543905"/>
              <a:gd name="connsiteY1" fmla="*/ 523317 h 1399728"/>
              <a:gd name="connsiteX2" fmla="*/ 351420 w 1543905"/>
              <a:gd name="connsiteY2" fmla="*/ 523503 h 1399728"/>
              <a:gd name="connsiteX3" fmla="*/ 351420 w 1543905"/>
              <a:gd name="connsiteY3" fmla="*/ 1020031 h 1399728"/>
              <a:gd name="connsiteX4" fmla="*/ 351048 w 1543905"/>
              <a:gd name="connsiteY4" fmla="*/ 1020403 h 1399728"/>
              <a:gd name="connsiteX5" fmla="*/ 163525 w 1543905"/>
              <a:gd name="connsiteY5" fmla="*/ 1020403 h 1399728"/>
              <a:gd name="connsiteX6" fmla="*/ 163153 w 1543905"/>
              <a:gd name="connsiteY6" fmla="*/ 1020031 h 1399728"/>
              <a:gd name="connsiteX7" fmla="*/ 163153 w 1543905"/>
              <a:gd name="connsiteY7" fmla="*/ 523503 h 1399728"/>
              <a:gd name="connsiteX8" fmla="*/ 163153 w 1543905"/>
              <a:gd name="connsiteY8" fmla="*/ 523317 h 1399728"/>
              <a:gd name="connsiteX9" fmla="*/ 163339 w 1543905"/>
              <a:gd name="connsiteY9" fmla="*/ 523131 h 1399728"/>
              <a:gd name="connsiteX10" fmla="*/ 351048 w 1543905"/>
              <a:gd name="connsiteY10" fmla="*/ 523131 h 1399728"/>
              <a:gd name="connsiteX11" fmla="*/ 351048 w 1543905"/>
              <a:gd name="connsiteY11" fmla="*/ 411696 h 1399728"/>
              <a:gd name="connsiteX12" fmla="*/ 163339 w 1543905"/>
              <a:gd name="connsiteY12" fmla="*/ 411696 h 1399728"/>
              <a:gd name="connsiteX13" fmla="*/ 51346 w 1543905"/>
              <a:gd name="connsiteY13" fmla="*/ 523689 h 1399728"/>
              <a:gd name="connsiteX14" fmla="*/ 51346 w 1543905"/>
              <a:gd name="connsiteY14" fmla="*/ 1020217 h 1399728"/>
              <a:gd name="connsiteX15" fmla="*/ 163339 w 1543905"/>
              <a:gd name="connsiteY15" fmla="*/ 1132210 h 1399728"/>
              <a:gd name="connsiteX16" fmla="*/ 351048 w 1543905"/>
              <a:gd name="connsiteY16" fmla="*/ 1132210 h 1399728"/>
              <a:gd name="connsiteX17" fmla="*/ 463042 w 1543905"/>
              <a:gd name="connsiteY17" fmla="*/ 1020217 h 1399728"/>
              <a:gd name="connsiteX18" fmla="*/ 463042 w 1543905"/>
              <a:gd name="connsiteY18" fmla="*/ 523503 h 1399728"/>
              <a:gd name="connsiteX19" fmla="*/ 351048 w 1543905"/>
              <a:gd name="connsiteY19" fmla="*/ 411696 h 1399728"/>
              <a:gd name="connsiteX20" fmla="*/ 865808 w 1543905"/>
              <a:gd name="connsiteY20" fmla="*/ 111621 h 1399728"/>
              <a:gd name="connsiteX21" fmla="*/ 866180 w 1543905"/>
              <a:gd name="connsiteY21" fmla="*/ 111807 h 1399728"/>
              <a:gd name="connsiteX22" fmla="*/ 866180 w 1543905"/>
              <a:gd name="connsiteY22" fmla="*/ 1020031 h 1399728"/>
              <a:gd name="connsiteX23" fmla="*/ 865808 w 1543905"/>
              <a:gd name="connsiteY23" fmla="*/ 1020403 h 1399728"/>
              <a:gd name="connsiteX24" fmla="*/ 678284 w 1543905"/>
              <a:gd name="connsiteY24" fmla="*/ 1020403 h 1399728"/>
              <a:gd name="connsiteX25" fmla="*/ 677912 w 1543905"/>
              <a:gd name="connsiteY25" fmla="*/ 1020031 h 1399728"/>
              <a:gd name="connsiteX26" fmla="*/ 677912 w 1543905"/>
              <a:gd name="connsiteY26" fmla="*/ 111993 h 1399728"/>
              <a:gd name="connsiteX27" fmla="*/ 677912 w 1543905"/>
              <a:gd name="connsiteY27" fmla="*/ 111807 h 1399728"/>
              <a:gd name="connsiteX28" fmla="*/ 678098 w 1543905"/>
              <a:gd name="connsiteY28" fmla="*/ 111621 h 1399728"/>
              <a:gd name="connsiteX29" fmla="*/ 865808 w 1543905"/>
              <a:gd name="connsiteY29" fmla="*/ 111621 h 1399728"/>
              <a:gd name="connsiteX30" fmla="*/ 865808 w 1543905"/>
              <a:gd name="connsiteY30" fmla="*/ 0 h 1399728"/>
              <a:gd name="connsiteX31" fmla="*/ 677912 w 1543905"/>
              <a:gd name="connsiteY31" fmla="*/ 0 h 1399728"/>
              <a:gd name="connsiteX32" fmla="*/ 565919 w 1543905"/>
              <a:gd name="connsiteY32" fmla="*/ 111993 h 1399728"/>
              <a:gd name="connsiteX33" fmla="*/ 565919 w 1543905"/>
              <a:gd name="connsiteY33" fmla="*/ 1020217 h 1399728"/>
              <a:gd name="connsiteX34" fmla="*/ 677912 w 1543905"/>
              <a:gd name="connsiteY34" fmla="*/ 1132210 h 1399728"/>
              <a:gd name="connsiteX35" fmla="*/ 865622 w 1543905"/>
              <a:gd name="connsiteY35" fmla="*/ 1132210 h 1399728"/>
              <a:gd name="connsiteX36" fmla="*/ 977615 w 1543905"/>
              <a:gd name="connsiteY36" fmla="*/ 1020217 h 1399728"/>
              <a:gd name="connsiteX37" fmla="*/ 977615 w 1543905"/>
              <a:gd name="connsiteY37" fmla="*/ 111993 h 1399728"/>
              <a:gd name="connsiteX38" fmla="*/ 865808 w 1543905"/>
              <a:gd name="connsiteY38" fmla="*/ 0 h 1399728"/>
              <a:gd name="connsiteX39" fmla="*/ 1380381 w 1543905"/>
              <a:gd name="connsiteY39" fmla="*/ 729072 h 1399728"/>
              <a:gd name="connsiteX40" fmla="*/ 1380753 w 1543905"/>
              <a:gd name="connsiteY40" fmla="*/ 729258 h 1399728"/>
              <a:gd name="connsiteX41" fmla="*/ 1380753 w 1543905"/>
              <a:gd name="connsiteY41" fmla="*/ 1020031 h 1399728"/>
              <a:gd name="connsiteX42" fmla="*/ 1380381 w 1543905"/>
              <a:gd name="connsiteY42" fmla="*/ 1020403 h 1399728"/>
              <a:gd name="connsiteX43" fmla="*/ 1192858 w 1543905"/>
              <a:gd name="connsiteY43" fmla="*/ 1020403 h 1399728"/>
              <a:gd name="connsiteX44" fmla="*/ 1192485 w 1543905"/>
              <a:gd name="connsiteY44" fmla="*/ 1020031 h 1399728"/>
              <a:gd name="connsiteX45" fmla="*/ 1192485 w 1543905"/>
              <a:gd name="connsiteY45" fmla="*/ 729444 h 1399728"/>
              <a:gd name="connsiteX46" fmla="*/ 1192485 w 1543905"/>
              <a:gd name="connsiteY46" fmla="*/ 729258 h 1399728"/>
              <a:gd name="connsiteX47" fmla="*/ 1192671 w 1543905"/>
              <a:gd name="connsiteY47" fmla="*/ 729072 h 1399728"/>
              <a:gd name="connsiteX48" fmla="*/ 1380381 w 1543905"/>
              <a:gd name="connsiteY48" fmla="*/ 729072 h 1399728"/>
              <a:gd name="connsiteX49" fmla="*/ 1380381 w 1543905"/>
              <a:gd name="connsiteY49" fmla="*/ 617451 h 1399728"/>
              <a:gd name="connsiteX50" fmla="*/ 1192671 w 1543905"/>
              <a:gd name="connsiteY50" fmla="*/ 617451 h 1399728"/>
              <a:gd name="connsiteX51" fmla="*/ 1080678 w 1543905"/>
              <a:gd name="connsiteY51" fmla="*/ 729444 h 1399728"/>
              <a:gd name="connsiteX52" fmla="*/ 1080678 w 1543905"/>
              <a:gd name="connsiteY52" fmla="*/ 1020031 h 1399728"/>
              <a:gd name="connsiteX53" fmla="*/ 1192671 w 1543905"/>
              <a:gd name="connsiteY53" fmla="*/ 1132024 h 1399728"/>
              <a:gd name="connsiteX54" fmla="*/ 1380381 w 1543905"/>
              <a:gd name="connsiteY54" fmla="*/ 1132024 h 1399728"/>
              <a:gd name="connsiteX55" fmla="*/ 1492374 w 1543905"/>
              <a:gd name="connsiteY55" fmla="*/ 1020031 h 1399728"/>
              <a:gd name="connsiteX56" fmla="*/ 1492374 w 1543905"/>
              <a:gd name="connsiteY56" fmla="*/ 729444 h 1399728"/>
              <a:gd name="connsiteX57" fmla="*/ 1380381 w 1543905"/>
              <a:gd name="connsiteY57" fmla="*/ 617451 h 1399728"/>
              <a:gd name="connsiteX58" fmla="*/ 1481956 w 1543905"/>
              <a:gd name="connsiteY58" fmla="*/ 1276201 h 1399728"/>
              <a:gd name="connsiteX59" fmla="*/ 61764 w 1543905"/>
              <a:gd name="connsiteY59" fmla="*/ 1276201 h 1399728"/>
              <a:gd name="connsiteX60" fmla="*/ 0 w 1543905"/>
              <a:gd name="connsiteY60" fmla="*/ 1337965 h 1399728"/>
              <a:gd name="connsiteX61" fmla="*/ 61764 w 1543905"/>
              <a:gd name="connsiteY61" fmla="*/ 1399729 h 1399728"/>
              <a:gd name="connsiteX62" fmla="*/ 1482142 w 1543905"/>
              <a:gd name="connsiteY62" fmla="*/ 1399729 h 1399728"/>
              <a:gd name="connsiteX63" fmla="*/ 1543906 w 1543905"/>
              <a:gd name="connsiteY63" fmla="*/ 1337965 h 1399728"/>
              <a:gd name="connsiteX64" fmla="*/ 1481956 w 1543905"/>
              <a:gd name="connsiteY64" fmla="*/ 1276201 h 1399728"/>
            </a:gdLst>
            <a:ahLst/>
            <a:cxnLst/>
            <a:rect l="l" t="t" r="r" b="b"/>
            <a:pathLst>
              <a:path w="1543905" h="1399728">
                <a:moveTo>
                  <a:pt x="351048" y="523317"/>
                </a:moveTo>
                <a:cubicBezTo>
                  <a:pt x="351234" y="523317"/>
                  <a:pt x="351234" y="523317"/>
                  <a:pt x="351048" y="523317"/>
                </a:cubicBezTo>
                <a:cubicBezTo>
                  <a:pt x="351234" y="523317"/>
                  <a:pt x="351420" y="523503"/>
                  <a:pt x="351420" y="523503"/>
                </a:cubicBezTo>
                <a:lnTo>
                  <a:pt x="351420" y="1020031"/>
                </a:lnTo>
                <a:lnTo>
                  <a:pt x="351048" y="1020403"/>
                </a:lnTo>
                <a:lnTo>
                  <a:pt x="163525" y="1020403"/>
                </a:lnTo>
                <a:lnTo>
                  <a:pt x="163153" y="1020031"/>
                </a:lnTo>
                <a:lnTo>
                  <a:pt x="163153" y="523503"/>
                </a:lnTo>
                <a:lnTo>
                  <a:pt x="163153" y="523317"/>
                </a:lnTo>
                <a:lnTo>
                  <a:pt x="163339" y="523131"/>
                </a:lnTo>
                <a:lnTo>
                  <a:pt x="351048" y="523131"/>
                </a:lnTo>
                <a:moveTo>
                  <a:pt x="351048" y="411696"/>
                </a:moveTo>
                <a:lnTo>
                  <a:pt x="163339" y="411696"/>
                </a:lnTo>
                <a:cubicBezTo>
                  <a:pt x="101575" y="411696"/>
                  <a:pt x="51346" y="461739"/>
                  <a:pt x="51346" y="523689"/>
                </a:cubicBezTo>
                <a:lnTo>
                  <a:pt x="51346" y="1020217"/>
                </a:lnTo>
                <a:cubicBezTo>
                  <a:pt x="51346" y="1081795"/>
                  <a:pt x="101761" y="1132210"/>
                  <a:pt x="163339" y="1132210"/>
                </a:cubicBezTo>
                <a:lnTo>
                  <a:pt x="351048" y="1132210"/>
                </a:lnTo>
                <a:cubicBezTo>
                  <a:pt x="412626" y="1132210"/>
                  <a:pt x="463042" y="1081795"/>
                  <a:pt x="463042" y="1020217"/>
                </a:cubicBezTo>
                <a:lnTo>
                  <a:pt x="463042" y="523503"/>
                </a:lnTo>
                <a:cubicBezTo>
                  <a:pt x="463042" y="461739"/>
                  <a:pt x="412998" y="411696"/>
                  <a:pt x="351048" y="411696"/>
                </a:cubicBezTo>
                <a:close/>
                <a:moveTo>
                  <a:pt x="865808" y="111621"/>
                </a:moveTo>
                <a:cubicBezTo>
                  <a:pt x="865994" y="111621"/>
                  <a:pt x="866180" y="111807"/>
                  <a:pt x="866180" y="111807"/>
                </a:cubicBezTo>
                <a:lnTo>
                  <a:pt x="866180" y="1020031"/>
                </a:lnTo>
                <a:lnTo>
                  <a:pt x="865808" y="1020403"/>
                </a:lnTo>
                <a:lnTo>
                  <a:pt x="678284" y="1020403"/>
                </a:lnTo>
                <a:lnTo>
                  <a:pt x="677912" y="1020031"/>
                </a:lnTo>
                <a:lnTo>
                  <a:pt x="677912" y="111993"/>
                </a:lnTo>
                <a:lnTo>
                  <a:pt x="677912" y="111807"/>
                </a:lnTo>
                <a:lnTo>
                  <a:pt x="678098" y="111621"/>
                </a:lnTo>
                <a:lnTo>
                  <a:pt x="865808" y="111621"/>
                </a:lnTo>
                <a:moveTo>
                  <a:pt x="865808" y="0"/>
                </a:moveTo>
                <a:lnTo>
                  <a:pt x="677912" y="0"/>
                </a:lnTo>
                <a:cubicBezTo>
                  <a:pt x="616148" y="0"/>
                  <a:pt x="565919" y="50043"/>
                  <a:pt x="565919" y="111993"/>
                </a:cubicBezTo>
                <a:lnTo>
                  <a:pt x="565919" y="1020217"/>
                </a:lnTo>
                <a:cubicBezTo>
                  <a:pt x="565919" y="1081795"/>
                  <a:pt x="616335" y="1132210"/>
                  <a:pt x="677912" y="1132210"/>
                </a:cubicBezTo>
                <a:lnTo>
                  <a:pt x="865622" y="1132210"/>
                </a:lnTo>
                <a:cubicBezTo>
                  <a:pt x="927199" y="1132210"/>
                  <a:pt x="977615" y="1081795"/>
                  <a:pt x="977615" y="1020217"/>
                </a:cubicBezTo>
                <a:lnTo>
                  <a:pt x="977615" y="111993"/>
                </a:lnTo>
                <a:cubicBezTo>
                  <a:pt x="977615" y="50043"/>
                  <a:pt x="927571" y="0"/>
                  <a:pt x="865808" y="0"/>
                </a:cubicBezTo>
                <a:close/>
                <a:moveTo>
                  <a:pt x="1380381" y="729072"/>
                </a:moveTo>
                <a:cubicBezTo>
                  <a:pt x="1380567" y="729072"/>
                  <a:pt x="1380753" y="729258"/>
                  <a:pt x="1380753" y="729258"/>
                </a:cubicBezTo>
                <a:lnTo>
                  <a:pt x="1380753" y="1020031"/>
                </a:lnTo>
                <a:lnTo>
                  <a:pt x="1380381" y="1020403"/>
                </a:lnTo>
                <a:lnTo>
                  <a:pt x="1192858" y="1020403"/>
                </a:lnTo>
                <a:lnTo>
                  <a:pt x="1192485" y="1020031"/>
                </a:lnTo>
                <a:lnTo>
                  <a:pt x="1192485" y="729444"/>
                </a:lnTo>
                <a:lnTo>
                  <a:pt x="1192485" y="729258"/>
                </a:lnTo>
                <a:lnTo>
                  <a:pt x="1192671" y="729072"/>
                </a:lnTo>
                <a:lnTo>
                  <a:pt x="1380381" y="729072"/>
                </a:lnTo>
                <a:moveTo>
                  <a:pt x="1380381" y="617451"/>
                </a:moveTo>
                <a:lnTo>
                  <a:pt x="1192671" y="617451"/>
                </a:lnTo>
                <a:cubicBezTo>
                  <a:pt x="1130908" y="617451"/>
                  <a:pt x="1080678" y="667494"/>
                  <a:pt x="1080678" y="729444"/>
                </a:cubicBezTo>
                <a:lnTo>
                  <a:pt x="1080678" y="1020031"/>
                </a:lnTo>
                <a:cubicBezTo>
                  <a:pt x="1080678" y="1081608"/>
                  <a:pt x="1131094" y="1132024"/>
                  <a:pt x="1192671" y="1132024"/>
                </a:cubicBezTo>
                <a:lnTo>
                  <a:pt x="1380381" y="1132024"/>
                </a:lnTo>
                <a:cubicBezTo>
                  <a:pt x="1441959" y="1132024"/>
                  <a:pt x="1492374" y="1081608"/>
                  <a:pt x="1492374" y="1020031"/>
                </a:cubicBezTo>
                <a:lnTo>
                  <a:pt x="1492374" y="729444"/>
                </a:lnTo>
                <a:cubicBezTo>
                  <a:pt x="1492374" y="667680"/>
                  <a:pt x="1442145" y="617451"/>
                  <a:pt x="1380381" y="617451"/>
                </a:cubicBezTo>
                <a:close/>
                <a:moveTo>
                  <a:pt x="1481956" y="1276201"/>
                </a:moveTo>
                <a:lnTo>
                  <a:pt x="61764" y="1276201"/>
                </a:lnTo>
                <a:cubicBezTo>
                  <a:pt x="27719" y="1276201"/>
                  <a:pt x="0" y="1303920"/>
                  <a:pt x="0" y="1337965"/>
                </a:cubicBezTo>
                <a:cubicBezTo>
                  <a:pt x="0" y="1372009"/>
                  <a:pt x="27719" y="1399729"/>
                  <a:pt x="61764" y="1399729"/>
                </a:cubicBezTo>
                <a:lnTo>
                  <a:pt x="1482142" y="1399729"/>
                </a:lnTo>
                <a:cubicBezTo>
                  <a:pt x="1516187" y="1399729"/>
                  <a:pt x="1543906" y="1372009"/>
                  <a:pt x="1543906" y="1337965"/>
                </a:cubicBezTo>
                <a:cubicBezTo>
                  <a:pt x="1543720" y="1303734"/>
                  <a:pt x="1516187" y="1276201"/>
                  <a:pt x="1481956" y="1276201"/>
                </a:cubicBezTo>
                <a:close/>
              </a:path>
            </a:pathLst>
          </a:custGeom>
          <a:solidFill>
            <a:schemeClr val="accent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685800" y="3764641"/>
            <a:ext cx="2171700" cy="1569359"/>
          </a:xfrm>
          <a:prstGeom prst="rect">
            <a:avLst/>
          </a:prstGeom>
          <a:solidFill>
            <a:schemeClr val="accent1"/>
          </a:solidFill>
          <a:ln w="12700" cap="rnd">
            <a:noFill/>
            <a:round/>
            <a:headEnd/>
            <a:tailEnd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316690" y="373380"/>
            <a:ext cx="8171180" cy="655320"/>
          </a:xfrm>
          <a:prstGeom prst="roundRect">
            <a:avLst>
              <a:gd name="adj" fmla="val 13854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783520" y="4670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Virtual Private Cloud (VPC)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24765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48287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6750000"/>
            <a:ext cx="108000" cy="108000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12084000" y="6750000"/>
            <a:ext cx="108000" cy="108000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222885" y="6750000"/>
            <a:ext cx="11747442" cy="10800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660400" y="1473274"/>
            <a:ext cx="5089116" cy="4199313"/>
          </a:xfrm>
          <a:prstGeom prst="roundRect">
            <a:avLst>
              <a:gd name="adj" fmla="val 2269"/>
            </a:avLst>
          </a:prstGeom>
          <a:solidFill>
            <a:schemeClr val="bg1"/>
          </a:solidFill>
          <a:ln w="38100" cap="sq">
            <a:noFill/>
            <a:miter/>
            <a:headEnd/>
            <a:tailEnd/>
          </a:ln>
          <a:effectLst>
            <a:outerShdw blurRad="381000" dist="127000" dir="2700000" algn="tl" rotWithShape="0">
              <a:schemeClr val="tx1">
                <a:lumMod val="85000"/>
                <a:lumOff val="15000"/>
                <a:alpha val="15000"/>
              </a:schemeClr>
            </a:outerShdw>
          </a:effectLst>
        </p:spPr>
        <p:txBody>
          <a:bodyPr vert="horz" wrap="square" lIns="38102" tIns="38102" rIns="38102" bIns="38102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660400" y="1462039"/>
            <a:ext cx="5089116" cy="1100614"/>
          </a:xfrm>
          <a:custGeom>
            <a:avLst/>
            <a:gdLst>
              <a:gd name="T0" fmla="*/ 2147483646 w 21600"/>
              <a:gd name="T1" fmla="*/ 1893004841 h 21600"/>
              <a:gd name="T2" fmla="*/ 2147483646 w 21600"/>
              <a:gd name="T3" fmla="*/ 1893004841 h 21600"/>
              <a:gd name="T4" fmla="*/ 2147483646 w 21600"/>
              <a:gd name="T5" fmla="*/ 1893004841 h 21600"/>
              <a:gd name="T6" fmla="*/ 2147483646 w 21600"/>
              <a:gd name="T7" fmla="*/ 1893004841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/>
            <a:rect l="0" t="0" r="r" b="b"/>
            <a:pathLst>
              <a:path w="21600" h="21600" extrusionOk="0">
                <a:moveTo>
                  <a:pt x="749" y="0"/>
                </a:moveTo>
                <a:lnTo>
                  <a:pt x="20851" y="0"/>
                </a:lnTo>
                <a:cubicBezTo>
                  <a:pt x="20959" y="0"/>
                  <a:pt x="21039" y="0"/>
                  <a:pt x="21108" y="21"/>
                </a:cubicBezTo>
                <a:cubicBezTo>
                  <a:pt x="21177" y="42"/>
                  <a:pt x="21233" y="83"/>
                  <a:pt x="21291" y="167"/>
                </a:cubicBezTo>
                <a:cubicBezTo>
                  <a:pt x="21354" y="272"/>
                  <a:pt x="21411" y="438"/>
                  <a:pt x="21457" y="649"/>
                </a:cubicBezTo>
                <a:cubicBezTo>
                  <a:pt x="21504" y="861"/>
                  <a:pt x="21540" y="1118"/>
                  <a:pt x="21563" y="1406"/>
                </a:cubicBezTo>
                <a:cubicBezTo>
                  <a:pt x="21582" y="1670"/>
                  <a:pt x="21591" y="1925"/>
                  <a:pt x="21595" y="2239"/>
                </a:cubicBezTo>
                <a:cubicBezTo>
                  <a:pt x="21600" y="2552"/>
                  <a:pt x="21600" y="2924"/>
                  <a:pt x="21600" y="3420"/>
                </a:cubicBezTo>
                <a:lnTo>
                  <a:pt x="21600" y="21600"/>
                </a:lnTo>
                <a:lnTo>
                  <a:pt x="0" y="21585"/>
                </a:lnTo>
                <a:lnTo>
                  <a:pt x="0" y="3405"/>
                </a:lnTo>
                <a:cubicBezTo>
                  <a:pt x="0" y="2917"/>
                  <a:pt x="0" y="2549"/>
                  <a:pt x="5" y="2237"/>
                </a:cubicBezTo>
                <a:cubicBezTo>
                  <a:pt x="9" y="1925"/>
                  <a:pt x="18" y="1670"/>
                  <a:pt x="37" y="1406"/>
                </a:cubicBezTo>
                <a:cubicBezTo>
                  <a:pt x="60" y="1118"/>
                  <a:pt x="96" y="861"/>
                  <a:pt x="143" y="649"/>
                </a:cubicBezTo>
                <a:cubicBezTo>
                  <a:pt x="189" y="438"/>
                  <a:pt x="246" y="272"/>
                  <a:pt x="309" y="167"/>
                </a:cubicBezTo>
                <a:cubicBezTo>
                  <a:pt x="367" y="83"/>
                  <a:pt x="423" y="42"/>
                  <a:pt x="492" y="21"/>
                </a:cubicBezTo>
                <a:cubicBezTo>
                  <a:pt x="561" y="0"/>
                  <a:pt x="643" y="0"/>
                  <a:pt x="752" y="0"/>
                </a:cubicBezTo>
                <a:lnTo>
                  <a:pt x="749" y="0"/>
                </a:lnTo>
                <a:close/>
              </a:path>
            </a:pathLst>
          </a:custGeom>
          <a:gradFill>
            <a:gsLst>
              <a:gs pos="1000">
                <a:schemeClr val="accent3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2700000" scaled="0"/>
          </a:gradFill>
          <a:ln w="12700" cap="sq">
            <a:noFill/>
            <a:miter/>
          </a:ln>
          <a:effectLst/>
        </p:spPr>
        <p:txBody>
          <a:bodyPr vert="horz" wrap="square" lIns="45720" tIns="22860" rIns="45720" bIns="2286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1024143" y="2867026"/>
            <a:ext cx="4361628" cy="2462261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An overview of Google Cloud Operations Suite as a comprehensive platform for monitoring, logging, and maintaining the performance and reliability of cloud resources.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1024143" y="1513387"/>
            <a:ext cx="4361628" cy="1025201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64008" tIns="32004" rIns="64008" bIns="32004" rtlCol="0" anchor="ctr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Google Cloud Operations Suite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6427826" y="1473274"/>
            <a:ext cx="5091074" cy="4199313"/>
          </a:xfrm>
          <a:prstGeom prst="roundRect">
            <a:avLst>
              <a:gd name="adj" fmla="val 2269"/>
            </a:avLst>
          </a:prstGeom>
          <a:solidFill>
            <a:schemeClr val="bg1"/>
          </a:solidFill>
          <a:ln w="38100" cap="sq">
            <a:noFill/>
            <a:miter/>
            <a:headEnd/>
            <a:tailEnd/>
          </a:ln>
          <a:effectLst>
            <a:outerShdw blurRad="381000" dist="127000" dir="2700000" algn="tl" rotWithShape="0">
              <a:schemeClr val="tx1">
                <a:lumMod val="85000"/>
                <a:lumOff val="15000"/>
                <a:alpha val="15000"/>
              </a:schemeClr>
            </a:outerShdw>
          </a:effectLst>
        </p:spPr>
        <p:txBody>
          <a:bodyPr vert="horz" wrap="square" lIns="38102" tIns="38102" rIns="38102" bIns="38102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6427826" y="1462039"/>
            <a:ext cx="5091074" cy="1100614"/>
          </a:xfrm>
          <a:custGeom>
            <a:avLst/>
            <a:gdLst>
              <a:gd name="T0" fmla="*/ 2147483646 w 21600"/>
              <a:gd name="T1" fmla="*/ 1893004841 h 21600"/>
              <a:gd name="T2" fmla="*/ 2147483646 w 21600"/>
              <a:gd name="T3" fmla="*/ 1893004841 h 21600"/>
              <a:gd name="T4" fmla="*/ 2147483646 w 21600"/>
              <a:gd name="T5" fmla="*/ 1893004841 h 21600"/>
              <a:gd name="T6" fmla="*/ 2147483646 w 21600"/>
              <a:gd name="T7" fmla="*/ 1893004841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/>
            <a:rect l="0" t="0" r="r" b="b"/>
            <a:pathLst>
              <a:path w="21600" h="21600" extrusionOk="0">
                <a:moveTo>
                  <a:pt x="749" y="0"/>
                </a:moveTo>
                <a:lnTo>
                  <a:pt x="20851" y="0"/>
                </a:lnTo>
                <a:cubicBezTo>
                  <a:pt x="20959" y="0"/>
                  <a:pt x="21039" y="0"/>
                  <a:pt x="21108" y="21"/>
                </a:cubicBezTo>
                <a:cubicBezTo>
                  <a:pt x="21177" y="42"/>
                  <a:pt x="21233" y="83"/>
                  <a:pt x="21291" y="167"/>
                </a:cubicBezTo>
                <a:cubicBezTo>
                  <a:pt x="21354" y="272"/>
                  <a:pt x="21411" y="438"/>
                  <a:pt x="21457" y="649"/>
                </a:cubicBezTo>
                <a:cubicBezTo>
                  <a:pt x="21504" y="861"/>
                  <a:pt x="21540" y="1118"/>
                  <a:pt x="21563" y="1406"/>
                </a:cubicBezTo>
                <a:cubicBezTo>
                  <a:pt x="21582" y="1670"/>
                  <a:pt x="21591" y="1925"/>
                  <a:pt x="21595" y="2239"/>
                </a:cubicBezTo>
                <a:cubicBezTo>
                  <a:pt x="21600" y="2552"/>
                  <a:pt x="21600" y="2924"/>
                  <a:pt x="21600" y="3420"/>
                </a:cubicBezTo>
                <a:lnTo>
                  <a:pt x="21600" y="21600"/>
                </a:lnTo>
                <a:lnTo>
                  <a:pt x="0" y="21585"/>
                </a:lnTo>
                <a:lnTo>
                  <a:pt x="0" y="3405"/>
                </a:lnTo>
                <a:cubicBezTo>
                  <a:pt x="0" y="2917"/>
                  <a:pt x="0" y="2549"/>
                  <a:pt x="5" y="2237"/>
                </a:cubicBezTo>
                <a:cubicBezTo>
                  <a:pt x="9" y="1925"/>
                  <a:pt x="18" y="1670"/>
                  <a:pt x="37" y="1406"/>
                </a:cubicBezTo>
                <a:cubicBezTo>
                  <a:pt x="60" y="1118"/>
                  <a:pt x="96" y="861"/>
                  <a:pt x="143" y="649"/>
                </a:cubicBezTo>
                <a:cubicBezTo>
                  <a:pt x="189" y="438"/>
                  <a:pt x="246" y="272"/>
                  <a:pt x="309" y="167"/>
                </a:cubicBezTo>
                <a:cubicBezTo>
                  <a:pt x="367" y="83"/>
                  <a:pt x="423" y="42"/>
                  <a:pt x="492" y="21"/>
                </a:cubicBezTo>
                <a:cubicBezTo>
                  <a:pt x="561" y="0"/>
                  <a:pt x="643" y="0"/>
                  <a:pt x="752" y="0"/>
                </a:cubicBezTo>
                <a:lnTo>
                  <a:pt x="749" y="0"/>
                </a:lnTo>
                <a:close/>
              </a:path>
            </a:pathLst>
          </a:custGeom>
          <a:gradFill>
            <a:gsLst>
              <a:gs pos="1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 w="12700" cap="sq">
            <a:noFill/>
            <a:miter/>
          </a:ln>
          <a:effectLst/>
        </p:spPr>
        <p:txBody>
          <a:bodyPr vert="horz" wrap="square" lIns="45720" tIns="22860" rIns="45720" bIns="22860"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6792549" y="2867024"/>
            <a:ext cx="4361628" cy="2462261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Insights into effectively managing cloud resources and understanding billing practices to optimize costs, budget forecasting, and track usage across various services.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6792549" y="1513387"/>
            <a:ext cx="4361628" cy="1025201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64008" tIns="32004" rIns="64008" bIns="32004" rtlCol="0" anchor="ctr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Resource Management and Billing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316690" y="373380"/>
            <a:ext cx="8171180" cy="655320"/>
          </a:xfrm>
          <a:prstGeom prst="roundRect">
            <a:avLst>
              <a:gd name="adj" fmla="val 13854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783520" y="4670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Monitoring and Management Tools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24765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48287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alphaModFix/>
          </a:blip>
          <a:srcRect l="-24961" t="40080" r="14523" b="-48788"/>
          <a:stretch>
            <a:fillRect/>
          </a:stretch>
        </p:blipFill>
        <p:spPr>
          <a:xfrm flipH="1">
            <a:off x="6421776" y="2049832"/>
            <a:ext cx="8616950" cy="8481867"/>
          </a:xfrm>
          <a:custGeom>
            <a:avLst/>
            <a:gdLst/>
            <a:ahLst/>
            <a:cxnLst/>
            <a:rect l="l" t="t" r="r" b="b"/>
            <a:pathLst>
              <a:path w="8623300" h="8483600">
                <a:moveTo>
                  <a:pt x="3234141" y="0"/>
                </a:moveTo>
                <a:lnTo>
                  <a:pt x="3231720" y="559"/>
                </a:lnTo>
                <a:cubicBezTo>
                  <a:pt x="1373261" y="478720"/>
                  <a:pt x="0" y="2165685"/>
                  <a:pt x="0" y="4173392"/>
                </a:cubicBezTo>
                <a:cubicBezTo>
                  <a:pt x="0" y="6552897"/>
                  <a:pt x="1928970" y="8481867"/>
                  <a:pt x="4308475" y="8481867"/>
                </a:cubicBezTo>
                <a:cubicBezTo>
                  <a:pt x="6687980" y="8481867"/>
                  <a:pt x="8616950" y="6552897"/>
                  <a:pt x="8616950" y="4173392"/>
                </a:cubicBezTo>
                <a:cubicBezTo>
                  <a:pt x="8616950" y="3504156"/>
                  <a:pt x="8464365" y="2870559"/>
                  <a:pt x="8192088" y="2305490"/>
                </a:cubicBezTo>
                <a:lnTo>
                  <a:pt x="8154241" y="2231595"/>
                </a:lnTo>
                <a:lnTo>
                  <a:pt x="8154241" y="4675248"/>
                </a:lnTo>
                <a:lnTo>
                  <a:pt x="7665669" y="4675248"/>
                </a:lnTo>
                <a:lnTo>
                  <a:pt x="7663753" y="4690324"/>
                </a:lnTo>
                <a:cubicBezTo>
                  <a:pt x="7414797" y="6319652"/>
                  <a:pt x="6007394" y="7567781"/>
                  <a:pt x="4308475" y="7567781"/>
                </a:cubicBezTo>
                <a:cubicBezTo>
                  <a:pt x="2433806" y="7567781"/>
                  <a:pt x="914086" y="6048061"/>
                  <a:pt x="914086" y="4173392"/>
                </a:cubicBezTo>
                <a:cubicBezTo>
                  <a:pt x="914086" y="2708807"/>
                  <a:pt x="1841649" y="1460866"/>
                  <a:pt x="3141370" y="984974"/>
                </a:cubicBezTo>
                <a:lnTo>
                  <a:pt x="3234141" y="953584"/>
                </a:lnTo>
                <a:lnTo>
                  <a:pt x="3234141" y="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" name="标题 1"/>
          <p:cNvSpPr txBox="1"/>
          <p:nvPr/>
        </p:nvSpPr>
        <p:spPr>
          <a:xfrm>
            <a:off x="660400" y="1158466"/>
            <a:ext cx="10858500" cy="5078822"/>
          </a:xfrm>
          <a:prstGeom prst="roundRect">
            <a:avLst>
              <a:gd name="adj" fmla="val 1391"/>
            </a:avLst>
          </a:prstGeom>
          <a:solidFill>
            <a:schemeClr val="bg1"/>
          </a:solidFill>
          <a:ln w="1270" cap="sq">
            <a:solidFill>
              <a:schemeClr val="accent1">
                <a:alpha val="50000"/>
              </a:schemeClr>
            </a:solidFill>
            <a:miter/>
          </a:ln>
          <a:effectLst>
            <a:outerShdw blurRad="279400" dist="114300" dir="2700000" sx="102000" sy="102000" algn="tl" rotWithShape="0">
              <a:schemeClr val="accent1">
                <a:alpha val="13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9757458" y="222813"/>
            <a:ext cx="2434542" cy="6412374"/>
          </a:xfrm>
          <a:custGeom>
            <a:avLst/>
            <a:gdLst>
              <a:gd name="connsiteX0" fmla="*/ 0 w 2434542"/>
              <a:gd name="connsiteY0" fmla="*/ 0 h 6412374"/>
              <a:gd name="connsiteX1" fmla="*/ 2434542 w 2434542"/>
              <a:gd name="connsiteY1" fmla="*/ 0 h 6412374"/>
              <a:gd name="connsiteX2" fmla="*/ 2434542 w 2434542"/>
              <a:gd name="connsiteY2" fmla="*/ 6412374 h 6412374"/>
              <a:gd name="connsiteX3" fmla="*/ 0 w 2434542"/>
              <a:gd name="connsiteY3" fmla="*/ 6412374 h 6412374"/>
              <a:gd name="connsiteX4" fmla="*/ 0 w 2434542"/>
              <a:gd name="connsiteY4" fmla="*/ 5099569 h 6412374"/>
              <a:gd name="connsiteX5" fmla="*/ 40695 w 2434542"/>
              <a:gd name="connsiteY5" fmla="*/ 5097514 h 6412374"/>
              <a:gd name="connsiteX6" fmla="*/ 1747456 w 2434542"/>
              <a:gd name="connsiteY6" fmla="*/ 3206187 h 6412374"/>
              <a:gd name="connsiteX7" fmla="*/ 40695 w 2434542"/>
              <a:gd name="connsiteY7" fmla="*/ 1314861 h 6412374"/>
              <a:gd name="connsiteX8" fmla="*/ 0 w 2434542"/>
              <a:gd name="connsiteY8" fmla="*/ 1312806 h 6412374"/>
            </a:gdLst>
            <a:ahLst/>
            <a:cxnLst/>
            <a:rect l="l" t="t" r="r" b="b"/>
            <a:pathLst>
              <a:path w="2434542" h="6412374">
                <a:moveTo>
                  <a:pt x="0" y="0"/>
                </a:moveTo>
                <a:lnTo>
                  <a:pt x="2434542" y="0"/>
                </a:lnTo>
                <a:lnTo>
                  <a:pt x="2434542" y="6412374"/>
                </a:lnTo>
                <a:lnTo>
                  <a:pt x="0" y="6412374"/>
                </a:lnTo>
                <a:lnTo>
                  <a:pt x="0" y="5099569"/>
                </a:lnTo>
                <a:lnTo>
                  <a:pt x="40695" y="5097514"/>
                </a:lnTo>
                <a:cubicBezTo>
                  <a:pt x="999357" y="5000156"/>
                  <a:pt x="1747456" y="4190536"/>
                  <a:pt x="1747456" y="3206187"/>
                </a:cubicBezTo>
                <a:cubicBezTo>
                  <a:pt x="1747456" y="2221838"/>
                  <a:pt x="999357" y="1412218"/>
                  <a:pt x="40695" y="1314861"/>
                </a:cubicBezTo>
                <a:lnTo>
                  <a:pt x="0" y="1312806"/>
                </a:lnTo>
                <a:close/>
              </a:path>
            </a:pathLst>
          </a:cu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7935560" y="1756177"/>
            <a:ext cx="3345872" cy="3345872"/>
          </a:xfrm>
          <a:prstGeom prst="ellipse">
            <a:avLst/>
          </a:prstGeom>
          <a:solidFill>
            <a:schemeClr val="bg1"/>
          </a:solidFill>
          <a:ln w="1270" cap="sq">
            <a:solidFill>
              <a:schemeClr val="accent1">
                <a:alpha val="50000"/>
              </a:schemeClr>
            </a:solidFill>
            <a:miter/>
          </a:ln>
          <a:effectLst>
            <a:outerShdw blurRad="279400" dist="114300" dir="2700000" sx="102000" sy="102000" algn="tl" rotWithShape="0">
              <a:schemeClr val="accent1">
                <a:alpha val="8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9757458" y="0"/>
            <a:ext cx="2434542" cy="80347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9757458" y="6782257"/>
            <a:ext cx="2434542" cy="80347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660400" y="1158353"/>
            <a:ext cx="73222" cy="5078822"/>
          </a:xfrm>
          <a:prstGeom prst="roundRect">
            <a:avLst>
              <a:gd name="adj" fmla="val 1391"/>
            </a:avLst>
          </a:prstGeom>
          <a:solidFill>
            <a:schemeClr val="accent1"/>
          </a:solidFill>
          <a:ln w="1270" cap="sq">
            <a:solidFill>
              <a:schemeClr val="accent1">
                <a:alpha val="50000"/>
              </a:schemeClr>
            </a:solidFill>
            <a:miter/>
          </a:ln>
          <a:effectLst>
            <a:outerShdw blurRad="279400" dist="114300" dir="2700000" sx="102000" sy="102000" algn="tl" rotWithShape="0">
              <a:schemeClr val="accent1">
                <a:alpha val="13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9" name="Group 8"/>
          <p:cNvGrpSpPr/>
          <p:nvPr/>
        </p:nvGrpSpPr>
        <p:grpSpPr>
          <a:xfrm>
            <a:off x="11104275" y="757558"/>
            <a:ext cx="413788" cy="106766"/>
            <a:chOff x="11104275" y="757558"/>
            <a:chExt cx="413788" cy="106766"/>
          </a:xfrm>
        </p:grpSpPr>
        <p:sp>
          <p:nvSpPr>
            <p:cNvPr id="10" name="标题 1"/>
            <p:cNvSpPr txBox="1"/>
            <p:nvPr/>
          </p:nvSpPr>
          <p:spPr>
            <a:xfrm flipV="1">
              <a:off x="11104275" y="766766"/>
              <a:ext cx="97558" cy="97558"/>
            </a:xfrm>
            <a:custGeom>
              <a:avLst/>
              <a:gdLst>
                <a:gd name="connsiteX0" fmla="*/ 408329 w 912112"/>
                <a:gd name="connsiteY0" fmla="*/ 565587 h 912112"/>
                <a:gd name="connsiteX1" fmla="*/ 276312 w 912112"/>
                <a:gd name="connsiteY1" fmla="*/ 765627 h 912112"/>
                <a:gd name="connsiteX2" fmla="*/ 145904 w 912112"/>
                <a:gd name="connsiteY2" fmla="*/ 788190 h 912112"/>
                <a:gd name="connsiteX3" fmla="*/ 126702 w 912112"/>
                <a:gd name="connsiteY3" fmla="*/ 656438 h 912112"/>
                <a:gd name="connsiteX4" fmla="*/ 161938 w 912112"/>
                <a:gd name="connsiteY4" fmla="*/ 627178 h 912112"/>
                <a:gd name="connsiteX5" fmla="*/ 349569 w 912112"/>
                <a:gd name="connsiteY5" fmla="*/ 498522 h 912112"/>
                <a:gd name="connsiteX6" fmla="*/ 111124 w 912112"/>
                <a:gd name="connsiteY6" fmla="*/ 548113 h 912112"/>
                <a:gd name="connsiteX7" fmla="*/ 4815 w 912112"/>
                <a:gd name="connsiteY7" fmla="*/ 481120 h 912112"/>
                <a:gd name="connsiteX8" fmla="*/ 63118 w 912112"/>
                <a:gd name="connsiteY8" fmla="*/ 369555 h 912112"/>
                <a:gd name="connsiteX9" fmla="*/ 131238 w 912112"/>
                <a:gd name="connsiteY9" fmla="*/ 369555 h 912112"/>
                <a:gd name="connsiteX10" fmla="*/ 348345 w 912112"/>
                <a:gd name="connsiteY10" fmla="*/ 408751 h 912112"/>
                <a:gd name="connsiteX11" fmla="*/ 159538 w 912112"/>
                <a:gd name="connsiteY11" fmla="*/ 285400 h 912112"/>
                <a:gd name="connsiteX12" fmla="*/ 109828 w 912112"/>
                <a:gd name="connsiteY12" fmla="*/ 219200 h 912112"/>
                <a:gd name="connsiteX13" fmla="*/ 162394 w 912112"/>
                <a:gd name="connsiteY13" fmla="*/ 115987 h 912112"/>
                <a:gd name="connsiteX14" fmla="*/ 276264 w 912112"/>
                <a:gd name="connsiteY14" fmla="*/ 147767 h 912112"/>
                <a:gd name="connsiteX15" fmla="*/ 395679 w 912112"/>
                <a:gd name="connsiteY15" fmla="*/ 329182 h 912112"/>
                <a:gd name="connsiteX16" fmla="*/ 415193 w 912112"/>
                <a:gd name="connsiteY16" fmla="*/ 350616 h 912112"/>
                <a:gd name="connsiteX17" fmla="*/ 369924 w 912112"/>
                <a:gd name="connsiteY17" fmla="*/ 134350 h 912112"/>
                <a:gd name="connsiteX18" fmla="*/ 366443 w 912112"/>
                <a:gd name="connsiteY18" fmla="*/ 72518 h 912112"/>
                <a:gd name="connsiteX19" fmla="*/ 477769 w 912112"/>
                <a:gd name="connsiteY19" fmla="*/ 3965 h 912112"/>
                <a:gd name="connsiteX20" fmla="*/ 547930 w 912112"/>
                <a:gd name="connsiteY20" fmla="*/ 107970 h 912112"/>
                <a:gd name="connsiteX21" fmla="*/ 502132 w 912112"/>
                <a:gd name="connsiteY21" fmla="*/ 330382 h 912112"/>
                <a:gd name="connsiteX22" fmla="*/ 498028 w 912112"/>
                <a:gd name="connsiteY22" fmla="*/ 358753 h 912112"/>
                <a:gd name="connsiteX23" fmla="*/ 630692 w 912112"/>
                <a:gd name="connsiteY23" fmla="*/ 156096 h 912112"/>
                <a:gd name="connsiteX24" fmla="*/ 701933 w 912112"/>
                <a:gd name="connsiteY24" fmla="*/ 108738 h 912112"/>
                <a:gd name="connsiteX25" fmla="*/ 799121 w 912112"/>
                <a:gd name="connsiteY25" fmla="*/ 166634 h 912112"/>
                <a:gd name="connsiteX26" fmla="*/ 764772 w 912112"/>
                <a:gd name="connsiteY26" fmla="*/ 277287 h 912112"/>
                <a:gd name="connsiteX27" fmla="*/ 586167 w 912112"/>
                <a:gd name="connsiteY27" fmla="*/ 394902 h 912112"/>
                <a:gd name="connsiteX28" fmla="*/ 565068 w 912112"/>
                <a:gd name="connsiteY28" fmla="*/ 414944 h 912112"/>
                <a:gd name="connsiteX29" fmla="*/ 784719 w 912112"/>
                <a:gd name="connsiteY29" fmla="*/ 369002 h 912112"/>
                <a:gd name="connsiteX30" fmla="*/ 849671 w 912112"/>
                <a:gd name="connsiteY30" fmla="*/ 369363 h 912112"/>
                <a:gd name="connsiteX31" fmla="*/ 908502 w 912112"/>
                <a:gd name="connsiteY31" fmla="*/ 480592 h 912112"/>
                <a:gd name="connsiteX32" fmla="*/ 802745 w 912112"/>
                <a:gd name="connsiteY32" fmla="*/ 548257 h 912112"/>
                <a:gd name="connsiteX33" fmla="*/ 563820 w 912112"/>
                <a:gd name="connsiteY33" fmla="*/ 498522 h 912112"/>
                <a:gd name="connsiteX34" fmla="*/ 580814 w 912112"/>
                <a:gd name="connsiteY34" fmla="*/ 515540 h 912112"/>
                <a:gd name="connsiteX35" fmla="*/ 759516 w 912112"/>
                <a:gd name="connsiteY35" fmla="*/ 632819 h 912112"/>
                <a:gd name="connsiteX36" fmla="*/ 802577 w 912112"/>
                <a:gd name="connsiteY36" fmla="*/ 734663 h 912112"/>
                <a:gd name="connsiteX37" fmla="*/ 731384 w 912112"/>
                <a:gd name="connsiteY37" fmla="*/ 803864 h 912112"/>
                <a:gd name="connsiteX38" fmla="*/ 632636 w 912112"/>
                <a:gd name="connsiteY38" fmla="*/ 760467 h 912112"/>
                <a:gd name="connsiteX39" fmla="*/ 520758 w 912112"/>
                <a:gd name="connsiteY39" fmla="*/ 589830 h 912112"/>
                <a:gd name="connsiteX40" fmla="*/ 498412 w 912112"/>
                <a:gd name="connsiteY40" fmla="*/ 563930 h 912112"/>
                <a:gd name="connsiteX41" fmla="*/ 547522 w 912112"/>
                <a:gd name="connsiteY41" fmla="*/ 803432 h 912112"/>
                <a:gd name="connsiteX42" fmla="*/ 489483 w 912112"/>
                <a:gd name="connsiteY42" fmla="*/ 906093 h 912112"/>
                <a:gd name="connsiteX43" fmla="*/ 365795 w 912112"/>
                <a:gd name="connsiteY43" fmla="*/ 804824 h 912112"/>
                <a:gd name="connsiteX44" fmla="*/ 410609 w 912112"/>
                <a:gd name="connsiteY44" fmla="*/ 585629 h 912112"/>
                <a:gd name="connsiteX45" fmla="*/ 413729 w 912112"/>
                <a:gd name="connsiteY45" fmla="*/ 566427 h 912112"/>
              </a:gdLst>
              <a:ahLst/>
              <a:cxnLst/>
              <a:rect l="l" t="t" r="r" b="b"/>
              <a:pathLst>
                <a:path w="912112" h="912112">
                  <a:moveTo>
                    <a:pt x="408329" y="565587"/>
                  </a:moveTo>
                  <a:cubicBezTo>
                    <a:pt x="364427" y="632339"/>
                    <a:pt x="321414" y="699691"/>
                    <a:pt x="276312" y="765627"/>
                  </a:cubicBezTo>
                  <a:cubicBezTo>
                    <a:pt x="245637" y="810417"/>
                    <a:pt x="188462" y="819082"/>
                    <a:pt x="145904" y="788190"/>
                  </a:cubicBezTo>
                  <a:cubicBezTo>
                    <a:pt x="104139" y="757874"/>
                    <a:pt x="95498" y="698179"/>
                    <a:pt x="126702" y="656438"/>
                  </a:cubicBezTo>
                  <a:cubicBezTo>
                    <a:pt x="136135" y="643788"/>
                    <a:pt x="149097" y="635603"/>
                    <a:pt x="161938" y="627178"/>
                  </a:cubicBezTo>
                  <a:cubicBezTo>
                    <a:pt x="225042" y="585845"/>
                    <a:pt x="288194" y="544560"/>
                    <a:pt x="349569" y="498522"/>
                  </a:cubicBezTo>
                  <a:cubicBezTo>
                    <a:pt x="270096" y="515132"/>
                    <a:pt x="190766" y="532463"/>
                    <a:pt x="111124" y="548113"/>
                  </a:cubicBezTo>
                  <a:cubicBezTo>
                    <a:pt x="63570" y="557289"/>
                    <a:pt x="17058" y="527979"/>
                    <a:pt x="4815" y="481120"/>
                  </a:cubicBezTo>
                  <a:cubicBezTo>
                    <a:pt x="-7187" y="433234"/>
                    <a:pt x="17536" y="386093"/>
                    <a:pt x="63118" y="369555"/>
                  </a:cubicBezTo>
                  <a:cubicBezTo>
                    <a:pt x="85849" y="361298"/>
                    <a:pt x="108436" y="364754"/>
                    <a:pt x="131238" y="369555"/>
                  </a:cubicBezTo>
                  <a:cubicBezTo>
                    <a:pt x="202743" y="384676"/>
                    <a:pt x="274344" y="399462"/>
                    <a:pt x="348345" y="408751"/>
                  </a:cubicBezTo>
                  <a:cubicBezTo>
                    <a:pt x="285433" y="367586"/>
                    <a:pt x="222642" y="326229"/>
                    <a:pt x="159538" y="285400"/>
                  </a:cubicBezTo>
                  <a:cubicBezTo>
                    <a:pt x="134599" y="269294"/>
                    <a:pt x="115229" y="249564"/>
                    <a:pt x="109828" y="219200"/>
                  </a:cubicBezTo>
                  <a:cubicBezTo>
                    <a:pt x="101907" y="175203"/>
                    <a:pt x="123246" y="133389"/>
                    <a:pt x="162394" y="115987"/>
                  </a:cubicBezTo>
                  <a:cubicBezTo>
                    <a:pt x="203199" y="97817"/>
                    <a:pt x="250029" y="109434"/>
                    <a:pt x="276264" y="147767"/>
                  </a:cubicBezTo>
                  <a:cubicBezTo>
                    <a:pt x="317069" y="207511"/>
                    <a:pt x="355810" y="268742"/>
                    <a:pt x="395679" y="329182"/>
                  </a:cubicBezTo>
                  <a:cubicBezTo>
                    <a:pt x="400312" y="336214"/>
                    <a:pt x="402472" y="345552"/>
                    <a:pt x="415193" y="350616"/>
                  </a:cubicBezTo>
                  <a:cubicBezTo>
                    <a:pt x="399784" y="277047"/>
                    <a:pt x="384854" y="205710"/>
                    <a:pt x="369924" y="134350"/>
                  </a:cubicBezTo>
                  <a:cubicBezTo>
                    <a:pt x="365651" y="113923"/>
                    <a:pt x="361307" y="93545"/>
                    <a:pt x="366443" y="72518"/>
                  </a:cubicBezTo>
                  <a:cubicBezTo>
                    <a:pt x="378229" y="23672"/>
                    <a:pt x="427387" y="-6812"/>
                    <a:pt x="477769" y="3965"/>
                  </a:cubicBezTo>
                  <a:cubicBezTo>
                    <a:pt x="523831" y="13807"/>
                    <a:pt x="556979" y="61045"/>
                    <a:pt x="547930" y="107970"/>
                  </a:cubicBezTo>
                  <a:cubicBezTo>
                    <a:pt x="533672" y="182379"/>
                    <a:pt x="517446" y="256261"/>
                    <a:pt x="502132" y="330382"/>
                  </a:cubicBezTo>
                  <a:cubicBezTo>
                    <a:pt x="500860" y="336502"/>
                    <a:pt x="500308" y="342767"/>
                    <a:pt x="498028" y="358753"/>
                  </a:cubicBezTo>
                  <a:cubicBezTo>
                    <a:pt x="545770" y="285904"/>
                    <a:pt x="588567" y="221216"/>
                    <a:pt x="630692" y="156096"/>
                  </a:cubicBezTo>
                  <a:cubicBezTo>
                    <a:pt x="647758" y="129693"/>
                    <a:pt x="670105" y="112027"/>
                    <a:pt x="701933" y="108738"/>
                  </a:cubicBezTo>
                  <a:cubicBezTo>
                    <a:pt x="745138" y="104274"/>
                    <a:pt x="783879" y="127605"/>
                    <a:pt x="799121" y="166634"/>
                  </a:cubicBezTo>
                  <a:cubicBezTo>
                    <a:pt x="815496" y="206991"/>
                    <a:pt x="801123" y="253296"/>
                    <a:pt x="764772" y="277287"/>
                  </a:cubicBezTo>
                  <a:cubicBezTo>
                    <a:pt x="705893" y="317420"/>
                    <a:pt x="645646" y="355561"/>
                    <a:pt x="586167" y="394902"/>
                  </a:cubicBezTo>
                  <a:cubicBezTo>
                    <a:pt x="579230" y="399510"/>
                    <a:pt x="569893" y="401694"/>
                    <a:pt x="565068" y="414944"/>
                  </a:cubicBezTo>
                  <a:cubicBezTo>
                    <a:pt x="639885" y="399318"/>
                    <a:pt x="712302" y="384196"/>
                    <a:pt x="784719" y="369002"/>
                  </a:cubicBezTo>
                  <a:cubicBezTo>
                    <a:pt x="806322" y="364466"/>
                    <a:pt x="828068" y="361802"/>
                    <a:pt x="849671" y="369363"/>
                  </a:cubicBezTo>
                  <a:cubicBezTo>
                    <a:pt x="895277" y="385468"/>
                    <a:pt x="920456" y="433066"/>
                    <a:pt x="908502" y="480592"/>
                  </a:cubicBezTo>
                  <a:cubicBezTo>
                    <a:pt x="896909" y="526726"/>
                    <a:pt x="850559" y="557594"/>
                    <a:pt x="802745" y="548257"/>
                  </a:cubicBezTo>
                  <a:cubicBezTo>
                    <a:pt x="723247" y="532679"/>
                    <a:pt x="644086" y="515324"/>
                    <a:pt x="563820" y="498522"/>
                  </a:cubicBezTo>
                  <a:cubicBezTo>
                    <a:pt x="564540" y="510332"/>
                    <a:pt x="574645" y="511460"/>
                    <a:pt x="580814" y="515540"/>
                  </a:cubicBezTo>
                  <a:cubicBezTo>
                    <a:pt x="640293" y="554809"/>
                    <a:pt x="700301" y="593358"/>
                    <a:pt x="759516" y="632819"/>
                  </a:cubicBezTo>
                  <a:cubicBezTo>
                    <a:pt x="797441" y="658046"/>
                    <a:pt x="812322" y="693234"/>
                    <a:pt x="802577" y="734663"/>
                  </a:cubicBezTo>
                  <a:cubicBezTo>
                    <a:pt x="793720" y="772492"/>
                    <a:pt x="768973" y="795415"/>
                    <a:pt x="731384" y="803864"/>
                  </a:cubicBezTo>
                  <a:cubicBezTo>
                    <a:pt x="692788" y="812553"/>
                    <a:pt x="657095" y="797191"/>
                    <a:pt x="632636" y="760467"/>
                  </a:cubicBezTo>
                  <a:cubicBezTo>
                    <a:pt x="594928" y="703868"/>
                    <a:pt x="558227" y="646597"/>
                    <a:pt x="520758" y="589830"/>
                  </a:cubicBezTo>
                  <a:cubicBezTo>
                    <a:pt x="514974" y="581021"/>
                    <a:pt x="512093" y="569547"/>
                    <a:pt x="498412" y="563930"/>
                  </a:cubicBezTo>
                  <a:cubicBezTo>
                    <a:pt x="515214" y="644892"/>
                    <a:pt x="532016" y="724006"/>
                    <a:pt x="547522" y="803432"/>
                  </a:cubicBezTo>
                  <a:cubicBezTo>
                    <a:pt x="555937" y="847249"/>
                    <a:pt x="531365" y="890711"/>
                    <a:pt x="489483" y="906093"/>
                  </a:cubicBezTo>
                  <a:cubicBezTo>
                    <a:pt x="422274" y="930984"/>
                    <a:pt x="353410" y="876089"/>
                    <a:pt x="365795" y="804824"/>
                  </a:cubicBezTo>
                  <a:cubicBezTo>
                    <a:pt x="378661" y="731495"/>
                    <a:pt x="395463" y="658670"/>
                    <a:pt x="410609" y="585629"/>
                  </a:cubicBezTo>
                  <a:cubicBezTo>
                    <a:pt x="411905" y="579316"/>
                    <a:pt x="412697" y="572884"/>
                    <a:pt x="413729" y="56642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/>
              <a:endParaRPr kumimoji="1" lang="zh-CN" altLang="en-US"/>
            </a:p>
          </p:txBody>
        </p:sp>
        <p:sp>
          <p:nvSpPr>
            <p:cNvPr id="11" name="标题 1"/>
            <p:cNvSpPr txBox="1"/>
            <p:nvPr/>
          </p:nvSpPr>
          <p:spPr>
            <a:xfrm flipV="1">
              <a:off x="11262390" y="762162"/>
              <a:ext cx="97558" cy="97558"/>
            </a:xfrm>
            <a:custGeom>
              <a:avLst/>
              <a:gdLst>
                <a:gd name="connsiteX0" fmla="*/ 408329 w 912112"/>
                <a:gd name="connsiteY0" fmla="*/ 565587 h 912112"/>
                <a:gd name="connsiteX1" fmla="*/ 276312 w 912112"/>
                <a:gd name="connsiteY1" fmla="*/ 765627 h 912112"/>
                <a:gd name="connsiteX2" fmla="*/ 145904 w 912112"/>
                <a:gd name="connsiteY2" fmla="*/ 788190 h 912112"/>
                <a:gd name="connsiteX3" fmla="*/ 126702 w 912112"/>
                <a:gd name="connsiteY3" fmla="*/ 656438 h 912112"/>
                <a:gd name="connsiteX4" fmla="*/ 161938 w 912112"/>
                <a:gd name="connsiteY4" fmla="*/ 627178 h 912112"/>
                <a:gd name="connsiteX5" fmla="*/ 349569 w 912112"/>
                <a:gd name="connsiteY5" fmla="*/ 498522 h 912112"/>
                <a:gd name="connsiteX6" fmla="*/ 111124 w 912112"/>
                <a:gd name="connsiteY6" fmla="*/ 548113 h 912112"/>
                <a:gd name="connsiteX7" fmla="*/ 4815 w 912112"/>
                <a:gd name="connsiteY7" fmla="*/ 481120 h 912112"/>
                <a:gd name="connsiteX8" fmla="*/ 63118 w 912112"/>
                <a:gd name="connsiteY8" fmla="*/ 369555 h 912112"/>
                <a:gd name="connsiteX9" fmla="*/ 131238 w 912112"/>
                <a:gd name="connsiteY9" fmla="*/ 369555 h 912112"/>
                <a:gd name="connsiteX10" fmla="*/ 348345 w 912112"/>
                <a:gd name="connsiteY10" fmla="*/ 408751 h 912112"/>
                <a:gd name="connsiteX11" fmla="*/ 159538 w 912112"/>
                <a:gd name="connsiteY11" fmla="*/ 285400 h 912112"/>
                <a:gd name="connsiteX12" fmla="*/ 109828 w 912112"/>
                <a:gd name="connsiteY12" fmla="*/ 219200 h 912112"/>
                <a:gd name="connsiteX13" fmla="*/ 162394 w 912112"/>
                <a:gd name="connsiteY13" fmla="*/ 115987 h 912112"/>
                <a:gd name="connsiteX14" fmla="*/ 276264 w 912112"/>
                <a:gd name="connsiteY14" fmla="*/ 147767 h 912112"/>
                <a:gd name="connsiteX15" fmla="*/ 395679 w 912112"/>
                <a:gd name="connsiteY15" fmla="*/ 329182 h 912112"/>
                <a:gd name="connsiteX16" fmla="*/ 415193 w 912112"/>
                <a:gd name="connsiteY16" fmla="*/ 350616 h 912112"/>
                <a:gd name="connsiteX17" fmla="*/ 369924 w 912112"/>
                <a:gd name="connsiteY17" fmla="*/ 134350 h 912112"/>
                <a:gd name="connsiteX18" fmla="*/ 366443 w 912112"/>
                <a:gd name="connsiteY18" fmla="*/ 72518 h 912112"/>
                <a:gd name="connsiteX19" fmla="*/ 477769 w 912112"/>
                <a:gd name="connsiteY19" fmla="*/ 3965 h 912112"/>
                <a:gd name="connsiteX20" fmla="*/ 547930 w 912112"/>
                <a:gd name="connsiteY20" fmla="*/ 107970 h 912112"/>
                <a:gd name="connsiteX21" fmla="*/ 502132 w 912112"/>
                <a:gd name="connsiteY21" fmla="*/ 330382 h 912112"/>
                <a:gd name="connsiteX22" fmla="*/ 498028 w 912112"/>
                <a:gd name="connsiteY22" fmla="*/ 358753 h 912112"/>
                <a:gd name="connsiteX23" fmla="*/ 630692 w 912112"/>
                <a:gd name="connsiteY23" fmla="*/ 156096 h 912112"/>
                <a:gd name="connsiteX24" fmla="*/ 701933 w 912112"/>
                <a:gd name="connsiteY24" fmla="*/ 108738 h 912112"/>
                <a:gd name="connsiteX25" fmla="*/ 799121 w 912112"/>
                <a:gd name="connsiteY25" fmla="*/ 166634 h 912112"/>
                <a:gd name="connsiteX26" fmla="*/ 764772 w 912112"/>
                <a:gd name="connsiteY26" fmla="*/ 277287 h 912112"/>
                <a:gd name="connsiteX27" fmla="*/ 586167 w 912112"/>
                <a:gd name="connsiteY27" fmla="*/ 394902 h 912112"/>
                <a:gd name="connsiteX28" fmla="*/ 565068 w 912112"/>
                <a:gd name="connsiteY28" fmla="*/ 414944 h 912112"/>
                <a:gd name="connsiteX29" fmla="*/ 784719 w 912112"/>
                <a:gd name="connsiteY29" fmla="*/ 369002 h 912112"/>
                <a:gd name="connsiteX30" fmla="*/ 849671 w 912112"/>
                <a:gd name="connsiteY30" fmla="*/ 369363 h 912112"/>
                <a:gd name="connsiteX31" fmla="*/ 908502 w 912112"/>
                <a:gd name="connsiteY31" fmla="*/ 480592 h 912112"/>
                <a:gd name="connsiteX32" fmla="*/ 802745 w 912112"/>
                <a:gd name="connsiteY32" fmla="*/ 548257 h 912112"/>
                <a:gd name="connsiteX33" fmla="*/ 563820 w 912112"/>
                <a:gd name="connsiteY33" fmla="*/ 498522 h 912112"/>
                <a:gd name="connsiteX34" fmla="*/ 580814 w 912112"/>
                <a:gd name="connsiteY34" fmla="*/ 515540 h 912112"/>
                <a:gd name="connsiteX35" fmla="*/ 759516 w 912112"/>
                <a:gd name="connsiteY35" fmla="*/ 632819 h 912112"/>
                <a:gd name="connsiteX36" fmla="*/ 802577 w 912112"/>
                <a:gd name="connsiteY36" fmla="*/ 734663 h 912112"/>
                <a:gd name="connsiteX37" fmla="*/ 731384 w 912112"/>
                <a:gd name="connsiteY37" fmla="*/ 803864 h 912112"/>
                <a:gd name="connsiteX38" fmla="*/ 632636 w 912112"/>
                <a:gd name="connsiteY38" fmla="*/ 760467 h 912112"/>
                <a:gd name="connsiteX39" fmla="*/ 520758 w 912112"/>
                <a:gd name="connsiteY39" fmla="*/ 589830 h 912112"/>
                <a:gd name="connsiteX40" fmla="*/ 498412 w 912112"/>
                <a:gd name="connsiteY40" fmla="*/ 563930 h 912112"/>
                <a:gd name="connsiteX41" fmla="*/ 547522 w 912112"/>
                <a:gd name="connsiteY41" fmla="*/ 803432 h 912112"/>
                <a:gd name="connsiteX42" fmla="*/ 489483 w 912112"/>
                <a:gd name="connsiteY42" fmla="*/ 906093 h 912112"/>
                <a:gd name="connsiteX43" fmla="*/ 365795 w 912112"/>
                <a:gd name="connsiteY43" fmla="*/ 804824 h 912112"/>
                <a:gd name="connsiteX44" fmla="*/ 410609 w 912112"/>
                <a:gd name="connsiteY44" fmla="*/ 585629 h 912112"/>
                <a:gd name="connsiteX45" fmla="*/ 413729 w 912112"/>
                <a:gd name="connsiteY45" fmla="*/ 566427 h 912112"/>
              </a:gdLst>
              <a:ahLst/>
              <a:cxnLst/>
              <a:rect l="l" t="t" r="r" b="b"/>
              <a:pathLst>
                <a:path w="912112" h="912112">
                  <a:moveTo>
                    <a:pt x="408329" y="565587"/>
                  </a:moveTo>
                  <a:cubicBezTo>
                    <a:pt x="364427" y="632339"/>
                    <a:pt x="321414" y="699691"/>
                    <a:pt x="276312" y="765627"/>
                  </a:cubicBezTo>
                  <a:cubicBezTo>
                    <a:pt x="245637" y="810417"/>
                    <a:pt x="188462" y="819082"/>
                    <a:pt x="145904" y="788190"/>
                  </a:cubicBezTo>
                  <a:cubicBezTo>
                    <a:pt x="104139" y="757874"/>
                    <a:pt x="95498" y="698179"/>
                    <a:pt x="126702" y="656438"/>
                  </a:cubicBezTo>
                  <a:cubicBezTo>
                    <a:pt x="136135" y="643788"/>
                    <a:pt x="149097" y="635603"/>
                    <a:pt x="161938" y="627178"/>
                  </a:cubicBezTo>
                  <a:cubicBezTo>
                    <a:pt x="225042" y="585845"/>
                    <a:pt x="288194" y="544560"/>
                    <a:pt x="349569" y="498522"/>
                  </a:cubicBezTo>
                  <a:cubicBezTo>
                    <a:pt x="270096" y="515132"/>
                    <a:pt x="190766" y="532463"/>
                    <a:pt x="111124" y="548113"/>
                  </a:cubicBezTo>
                  <a:cubicBezTo>
                    <a:pt x="63570" y="557289"/>
                    <a:pt x="17058" y="527979"/>
                    <a:pt x="4815" y="481120"/>
                  </a:cubicBezTo>
                  <a:cubicBezTo>
                    <a:pt x="-7187" y="433234"/>
                    <a:pt x="17536" y="386093"/>
                    <a:pt x="63118" y="369555"/>
                  </a:cubicBezTo>
                  <a:cubicBezTo>
                    <a:pt x="85849" y="361298"/>
                    <a:pt x="108436" y="364754"/>
                    <a:pt x="131238" y="369555"/>
                  </a:cubicBezTo>
                  <a:cubicBezTo>
                    <a:pt x="202743" y="384676"/>
                    <a:pt x="274344" y="399462"/>
                    <a:pt x="348345" y="408751"/>
                  </a:cubicBezTo>
                  <a:cubicBezTo>
                    <a:pt x="285433" y="367586"/>
                    <a:pt x="222642" y="326229"/>
                    <a:pt x="159538" y="285400"/>
                  </a:cubicBezTo>
                  <a:cubicBezTo>
                    <a:pt x="134599" y="269294"/>
                    <a:pt x="115229" y="249564"/>
                    <a:pt x="109828" y="219200"/>
                  </a:cubicBezTo>
                  <a:cubicBezTo>
                    <a:pt x="101907" y="175203"/>
                    <a:pt x="123246" y="133389"/>
                    <a:pt x="162394" y="115987"/>
                  </a:cubicBezTo>
                  <a:cubicBezTo>
                    <a:pt x="203199" y="97817"/>
                    <a:pt x="250029" y="109434"/>
                    <a:pt x="276264" y="147767"/>
                  </a:cubicBezTo>
                  <a:cubicBezTo>
                    <a:pt x="317069" y="207511"/>
                    <a:pt x="355810" y="268742"/>
                    <a:pt x="395679" y="329182"/>
                  </a:cubicBezTo>
                  <a:cubicBezTo>
                    <a:pt x="400312" y="336214"/>
                    <a:pt x="402472" y="345552"/>
                    <a:pt x="415193" y="350616"/>
                  </a:cubicBezTo>
                  <a:cubicBezTo>
                    <a:pt x="399784" y="277047"/>
                    <a:pt x="384854" y="205710"/>
                    <a:pt x="369924" y="134350"/>
                  </a:cubicBezTo>
                  <a:cubicBezTo>
                    <a:pt x="365651" y="113923"/>
                    <a:pt x="361307" y="93545"/>
                    <a:pt x="366443" y="72518"/>
                  </a:cubicBezTo>
                  <a:cubicBezTo>
                    <a:pt x="378229" y="23672"/>
                    <a:pt x="427387" y="-6812"/>
                    <a:pt x="477769" y="3965"/>
                  </a:cubicBezTo>
                  <a:cubicBezTo>
                    <a:pt x="523831" y="13807"/>
                    <a:pt x="556979" y="61045"/>
                    <a:pt x="547930" y="107970"/>
                  </a:cubicBezTo>
                  <a:cubicBezTo>
                    <a:pt x="533672" y="182379"/>
                    <a:pt x="517446" y="256261"/>
                    <a:pt x="502132" y="330382"/>
                  </a:cubicBezTo>
                  <a:cubicBezTo>
                    <a:pt x="500860" y="336502"/>
                    <a:pt x="500308" y="342767"/>
                    <a:pt x="498028" y="358753"/>
                  </a:cubicBezTo>
                  <a:cubicBezTo>
                    <a:pt x="545770" y="285904"/>
                    <a:pt x="588567" y="221216"/>
                    <a:pt x="630692" y="156096"/>
                  </a:cubicBezTo>
                  <a:cubicBezTo>
                    <a:pt x="647758" y="129693"/>
                    <a:pt x="670105" y="112027"/>
                    <a:pt x="701933" y="108738"/>
                  </a:cubicBezTo>
                  <a:cubicBezTo>
                    <a:pt x="745138" y="104274"/>
                    <a:pt x="783879" y="127605"/>
                    <a:pt x="799121" y="166634"/>
                  </a:cubicBezTo>
                  <a:cubicBezTo>
                    <a:pt x="815496" y="206991"/>
                    <a:pt x="801123" y="253296"/>
                    <a:pt x="764772" y="277287"/>
                  </a:cubicBezTo>
                  <a:cubicBezTo>
                    <a:pt x="705893" y="317420"/>
                    <a:pt x="645646" y="355561"/>
                    <a:pt x="586167" y="394902"/>
                  </a:cubicBezTo>
                  <a:cubicBezTo>
                    <a:pt x="579230" y="399510"/>
                    <a:pt x="569893" y="401694"/>
                    <a:pt x="565068" y="414944"/>
                  </a:cubicBezTo>
                  <a:cubicBezTo>
                    <a:pt x="639885" y="399318"/>
                    <a:pt x="712302" y="384196"/>
                    <a:pt x="784719" y="369002"/>
                  </a:cubicBezTo>
                  <a:cubicBezTo>
                    <a:pt x="806322" y="364466"/>
                    <a:pt x="828068" y="361802"/>
                    <a:pt x="849671" y="369363"/>
                  </a:cubicBezTo>
                  <a:cubicBezTo>
                    <a:pt x="895277" y="385468"/>
                    <a:pt x="920456" y="433066"/>
                    <a:pt x="908502" y="480592"/>
                  </a:cubicBezTo>
                  <a:cubicBezTo>
                    <a:pt x="896909" y="526726"/>
                    <a:pt x="850559" y="557594"/>
                    <a:pt x="802745" y="548257"/>
                  </a:cubicBezTo>
                  <a:cubicBezTo>
                    <a:pt x="723247" y="532679"/>
                    <a:pt x="644086" y="515324"/>
                    <a:pt x="563820" y="498522"/>
                  </a:cubicBezTo>
                  <a:cubicBezTo>
                    <a:pt x="564540" y="510332"/>
                    <a:pt x="574645" y="511460"/>
                    <a:pt x="580814" y="515540"/>
                  </a:cubicBezTo>
                  <a:cubicBezTo>
                    <a:pt x="640293" y="554809"/>
                    <a:pt x="700301" y="593358"/>
                    <a:pt x="759516" y="632819"/>
                  </a:cubicBezTo>
                  <a:cubicBezTo>
                    <a:pt x="797441" y="658046"/>
                    <a:pt x="812322" y="693234"/>
                    <a:pt x="802577" y="734663"/>
                  </a:cubicBezTo>
                  <a:cubicBezTo>
                    <a:pt x="793720" y="772492"/>
                    <a:pt x="768973" y="795415"/>
                    <a:pt x="731384" y="803864"/>
                  </a:cubicBezTo>
                  <a:cubicBezTo>
                    <a:pt x="692788" y="812553"/>
                    <a:pt x="657095" y="797191"/>
                    <a:pt x="632636" y="760467"/>
                  </a:cubicBezTo>
                  <a:cubicBezTo>
                    <a:pt x="594928" y="703868"/>
                    <a:pt x="558227" y="646597"/>
                    <a:pt x="520758" y="589830"/>
                  </a:cubicBezTo>
                  <a:cubicBezTo>
                    <a:pt x="514974" y="581021"/>
                    <a:pt x="512093" y="569547"/>
                    <a:pt x="498412" y="563930"/>
                  </a:cubicBezTo>
                  <a:cubicBezTo>
                    <a:pt x="515214" y="644892"/>
                    <a:pt x="532016" y="724006"/>
                    <a:pt x="547522" y="803432"/>
                  </a:cubicBezTo>
                  <a:cubicBezTo>
                    <a:pt x="555937" y="847249"/>
                    <a:pt x="531365" y="890711"/>
                    <a:pt x="489483" y="906093"/>
                  </a:cubicBezTo>
                  <a:cubicBezTo>
                    <a:pt x="422274" y="930984"/>
                    <a:pt x="353410" y="876089"/>
                    <a:pt x="365795" y="804824"/>
                  </a:cubicBezTo>
                  <a:cubicBezTo>
                    <a:pt x="378661" y="731495"/>
                    <a:pt x="395463" y="658670"/>
                    <a:pt x="410609" y="585629"/>
                  </a:cubicBezTo>
                  <a:cubicBezTo>
                    <a:pt x="411905" y="579316"/>
                    <a:pt x="412697" y="572884"/>
                    <a:pt x="413729" y="56642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/>
              <a:endParaRPr kumimoji="1" lang="zh-CN" altLang="en-US"/>
            </a:p>
          </p:txBody>
        </p:sp>
        <p:sp>
          <p:nvSpPr>
            <p:cNvPr id="12" name="标题 1"/>
            <p:cNvSpPr txBox="1"/>
            <p:nvPr/>
          </p:nvSpPr>
          <p:spPr>
            <a:xfrm flipV="1">
              <a:off x="11420505" y="757558"/>
              <a:ext cx="97558" cy="97558"/>
            </a:xfrm>
            <a:custGeom>
              <a:avLst/>
              <a:gdLst>
                <a:gd name="connsiteX0" fmla="*/ 408329 w 912112"/>
                <a:gd name="connsiteY0" fmla="*/ 565587 h 912112"/>
                <a:gd name="connsiteX1" fmla="*/ 276312 w 912112"/>
                <a:gd name="connsiteY1" fmla="*/ 765627 h 912112"/>
                <a:gd name="connsiteX2" fmla="*/ 145904 w 912112"/>
                <a:gd name="connsiteY2" fmla="*/ 788190 h 912112"/>
                <a:gd name="connsiteX3" fmla="*/ 126702 w 912112"/>
                <a:gd name="connsiteY3" fmla="*/ 656438 h 912112"/>
                <a:gd name="connsiteX4" fmla="*/ 161938 w 912112"/>
                <a:gd name="connsiteY4" fmla="*/ 627178 h 912112"/>
                <a:gd name="connsiteX5" fmla="*/ 349569 w 912112"/>
                <a:gd name="connsiteY5" fmla="*/ 498522 h 912112"/>
                <a:gd name="connsiteX6" fmla="*/ 111124 w 912112"/>
                <a:gd name="connsiteY6" fmla="*/ 548113 h 912112"/>
                <a:gd name="connsiteX7" fmla="*/ 4815 w 912112"/>
                <a:gd name="connsiteY7" fmla="*/ 481120 h 912112"/>
                <a:gd name="connsiteX8" fmla="*/ 63118 w 912112"/>
                <a:gd name="connsiteY8" fmla="*/ 369555 h 912112"/>
                <a:gd name="connsiteX9" fmla="*/ 131238 w 912112"/>
                <a:gd name="connsiteY9" fmla="*/ 369555 h 912112"/>
                <a:gd name="connsiteX10" fmla="*/ 348345 w 912112"/>
                <a:gd name="connsiteY10" fmla="*/ 408751 h 912112"/>
                <a:gd name="connsiteX11" fmla="*/ 159538 w 912112"/>
                <a:gd name="connsiteY11" fmla="*/ 285400 h 912112"/>
                <a:gd name="connsiteX12" fmla="*/ 109828 w 912112"/>
                <a:gd name="connsiteY12" fmla="*/ 219200 h 912112"/>
                <a:gd name="connsiteX13" fmla="*/ 162394 w 912112"/>
                <a:gd name="connsiteY13" fmla="*/ 115987 h 912112"/>
                <a:gd name="connsiteX14" fmla="*/ 276264 w 912112"/>
                <a:gd name="connsiteY14" fmla="*/ 147767 h 912112"/>
                <a:gd name="connsiteX15" fmla="*/ 395679 w 912112"/>
                <a:gd name="connsiteY15" fmla="*/ 329182 h 912112"/>
                <a:gd name="connsiteX16" fmla="*/ 415193 w 912112"/>
                <a:gd name="connsiteY16" fmla="*/ 350616 h 912112"/>
                <a:gd name="connsiteX17" fmla="*/ 369924 w 912112"/>
                <a:gd name="connsiteY17" fmla="*/ 134350 h 912112"/>
                <a:gd name="connsiteX18" fmla="*/ 366443 w 912112"/>
                <a:gd name="connsiteY18" fmla="*/ 72518 h 912112"/>
                <a:gd name="connsiteX19" fmla="*/ 477769 w 912112"/>
                <a:gd name="connsiteY19" fmla="*/ 3965 h 912112"/>
                <a:gd name="connsiteX20" fmla="*/ 547930 w 912112"/>
                <a:gd name="connsiteY20" fmla="*/ 107970 h 912112"/>
                <a:gd name="connsiteX21" fmla="*/ 502132 w 912112"/>
                <a:gd name="connsiteY21" fmla="*/ 330382 h 912112"/>
                <a:gd name="connsiteX22" fmla="*/ 498028 w 912112"/>
                <a:gd name="connsiteY22" fmla="*/ 358753 h 912112"/>
                <a:gd name="connsiteX23" fmla="*/ 630692 w 912112"/>
                <a:gd name="connsiteY23" fmla="*/ 156096 h 912112"/>
                <a:gd name="connsiteX24" fmla="*/ 701933 w 912112"/>
                <a:gd name="connsiteY24" fmla="*/ 108738 h 912112"/>
                <a:gd name="connsiteX25" fmla="*/ 799121 w 912112"/>
                <a:gd name="connsiteY25" fmla="*/ 166634 h 912112"/>
                <a:gd name="connsiteX26" fmla="*/ 764772 w 912112"/>
                <a:gd name="connsiteY26" fmla="*/ 277287 h 912112"/>
                <a:gd name="connsiteX27" fmla="*/ 586167 w 912112"/>
                <a:gd name="connsiteY27" fmla="*/ 394902 h 912112"/>
                <a:gd name="connsiteX28" fmla="*/ 565068 w 912112"/>
                <a:gd name="connsiteY28" fmla="*/ 414944 h 912112"/>
                <a:gd name="connsiteX29" fmla="*/ 784719 w 912112"/>
                <a:gd name="connsiteY29" fmla="*/ 369002 h 912112"/>
                <a:gd name="connsiteX30" fmla="*/ 849671 w 912112"/>
                <a:gd name="connsiteY30" fmla="*/ 369363 h 912112"/>
                <a:gd name="connsiteX31" fmla="*/ 908502 w 912112"/>
                <a:gd name="connsiteY31" fmla="*/ 480592 h 912112"/>
                <a:gd name="connsiteX32" fmla="*/ 802745 w 912112"/>
                <a:gd name="connsiteY32" fmla="*/ 548257 h 912112"/>
                <a:gd name="connsiteX33" fmla="*/ 563820 w 912112"/>
                <a:gd name="connsiteY33" fmla="*/ 498522 h 912112"/>
                <a:gd name="connsiteX34" fmla="*/ 580814 w 912112"/>
                <a:gd name="connsiteY34" fmla="*/ 515540 h 912112"/>
                <a:gd name="connsiteX35" fmla="*/ 759516 w 912112"/>
                <a:gd name="connsiteY35" fmla="*/ 632819 h 912112"/>
                <a:gd name="connsiteX36" fmla="*/ 802577 w 912112"/>
                <a:gd name="connsiteY36" fmla="*/ 734663 h 912112"/>
                <a:gd name="connsiteX37" fmla="*/ 731384 w 912112"/>
                <a:gd name="connsiteY37" fmla="*/ 803864 h 912112"/>
                <a:gd name="connsiteX38" fmla="*/ 632636 w 912112"/>
                <a:gd name="connsiteY38" fmla="*/ 760467 h 912112"/>
                <a:gd name="connsiteX39" fmla="*/ 520758 w 912112"/>
                <a:gd name="connsiteY39" fmla="*/ 589830 h 912112"/>
                <a:gd name="connsiteX40" fmla="*/ 498412 w 912112"/>
                <a:gd name="connsiteY40" fmla="*/ 563930 h 912112"/>
                <a:gd name="connsiteX41" fmla="*/ 547522 w 912112"/>
                <a:gd name="connsiteY41" fmla="*/ 803432 h 912112"/>
                <a:gd name="connsiteX42" fmla="*/ 489483 w 912112"/>
                <a:gd name="connsiteY42" fmla="*/ 906093 h 912112"/>
                <a:gd name="connsiteX43" fmla="*/ 365795 w 912112"/>
                <a:gd name="connsiteY43" fmla="*/ 804824 h 912112"/>
                <a:gd name="connsiteX44" fmla="*/ 410609 w 912112"/>
                <a:gd name="connsiteY44" fmla="*/ 585629 h 912112"/>
                <a:gd name="connsiteX45" fmla="*/ 413729 w 912112"/>
                <a:gd name="connsiteY45" fmla="*/ 566427 h 912112"/>
              </a:gdLst>
              <a:ahLst/>
              <a:cxnLst/>
              <a:rect l="l" t="t" r="r" b="b"/>
              <a:pathLst>
                <a:path w="912112" h="912112">
                  <a:moveTo>
                    <a:pt x="408329" y="565587"/>
                  </a:moveTo>
                  <a:cubicBezTo>
                    <a:pt x="364427" y="632339"/>
                    <a:pt x="321414" y="699691"/>
                    <a:pt x="276312" y="765627"/>
                  </a:cubicBezTo>
                  <a:cubicBezTo>
                    <a:pt x="245637" y="810417"/>
                    <a:pt x="188462" y="819082"/>
                    <a:pt x="145904" y="788190"/>
                  </a:cubicBezTo>
                  <a:cubicBezTo>
                    <a:pt x="104139" y="757874"/>
                    <a:pt x="95498" y="698179"/>
                    <a:pt x="126702" y="656438"/>
                  </a:cubicBezTo>
                  <a:cubicBezTo>
                    <a:pt x="136135" y="643788"/>
                    <a:pt x="149097" y="635603"/>
                    <a:pt x="161938" y="627178"/>
                  </a:cubicBezTo>
                  <a:cubicBezTo>
                    <a:pt x="225042" y="585845"/>
                    <a:pt x="288194" y="544560"/>
                    <a:pt x="349569" y="498522"/>
                  </a:cubicBezTo>
                  <a:cubicBezTo>
                    <a:pt x="270096" y="515132"/>
                    <a:pt x="190766" y="532463"/>
                    <a:pt x="111124" y="548113"/>
                  </a:cubicBezTo>
                  <a:cubicBezTo>
                    <a:pt x="63570" y="557289"/>
                    <a:pt x="17058" y="527979"/>
                    <a:pt x="4815" y="481120"/>
                  </a:cubicBezTo>
                  <a:cubicBezTo>
                    <a:pt x="-7187" y="433234"/>
                    <a:pt x="17536" y="386093"/>
                    <a:pt x="63118" y="369555"/>
                  </a:cubicBezTo>
                  <a:cubicBezTo>
                    <a:pt x="85849" y="361298"/>
                    <a:pt x="108436" y="364754"/>
                    <a:pt x="131238" y="369555"/>
                  </a:cubicBezTo>
                  <a:cubicBezTo>
                    <a:pt x="202743" y="384676"/>
                    <a:pt x="274344" y="399462"/>
                    <a:pt x="348345" y="408751"/>
                  </a:cubicBezTo>
                  <a:cubicBezTo>
                    <a:pt x="285433" y="367586"/>
                    <a:pt x="222642" y="326229"/>
                    <a:pt x="159538" y="285400"/>
                  </a:cubicBezTo>
                  <a:cubicBezTo>
                    <a:pt x="134599" y="269294"/>
                    <a:pt x="115229" y="249564"/>
                    <a:pt x="109828" y="219200"/>
                  </a:cubicBezTo>
                  <a:cubicBezTo>
                    <a:pt x="101907" y="175203"/>
                    <a:pt x="123246" y="133389"/>
                    <a:pt x="162394" y="115987"/>
                  </a:cubicBezTo>
                  <a:cubicBezTo>
                    <a:pt x="203199" y="97817"/>
                    <a:pt x="250029" y="109434"/>
                    <a:pt x="276264" y="147767"/>
                  </a:cubicBezTo>
                  <a:cubicBezTo>
                    <a:pt x="317069" y="207511"/>
                    <a:pt x="355810" y="268742"/>
                    <a:pt x="395679" y="329182"/>
                  </a:cubicBezTo>
                  <a:cubicBezTo>
                    <a:pt x="400312" y="336214"/>
                    <a:pt x="402472" y="345552"/>
                    <a:pt x="415193" y="350616"/>
                  </a:cubicBezTo>
                  <a:cubicBezTo>
                    <a:pt x="399784" y="277047"/>
                    <a:pt x="384854" y="205710"/>
                    <a:pt x="369924" y="134350"/>
                  </a:cubicBezTo>
                  <a:cubicBezTo>
                    <a:pt x="365651" y="113923"/>
                    <a:pt x="361307" y="93545"/>
                    <a:pt x="366443" y="72518"/>
                  </a:cubicBezTo>
                  <a:cubicBezTo>
                    <a:pt x="378229" y="23672"/>
                    <a:pt x="427387" y="-6812"/>
                    <a:pt x="477769" y="3965"/>
                  </a:cubicBezTo>
                  <a:cubicBezTo>
                    <a:pt x="523831" y="13807"/>
                    <a:pt x="556979" y="61045"/>
                    <a:pt x="547930" y="107970"/>
                  </a:cubicBezTo>
                  <a:cubicBezTo>
                    <a:pt x="533672" y="182379"/>
                    <a:pt x="517446" y="256261"/>
                    <a:pt x="502132" y="330382"/>
                  </a:cubicBezTo>
                  <a:cubicBezTo>
                    <a:pt x="500860" y="336502"/>
                    <a:pt x="500308" y="342767"/>
                    <a:pt x="498028" y="358753"/>
                  </a:cubicBezTo>
                  <a:cubicBezTo>
                    <a:pt x="545770" y="285904"/>
                    <a:pt x="588567" y="221216"/>
                    <a:pt x="630692" y="156096"/>
                  </a:cubicBezTo>
                  <a:cubicBezTo>
                    <a:pt x="647758" y="129693"/>
                    <a:pt x="670105" y="112027"/>
                    <a:pt x="701933" y="108738"/>
                  </a:cubicBezTo>
                  <a:cubicBezTo>
                    <a:pt x="745138" y="104274"/>
                    <a:pt x="783879" y="127605"/>
                    <a:pt x="799121" y="166634"/>
                  </a:cubicBezTo>
                  <a:cubicBezTo>
                    <a:pt x="815496" y="206991"/>
                    <a:pt x="801123" y="253296"/>
                    <a:pt x="764772" y="277287"/>
                  </a:cubicBezTo>
                  <a:cubicBezTo>
                    <a:pt x="705893" y="317420"/>
                    <a:pt x="645646" y="355561"/>
                    <a:pt x="586167" y="394902"/>
                  </a:cubicBezTo>
                  <a:cubicBezTo>
                    <a:pt x="579230" y="399510"/>
                    <a:pt x="569893" y="401694"/>
                    <a:pt x="565068" y="414944"/>
                  </a:cubicBezTo>
                  <a:cubicBezTo>
                    <a:pt x="639885" y="399318"/>
                    <a:pt x="712302" y="384196"/>
                    <a:pt x="784719" y="369002"/>
                  </a:cubicBezTo>
                  <a:cubicBezTo>
                    <a:pt x="806322" y="364466"/>
                    <a:pt x="828068" y="361802"/>
                    <a:pt x="849671" y="369363"/>
                  </a:cubicBezTo>
                  <a:cubicBezTo>
                    <a:pt x="895277" y="385468"/>
                    <a:pt x="920456" y="433066"/>
                    <a:pt x="908502" y="480592"/>
                  </a:cubicBezTo>
                  <a:cubicBezTo>
                    <a:pt x="896909" y="526726"/>
                    <a:pt x="850559" y="557594"/>
                    <a:pt x="802745" y="548257"/>
                  </a:cubicBezTo>
                  <a:cubicBezTo>
                    <a:pt x="723247" y="532679"/>
                    <a:pt x="644086" y="515324"/>
                    <a:pt x="563820" y="498522"/>
                  </a:cubicBezTo>
                  <a:cubicBezTo>
                    <a:pt x="564540" y="510332"/>
                    <a:pt x="574645" y="511460"/>
                    <a:pt x="580814" y="515540"/>
                  </a:cubicBezTo>
                  <a:cubicBezTo>
                    <a:pt x="640293" y="554809"/>
                    <a:pt x="700301" y="593358"/>
                    <a:pt x="759516" y="632819"/>
                  </a:cubicBezTo>
                  <a:cubicBezTo>
                    <a:pt x="797441" y="658046"/>
                    <a:pt x="812322" y="693234"/>
                    <a:pt x="802577" y="734663"/>
                  </a:cubicBezTo>
                  <a:cubicBezTo>
                    <a:pt x="793720" y="772492"/>
                    <a:pt x="768973" y="795415"/>
                    <a:pt x="731384" y="803864"/>
                  </a:cubicBezTo>
                  <a:cubicBezTo>
                    <a:pt x="692788" y="812553"/>
                    <a:pt x="657095" y="797191"/>
                    <a:pt x="632636" y="760467"/>
                  </a:cubicBezTo>
                  <a:cubicBezTo>
                    <a:pt x="594928" y="703868"/>
                    <a:pt x="558227" y="646597"/>
                    <a:pt x="520758" y="589830"/>
                  </a:cubicBezTo>
                  <a:cubicBezTo>
                    <a:pt x="514974" y="581021"/>
                    <a:pt x="512093" y="569547"/>
                    <a:pt x="498412" y="563930"/>
                  </a:cubicBezTo>
                  <a:cubicBezTo>
                    <a:pt x="515214" y="644892"/>
                    <a:pt x="532016" y="724006"/>
                    <a:pt x="547522" y="803432"/>
                  </a:cubicBezTo>
                  <a:cubicBezTo>
                    <a:pt x="555937" y="847249"/>
                    <a:pt x="531365" y="890711"/>
                    <a:pt x="489483" y="906093"/>
                  </a:cubicBezTo>
                  <a:cubicBezTo>
                    <a:pt x="422274" y="930984"/>
                    <a:pt x="353410" y="876089"/>
                    <a:pt x="365795" y="804824"/>
                  </a:cubicBezTo>
                  <a:cubicBezTo>
                    <a:pt x="378661" y="731495"/>
                    <a:pt x="395463" y="658670"/>
                    <a:pt x="410609" y="585629"/>
                  </a:cubicBezTo>
                  <a:cubicBezTo>
                    <a:pt x="411905" y="579316"/>
                    <a:pt x="412697" y="572884"/>
                    <a:pt x="413729" y="56642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/>
              <a:endParaRPr kumimoji="1" lang="zh-CN" altLang="en-US"/>
            </a:p>
          </p:txBody>
        </p:sp>
      </p:grpSp>
      <p:sp>
        <p:nvSpPr>
          <p:cNvPr id="13" name="标题 1"/>
          <p:cNvSpPr txBox="1"/>
          <p:nvPr/>
        </p:nvSpPr>
        <p:spPr>
          <a:xfrm>
            <a:off x="1366289" y="5387838"/>
            <a:ext cx="1438223" cy="4049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" cap="sq">
            <a:solidFill>
              <a:schemeClr val="accent1"/>
            </a:solidFill>
            <a:miter/>
          </a:ln>
          <a:effectLst>
            <a:outerShdw blurRad="330200" dist="203200" dir="2700000" sx="102000" sy="102000" algn="tl" rotWithShape="0">
              <a:schemeClr val="accent1">
                <a:alpha val="18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1469814" y="5467198"/>
            <a:ext cx="1307739" cy="24622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600" dirty="0">
                <a:ln w="12700">
                  <a:noFill/>
                </a:ln>
                <a:solidFill>
                  <a:srgbClr val="4B813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PART 5 </a:t>
            </a:r>
            <a:endParaRPr kumimoji="1" lang="zh-CN" altLang="en-US" dirty="0"/>
          </a:p>
        </p:txBody>
      </p:sp>
      <p:sp>
        <p:nvSpPr>
          <p:cNvPr id="15" name="标题 1"/>
          <p:cNvSpPr txBox="1"/>
          <p:nvPr/>
        </p:nvSpPr>
        <p:spPr>
          <a:xfrm>
            <a:off x="1410568" y="1514610"/>
            <a:ext cx="1627187" cy="1018800"/>
          </a:xfrm>
          <a:prstGeom prst="roundRect">
            <a:avLst>
              <a:gd name="adj" fmla="val 6473"/>
            </a:avLst>
          </a:prstGeom>
          <a:solidFill>
            <a:schemeClr val="bg1"/>
          </a:solidFill>
          <a:ln w="1270" cap="sq">
            <a:solidFill>
              <a:schemeClr val="accent1">
                <a:alpha val="50000"/>
              </a:schemeClr>
            </a:solidFill>
            <a:miter/>
          </a:ln>
          <a:effectLst>
            <a:outerShdw blurRad="279400" dist="114300" dir="2700000" sx="102000" sy="102000" algn="tl" rotWithShape="0">
              <a:schemeClr val="accent1">
                <a:alpha val="13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1550119" y="109892"/>
            <a:ext cx="1348085" cy="231799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b"/>
          <a:lstStyle/>
          <a:p>
            <a:pPr algn="ctr"/>
            <a:r>
              <a:rPr kumimoji="1" lang="en-US" altLang="zh-CN" sz="4800">
                <a:ln w="12700">
                  <a:noFill/>
                </a:ln>
                <a:solidFill>
                  <a:srgbClr val="4B813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05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4322098">
            <a:off x="6256455" y="1347170"/>
            <a:ext cx="637004" cy="637004"/>
          </a:xfrm>
          <a:prstGeom prst="ellipse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1">
                  <a:alpha val="44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" cap="sq">
            <a:noFill/>
            <a:miter/>
          </a:ln>
          <a:effectLst>
            <a:outerShdw blurRad="279400" dist="114300" dir="2700000" sx="102000" sy="102000" algn="tl" rotWithShape="0">
              <a:schemeClr val="accent1">
                <a:alpha val="13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8386984">
            <a:off x="7130748" y="4911248"/>
            <a:ext cx="351137" cy="351137"/>
          </a:xfrm>
          <a:prstGeom prst="ellipse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>
                  <a:alpha val="68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" cap="sq">
            <a:noFill/>
            <a:miter/>
          </a:ln>
          <a:effectLst>
            <a:outerShdw blurRad="279400" dist="114300" dir="2700000" sx="102000" sy="102000" algn="tl" rotWithShape="0">
              <a:schemeClr val="accent1">
                <a:alpha val="13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7629125" y="1375005"/>
            <a:ext cx="3986454" cy="3986454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标题 1"/>
          <p:cNvSpPr txBox="1"/>
          <p:nvPr/>
        </p:nvSpPr>
        <p:spPr>
          <a:xfrm>
            <a:off x="1410568" y="2629647"/>
            <a:ext cx="6225983" cy="257039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3600">
                <a:ln w="12700">
                  <a:noFill/>
                </a:ln>
                <a:solidFill>
                  <a:srgbClr val="4B813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Conclusion</a:t>
            </a:r>
            <a:endParaRPr kumimoji="1"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6750000"/>
            <a:ext cx="108000" cy="108000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12084000" y="6750000"/>
            <a:ext cx="108000" cy="108000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222885" y="6750000"/>
            <a:ext cx="11747442" cy="10800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-1" y="3863340"/>
            <a:ext cx="4064000" cy="2994659"/>
          </a:xfrm>
          <a:custGeom>
            <a:avLst/>
            <a:gdLst>
              <a:gd name="connsiteX0" fmla="*/ 0 w 4064000"/>
              <a:gd name="connsiteY0" fmla="*/ 0 h 2518176"/>
              <a:gd name="connsiteX1" fmla="*/ 4064000 w 4064000"/>
              <a:gd name="connsiteY1" fmla="*/ 0 h 2518176"/>
              <a:gd name="connsiteX2" fmla="*/ 4064000 w 4064000"/>
              <a:gd name="connsiteY2" fmla="*/ 2518176 h 2518176"/>
              <a:gd name="connsiteX3" fmla="*/ 0 w 4064000"/>
              <a:gd name="connsiteY3" fmla="*/ 2518176 h 2518176"/>
            </a:gdLst>
            <a:ahLst/>
            <a:cxnLst/>
            <a:rect l="l" t="t" r="r" b="b"/>
            <a:pathLst>
              <a:path w="4064000" h="2518176">
                <a:moveTo>
                  <a:pt x="0" y="0"/>
                </a:moveTo>
                <a:lnTo>
                  <a:pt x="4064000" y="0"/>
                </a:lnTo>
                <a:lnTo>
                  <a:pt x="4064000" y="2518176"/>
                </a:lnTo>
                <a:lnTo>
                  <a:pt x="0" y="2518176"/>
                </a:lnTo>
                <a:close/>
              </a:path>
            </a:pathLst>
          </a:custGeom>
          <a:blipFill>
            <a:blip r:embed="rId2"/>
            <a:srcRect/>
            <a:stretch>
              <a:fillRect l="-7816" r="-7816"/>
            </a:stretch>
          </a:blip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5155038" y="0"/>
            <a:ext cx="7036962" cy="4354052"/>
          </a:xfrm>
          <a:custGeom>
            <a:avLst/>
            <a:gdLst>
              <a:gd name="connsiteX0" fmla="*/ 0 w 8128000"/>
              <a:gd name="connsiteY0" fmla="*/ 0 h 5014452"/>
              <a:gd name="connsiteX1" fmla="*/ 8128000 w 8128000"/>
              <a:gd name="connsiteY1" fmla="*/ 0 h 5014452"/>
              <a:gd name="connsiteX2" fmla="*/ 8128000 w 8128000"/>
              <a:gd name="connsiteY2" fmla="*/ 5014452 h 5014452"/>
              <a:gd name="connsiteX3" fmla="*/ 0 w 8128000"/>
              <a:gd name="connsiteY3" fmla="*/ 5014452 h 5014452"/>
            </a:gdLst>
            <a:ahLst/>
            <a:cxnLst/>
            <a:rect l="l" t="t" r="r" b="b"/>
            <a:pathLst>
              <a:path w="8128000" h="5014452">
                <a:moveTo>
                  <a:pt x="0" y="0"/>
                </a:moveTo>
                <a:lnTo>
                  <a:pt x="8128000" y="0"/>
                </a:lnTo>
                <a:lnTo>
                  <a:pt x="8128000" y="5014452"/>
                </a:lnTo>
                <a:lnTo>
                  <a:pt x="0" y="5014452"/>
                </a:lnTo>
                <a:close/>
              </a:path>
            </a:pathLst>
          </a:custGeom>
          <a:blipFill>
            <a:blip r:embed="rId3"/>
            <a:srcRect/>
            <a:stretch>
              <a:fillRect t="-3901" b="-3901"/>
            </a:stretch>
          </a:blip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4064000" y="3863341"/>
            <a:ext cx="5397500" cy="2994659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558960" y="1600200"/>
            <a:ext cx="936523" cy="64633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r>
              <a:rPr kumimoji="1" lang="en-US" altLang="zh-CN" sz="3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01.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4407236" y="4057650"/>
            <a:ext cx="1086784" cy="64633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r>
              <a:rPr kumimoji="1" lang="en-US" altLang="zh-CN" sz="3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02.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4515726" y="4804976"/>
            <a:ext cx="4526674" cy="276999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GCP’s Competitive Advantages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4515726" y="5119614"/>
            <a:ext cx="4521370" cy="117831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13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GCP offers superior scalability, advanced data analytics capabilities, and strong security measures, making it an appealing choice for businesses looking to leverage cloud solutions for growth and innovation.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660400" y="2347526"/>
            <a:ext cx="3962400" cy="276999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Emerging Technologies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660400" y="2662164"/>
            <a:ext cx="3967480" cy="117831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13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Emerging technologies such as AI, machine learning, and the Internet of Things are reshaping cloud computing. GCP is integrating these innovations to enhance user experiences and operational efficiencies.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316690" y="373380"/>
            <a:ext cx="8171180" cy="655320"/>
          </a:xfrm>
          <a:prstGeom prst="roundRect">
            <a:avLst>
              <a:gd name="adj" fmla="val 13854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783520" y="4670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Future of Cloud Computing with GCP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24765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48287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660400" y="1158466"/>
            <a:ext cx="10858500" cy="4932768"/>
          </a:xfrm>
          <a:prstGeom prst="roundRect">
            <a:avLst>
              <a:gd name="adj" fmla="val 1391"/>
            </a:avLst>
          </a:prstGeom>
          <a:solidFill>
            <a:schemeClr val="bg1"/>
          </a:solidFill>
          <a:ln w="1270" cap="sq">
            <a:solidFill>
              <a:schemeClr val="accent1">
                <a:alpha val="50000"/>
              </a:schemeClr>
            </a:solidFill>
            <a:miter/>
          </a:ln>
          <a:effectLst>
            <a:outerShdw blurRad="279400" dist="114300" dir="2700000" sx="102000" sy="102000" algn="tl" rotWithShape="0">
              <a:schemeClr val="accent1">
                <a:alpha val="13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9757458" y="222813"/>
            <a:ext cx="2434542" cy="6412374"/>
          </a:xfrm>
          <a:custGeom>
            <a:avLst/>
            <a:gdLst>
              <a:gd name="connsiteX0" fmla="*/ 0 w 2434542"/>
              <a:gd name="connsiteY0" fmla="*/ 0 h 6412374"/>
              <a:gd name="connsiteX1" fmla="*/ 2434542 w 2434542"/>
              <a:gd name="connsiteY1" fmla="*/ 0 h 6412374"/>
              <a:gd name="connsiteX2" fmla="*/ 2434542 w 2434542"/>
              <a:gd name="connsiteY2" fmla="*/ 6412374 h 6412374"/>
              <a:gd name="connsiteX3" fmla="*/ 0 w 2434542"/>
              <a:gd name="connsiteY3" fmla="*/ 6412374 h 6412374"/>
              <a:gd name="connsiteX4" fmla="*/ 0 w 2434542"/>
              <a:gd name="connsiteY4" fmla="*/ 5099569 h 6412374"/>
              <a:gd name="connsiteX5" fmla="*/ 40695 w 2434542"/>
              <a:gd name="connsiteY5" fmla="*/ 5097514 h 6412374"/>
              <a:gd name="connsiteX6" fmla="*/ 1747456 w 2434542"/>
              <a:gd name="connsiteY6" fmla="*/ 3206187 h 6412374"/>
              <a:gd name="connsiteX7" fmla="*/ 40695 w 2434542"/>
              <a:gd name="connsiteY7" fmla="*/ 1314861 h 6412374"/>
              <a:gd name="connsiteX8" fmla="*/ 0 w 2434542"/>
              <a:gd name="connsiteY8" fmla="*/ 1312806 h 6412374"/>
            </a:gdLst>
            <a:ahLst/>
            <a:cxnLst/>
            <a:rect l="l" t="t" r="r" b="b"/>
            <a:pathLst>
              <a:path w="2434542" h="6412374">
                <a:moveTo>
                  <a:pt x="0" y="0"/>
                </a:moveTo>
                <a:lnTo>
                  <a:pt x="2434542" y="0"/>
                </a:lnTo>
                <a:lnTo>
                  <a:pt x="2434542" y="6412374"/>
                </a:lnTo>
                <a:lnTo>
                  <a:pt x="0" y="6412374"/>
                </a:lnTo>
                <a:lnTo>
                  <a:pt x="0" y="5099569"/>
                </a:lnTo>
                <a:lnTo>
                  <a:pt x="40695" y="5097514"/>
                </a:lnTo>
                <a:cubicBezTo>
                  <a:pt x="999357" y="5000156"/>
                  <a:pt x="1747456" y="4190536"/>
                  <a:pt x="1747456" y="3206187"/>
                </a:cubicBezTo>
                <a:cubicBezTo>
                  <a:pt x="1747456" y="2221838"/>
                  <a:pt x="999357" y="1412218"/>
                  <a:pt x="40695" y="1314861"/>
                </a:cubicBezTo>
                <a:lnTo>
                  <a:pt x="0" y="1312806"/>
                </a:lnTo>
                <a:close/>
              </a:path>
            </a:pathLst>
          </a:cu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9757458" y="0"/>
            <a:ext cx="2434542" cy="80347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9757458" y="6782257"/>
            <a:ext cx="2434542" cy="80347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401010" y="5271760"/>
            <a:ext cx="474054" cy="47405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" cap="sq">
            <a:noFill/>
            <a:miter/>
          </a:ln>
          <a:effectLst>
            <a:outerShdw blurRad="330200" dist="203200" dir="2700000" sx="102000" sy="102000" algn="tl" rotWithShape="0">
              <a:schemeClr val="accent1">
                <a:alpha val="18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1500397" y="5375587"/>
            <a:ext cx="275281" cy="266400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ahLst/>
            <a:cxnLst/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660400" y="1158353"/>
            <a:ext cx="73222" cy="4932768"/>
          </a:xfrm>
          <a:prstGeom prst="roundRect">
            <a:avLst>
              <a:gd name="adj" fmla="val 1391"/>
            </a:avLst>
          </a:prstGeom>
          <a:solidFill>
            <a:schemeClr val="accent1"/>
          </a:solidFill>
          <a:ln w="1270" cap="sq">
            <a:solidFill>
              <a:schemeClr val="accent1">
                <a:alpha val="50000"/>
              </a:schemeClr>
            </a:solidFill>
            <a:miter/>
          </a:ln>
          <a:effectLst>
            <a:outerShdw blurRad="279400" dist="114300" dir="2700000" sx="102000" sy="102000" algn="tl" rotWithShape="0">
              <a:schemeClr val="accent1">
                <a:alpha val="13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9" name="Group 8"/>
          <p:cNvGrpSpPr/>
          <p:nvPr/>
        </p:nvGrpSpPr>
        <p:grpSpPr>
          <a:xfrm>
            <a:off x="11104275" y="757558"/>
            <a:ext cx="413788" cy="106766"/>
            <a:chOff x="11104275" y="757558"/>
            <a:chExt cx="413788" cy="106766"/>
          </a:xfrm>
        </p:grpSpPr>
        <p:sp>
          <p:nvSpPr>
            <p:cNvPr id="10" name="标题 1"/>
            <p:cNvSpPr txBox="1"/>
            <p:nvPr/>
          </p:nvSpPr>
          <p:spPr>
            <a:xfrm flipV="1">
              <a:off x="11104275" y="766766"/>
              <a:ext cx="97558" cy="97558"/>
            </a:xfrm>
            <a:custGeom>
              <a:avLst/>
              <a:gdLst>
                <a:gd name="connsiteX0" fmla="*/ 408329 w 912112"/>
                <a:gd name="connsiteY0" fmla="*/ 565587 h 912112"/>
                <a:gd name="connsiteX1" fmla="*/ 276312 w 912112"/>
                <a:gd name="connsiteY1" fmla="*/ 765627 h 912112"/>
                <a:gd name="connsiteX2" fmla="*/ 145904 w 912112"/>
                <a:gd name="connsiteY2" fmla="*/ 788190 h 912112"/>
                <a:gd name="connsiteX3" fmla="*/ 126702 w 912112"/>
                <a:gd name="connsiteY3" fmla="*/ 656438 h 912112"/>
                <a:gd name="connsiteX4" fmla="*/ 161938 w 912112"/>
                <a:gd name="connsiteY4" fmla="*/ 627178 h 912112"/>
                <a:gd name="connsiteX5" fmla="*/ 349569 w 912112"/>
                <a:gd name="connsiteY5" fmla="*/ 498522 h 912112"/>
                <a:gd name="connsiteX6" fmla="*/ 111124 w 912112"/>
                <a:gd name="connsiteY6" fmla="*/ 548113 h 912112"/>
                <a:gd name="connsiteX7" fmla="*/ 4815 w 912112"/>
                <a:gd name="connsiteY7" fmla="*/ 481120 h 912112"/>
                <a:gd name="connsiteX8" fmla="*/ 63118 w 912112"/>
                <a:gd name="connsiteY8" fmla="*/ 369555 h 912112"/>
                <a:gd name="connsiteX9" fmla="*/ 131238 w 912112"/>
                <a:gd name="connsiteY9" fmla="*/ 369555 h 912112"/>
                <a:gd name="connsiteX10" fmla="*/ 348345 w 912112"/>
                <a:gd name="connsiteY10" fmla="*/ 408751 h 912112"/>
                <a:gd name="connsiteX11" fmla="*/ 159538 w 912112"/>
                <a:gd name="connsiteY11" fmla="*/ 285400 h 912112"/>
                <a:gd name="connsiteX12" fmla="*/ 109828 w 912112"/>
                <a:gd name="connsiteY12" fmla="*/ 219200 h 912112"/>
                <a:gd name="connsiteX13" fmla="*/ 162394 w 912112"/>
                <a:gd name="connsiteY13" fmla="*/ 115987 h 912112"/>
                <a:gd name="connsiteX14" fmla="*/ 276264 w 912112"/>
                <a:gd name="connsiteY14" fmla="*/ 147767 h 912112"/>
                <a:gd name="connsiteX15" fmla="*/ 395679 w 912112"/>
                <a:gd name="connsiteY15" fmla="*/ 329182 h 912112"/>
                <a:gd name="connsiteX16" fmla="*/ 415193 w 912112"/>
                <a:gd name="connsiteY16" fmla="*/ 350616 h 912112"/>
                <a:gd name="connsiteX17" fmla="*/ 369924 w 912112"/>
                <a:gd name="connsiteY17" fmla="*/ 134350 h 912112"/>
                <a:gd name="connsiteX18" fmla="*/ 366443 w 912112"/>
                <a:gd name="connsiteY18" fmla="*/ 72518 h 912112"/>
                <a:gd name="connsiteX19" fmla="*/ 477769 w 912112"/>
                <a:gd name="connsiteY19" fmla="*/ 3965 h 912112"/>
                <a:gd name="connsiteX20" fmla="*/ 547930 w 912112"/>
                <a:gd name="connsiteY20" fmla="*/ 107970 h 912112"/>
                <a:gd name="connsiteX21" fmla="*/ 502132 w 912112"/>
                <a:gd name="connsiteY21" fmla="*/ 330382 h 912112"/>
                <a:gd name="connsiteX22" fmla="*/ 498028 w 912112"/>
                <a:gd name="connsiteY22" fmla="*/ 358753 h 912112"/>
                <a:gd name="connsiteX23" fmla="*/ 630692 w 912112"/>
                <a:gd name="connsiteY23" fmla="*/ 156096 h 912112"/>
                <a:gd name="connsiteX24" fmla="*/ 701933 w 912112"/>
                <a:gd name="connsiteY24" fmla="*/ 108738 h 912112"/>
                <a:gd name="connsiteX25" fmla="*/ 799121 w 912112"/>
                <a:gd name="connsiteY25" fmla="*/ 166634 h 912112"/>
                <a:gd name="connsiteX26" fmla="*/ 764772 w 912112"/>
                <a:gd name="connsiteY26" fmla="*/ 277287 h 912112"/>
                <a:gd name="connsiteX27" fmla="*/ 586167 w 912112"/>
                <a:gd name="connsiteY27" fmla="*/ 394902 h 912112"/>
                <a:gd name="connsiteX28" fmla="*/ 565068 w 912112"/>
                <a:gd name="connsiteY28" fmla="*/ 414944 h 912112"/>
                <a:gd name="connsiteX29" fmla="*/ 784719 w 912112"/>
                <a:gd name="connsiteY29" fmla="*/ 369002 h 912112"/>
                <a:gd name="connsiteX30" fmla="*/ 849671 w 912112"/>
                <a:gd name="connsiteY30" fmla="*/ 369363 h 912112"/>
                <a:gd name="connsiteX31" fmla="*/ 908502 w 912112"/>
                <a:gd name="connsiteY31" fmla="*/ 480592 h 912112"/>
                <a:gd name="connsiteX32" fmla="*/ 802745 w 912112"/>
                <a:gd name="connsiteY32" fmla="*/ 548257 h 912112"/>
                <a:gd name="connsiteX33" fmla="*/ 563820 w 912112"/>
                <a:gd name="connsiteY33" fmla="*/ 498522 h 912112"/>
                <a:gd name="connsiteX34" fmla="*/ 580814 w 912112"/>
                <a:gd name="connsiteY34" fmla="*/ 515540 h 912112"/>
                <a:gd name="connsiteX35" fmla="*/ 759516 w 912112"/>
                <a:gd name="connsiteY35" fmla="*/ 632819 h 912112"/>
                <a:gd name="connsiteX36" fmla="*/ 802577 w 912112"/>
                <a:gd name="connsiteY36" fmla="*/ 734663 h 912112"/>
                <a:gd name="connsiteX37" fmla="*/ 731384 w 912112"/>
                <a:gd name="connsiteY37" fmla="*/ 803864 h 912112"/>
                <a:gd name="connsiteX38" fmla="*/ 632636 w 912112"/>
                <a:gd name="connsiteY38" fmla="*/ 760467 h 912112"/>
                <a:gd name="connsiteX39" fmla="*/ 520758 w 912112"/>
                <a:gd name="connsiteY39" fmla="*/ 589830 h 912112"/>
                <a:gd name="connsiteX40" fmla="*/ 498412 w 912112"/>
                <a:gd name="connsiteY40" fmla="*/ 563930 h 912112"/>
                <a:gd name="connsiteX41" fmla="*/ 547522 w 912112"/>
                <a:gd name="connsiteY41" fmla="*/ 803432 h 912112"/>
                <a:gd name="connsiteX42" fmla="*/ 489483 w 912112"/>
                <a:gd name="connsiteY42" fmla="*/ 906093 h 912112"/>
                <a:gd name="connsiteX43" fmla="*/ 365795 w 912112"/>
                <a:gd name="connsiteY43" fmla="*/ 804824 h 912112"/>
                <a:gd name="connsiteX44" fmla="*/ 410609 w 912112"/>
                <a:gd name="connsiteY44" fmla="*/ 585629 h 912112"/>
                <a:gd name="connsiteX45" fmla="*/ 413729 w 912112"/>
                <a:gd name="connsiteY45" fmla="*/ 566427 h 912112"/>
              </a:gdLst>
              <a:ahLst/>
              <a:cxnLst/>
              <a:rect l="l" t="t" r="r" b="b"/>
              <a:pathLst>
                <a:path w="912112" h="912112">
                  <a:moveTo>
                    <a:pt x="408329" y="565587"/>
                  </a:moveTo>
                  <a:cubicBezTo>
                    <a:pt x="364427" y="632339"/>
                    <a:pt x="321414" y="699691"/>
                    <a:pt x="276312" y="765627"/>
                  </a:cubicBezTo>
                  <a:cubicBezTo>
                    <a:pt x="245637" y="810417"/>
                    <a:pt x="188462" y="819082"/>
                    <a:pt x="145904" y="788190"/>
                  </a:cubicBezTo>
                  <a:cubicBezTo>
                    <a:pt x="104139" y="757874"/>
                    <a:pt x="95498" y="698179"/>
                    <a:pt x="126702" y="656438"/>
                  </a:cubicBezTo>
                  <a:cubicBezTo>
                    <a:pt x="136135" y="643788"/>
                    <a:pt x="149097" y="635603"/>
                    <a:pt x="161938" y="627178"/>
                  </a:cubicBezTo>
                  <a:cubicBezTo>
                    <a:pt x="225042" y="585845"/>
                    <a:pt x="288194" y="544560"/>
                    <a:pt x="349569" y="498522"/>
                  </a:cubicBezTo>
                  <a:cubicBezTo>
                    <a:pt x="270096" y="515132"/>
                    <a:pt x="190766" y="532463"/>
                    <a:pt x="111124" y="548113"/>
                  </a:cubicBezTo>
                  <a:cubicBezTo>
                    <a:pt x="63570" y="557289"/>
                    <a:pt x="17058" y="527979"/>
                    <a:pt x="4815" y="481120"/>
                  </a:cubicBezTo>
                  <a:cubicBezTo>
                    <a:pt x="-7187" y="433234"/>
                    <a:pt x="17536" y="386093"/>
                    <a:pt x="63118" y="369555"/>
                  </a:cubicBezTo>
                  <a:cubicBezTo>
                    <a:pt x="85849" y="361298"/>
                    <a:pt x="108436" y="364754"/>
                    <a:pt x="131238" y="369555"/>
                  </a:cubicBezTo>
                  <a:cubicBezTo>
                    <a:pt x="202743" y="384676"/>
                    <a:pt x="274344" y="399462"/>
                    <a:pt x="348345" y="408751"/>
                  </a:cubicBezTo>
                  <a:cubicBezTo>
                    <a:pt x="285433" y="367586"/>
                    <a:pt x="222642" y="326229"/>
                    <a:pt x="159538" y="285400"/>
                  </a:cubicBezTo>
                  <a:cubicBezTo>
                    <a:pt x="134599" y="269294"/>
                    <a:pt x="115229" y="249564"/>
                    <a:pt x="109828" y="219200"/>
                  </a:cubicBezTo>
                  <a:cubicBezTo>
                    <a:pt x="101907" y="175203"/>
                    <a:pt x="123246" y="133389"/>
                    <a:pt x="162394" y="115987"/>
                  </a:cubicBezTo>
                  <a:cubicBezTo>
                    <a:pt x="203199" y="97817"/>
                    <a:pt x="250029" y="109434"/>
                    <a:pt x="276264" y="147767"/>
                  </a:cubicBezTo>
                  <a:cubicBezTo>
                    <a:pt x="317069" y="207511"/>
                    <a:pt x="355810" y="268742"/>
                    <a:pt x="395679" y="329182"/>
                  </a:cubicBezTo>
                  <a:cubicBezTo>
                    <a:pt x="400312" y="336214"/>
                    <a:pt x="402472" y="345552"/>
                    <a:pt x="415193" y="350616"/>
                  </a:cubicBezTo>
                  <a:cubicBezTo>
                    <a:pt x="399784" y="277047"/>
                    <a:pt x="384854" y="205710"/>
                    <a:pt x="369924" y="134350"/>
                  </a:cubicBezTo>
                  <a:cubicBezTo>
                    <a:pt x="365651" y="113923"/>
                    <a:pt x="361307" y="93545"/>
                    <a:pt x="366443" y="72518"/>
                  </a:cubicBezTo>
                  <a:cubicBezTo>
                    <a:pt x="378229" y="23672"/>
                    <a:pt x="427387" y="-6812"/>
                    <a:pt x="477769" y="3965"/>
                  </a:cubicBezTo>
                  <a:cubicBezTo>
                    <a:pt x="523831" y="13807"/>
                    <a:pt x="556979" y="61045"/>
                    <a:pt x="547930" y="107970"/>
                  </a:cubicBezTo>
                  <a:cubicBezTo>
                    <a:pt x="533672" y="182379"/>
                    <a:pt x="517446" y="256261"/>
                    <a:pt x="502132" y="330382"/>
                  </a:cubicBezTo>
                  <a:cubicBezTo>
                    <a:pt x="500860" y="336502"/>
                    <a:pt x="500308" y="342767"/>
                    <a:pt x="498028" y="358753"/>
                  </a:cubicBezTo>
                  <a:cubicBezTo>
                    <a:pt x="545770" y="285904"/>
                    <a:pt x="588567" y="221216"/>
                    <a:pt x="630692" y="156096"/>
                  </a:cubicBezTo>
                  <a:cubicBezTo>
                    <a:pt x="647758" y="129693"/>
                    <a:pt x="670105" y="112027"/>
                    <a:pt x="701933" y="108738"/>
                  </a:cubicBezTo>
                  <a:cubicBezTo>
                    <a:pt x="745138" y="104274"/>
                    <a:pt x="783879" y="127605"/>
                    <a:pt x="799121" y="166634"/>
                  </a:cubicBezTo>
                  <a:cubicBezTo>
                    <a:pt x="815496" y="206991"/>
                    <a:pt x="801123" y="253296"/>
                    <a:pt x="764772" y="277287"/>
                  </a:cubicBezTo>
                  <a:cubicBezTo>
                    <a:pt x="705893" y="317420"/>
                    <a:pt x="645646" y="355561"/>
                    <a:pt x="586167" y="394902"/>
                  </a:cubicBezTo>
                  <a:cubicBezTo>
                    <a:pt x="579230" y="399510"/>
                    <a:pt x="569893" y="401694"/>
                    <a:pt x="565068" y="414944"/>
                  </a:cubicBezTo>
                  <a:cubicBezTo>
                    <a:pt x="639885" y="399318"/>
                    <a:pt x="712302" y="384196"/>
                    <a:pt x="784719" y="369002"/>
                  </a:cubicBezTo>
                  <a:cubicBezTo>
                    <a:pt x="806322" y="364466"/>
                    <a:pt x="828068" y="361802"/>
                    <a:pt x="849671" y="369363"/>
                  </a:cubicBezTo>
                  <a:cubicBezTo>
                    <a:pt x="895277" y="385468"/>
                    <a:pt x="920456" y="433066"/>
                    <a:pt x="908502" y="480592"/>
                  </a:cubicBezTo>
                  <a:cubicBezTo>
                    <a:pt x="896909" y="526726"/>
                    <a:pt x="850559" y="557594"/>
                    <a:pt x="802745" y="548257"/>
                  </a:cubicBezTo>
                  <a:cubicBezTo>
                    <a:pt x="723247" y="532679"/>
                    <a:pt x="644086" y="515324"/>
                    <a:pt x="563820" y="498522"/>
                  </a:cubicBezTo>
                  <a:cubicBezTo>
                    <a:pt x="564540" y="510332"/>
                    <a:pt x="574645" y="511460"/>
                    <a:pt x="580814" y="515540"/>
                  </a:cubicBezTo>
                  <a:cubicBezTo>
                    <a:pt x="640293" y="554809"/>
                    <a:pt x="700301" y="593358"/>
                    <a:pt x="759516" y="632819"/>
                  </a:cubicBezTo>
                  <a:cubicBezTo>
                    <a:pt x="797441" y="658046"/>
                    <a:pt x="812322" y="693234"/>
                    <a:pt x="802577" y="734663"/>
                  </a:cubicBezTo>
                  <a:cubicBezTo>
                    <a:pt x="793720" y="772492"/>
                    <a:pt x="768973" y="795415"/>
                    <a:pt x="731384" y="803864"/>
                  </a:cubicBezTo>
                  <a:cubicBezTo>
                    <a:pt x="692788" y="812553"/>
                    <a:pt x="657095" y="797191"/>
                    <a:pt x="632636" y="760467"/>
                  </a:cubicBezTo>
                  <a:cubicBezTo>
                    <a:pt x="594928" y="703868"/>
                    <a:pt x="558227" y="646597"/>
                    <a:pt x="520758" y="589830"/>
                  </a:cubicBezTo>
                  <a:cubicBezTo>
                    <a:pt x="514974" y="581021"/>
                    <a:pt x="512093" y="569547"/>
                    <a:pt x="498412" y="563930"/>
                  </a:cubicBezTo>
                  <a:cubicBezTo>
                    <a:pt x="515214" y="644892"/>
                    <a:pt x="532016" y="724006"/>
                    <a:pt x="547522" y="803432"/>
                  </a:cubicBezTo>
                  <a:cubicBezTo>
                    <a:pt x="555937" y="847249"/>
                    <a:pt x="531365" y="890711"/>
                    <a:pt x="489483" y="906093"/>
                  </a:cubicBezTo>
                  <a:cubicBezTo>
                    <a:pt x="422274" y="930984"/>
                    <a:pt x="353410" y="876089"/>
                    <a:pt x="365795" y="804824"/>
                  </a:cubicBezTo>
                  <a:cubicBezTo>
                    <a:pt x="378661" y="731495"/>
                    <a:pt x="395463" y="658670"/>
                    <a:pt x="410609" y="585629"/>
                  </a:cubicBezTo>
                  <a:cubicBezTo>
                    <a:pt x="411905" y="579316"/>
                    <a:pt x="412697" y="572884"/>
                    <a:pt x="413729" y="56642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/>
              <a:endParaRPr kumimoji="1" lang="zh-CN" altLang="en-US"/>
            </a:p>
          </p:txBody>
        </p:sp>
        <p:sp>
          <p:nvSpPr>
            <p:cNvPr id="11" name="标题 1"/>
            <p:cNvSpPr txBox="1"/>
            <p:nvPr/>
          </p:nvSpPr>
          <p:spPr>
            <a:xfrm flipV="1">
              <a:off x="11262390" y="762162"/>
              <a:ext cx="97558" cy="97558"/>
            </a:xfrm>
            <a:custGeom>
              <a:avLst/>
              <a:gdLst>
                <a:gd name="connsiteX0" fmla="*/ 408329 w 912112"/>
                <a:gd name="connsiteY0" fmla="*/ 565587 h 912112"/>
                <a:gd name="connsiteX1" fmla="*/ 276312 w 912112"/>
                <a:gd name="connsiteY1" fmla="*/ 765627 h 912112"/>
                <a:gd name="connsiteX2" fmla="*/ 145904 w 912112"/>
                <a:gd name="connsiteY2" fmla="*/ 788190 h 912112"/>
                <a:gd name="connsiteX3" fmla="*/ 126702 w 912112"/>
                <a:gd name="connsiteY3" fmla="*/ 656438 h 912112"/>
                <a:gd name="connsiteX4" fmla="*/ 161938 w 912112"/>
                <a:gd name="connsiteY4" fmla="*/ 627178 h 912112"/>
                <a:gd name="connsiteX5" fmla="*/ 349569 w 912112"/>
                <a:gd name="connsiteY5" fmla="*/ 498522 h 912112"/>
                <a:gd name="connsiteX6" fmla="*/ 111124 w 912112"/>
                <a:gd name="connsiteY6" fmla="*/ 548113 h 912112"/>
                <a:gd name="connsiteX7" fmla="*/ 4815 w 912112"/>
                <a:gd name="connsiteY7" fmla="*/ 481120 h 912112"/>
                <a:gd name="connsiteX8" fmla="*/ 63118 w 912112"/>
                <a:gd name="connsiteY8" fmla="*/ 369555 h 912112"/>
                <a:gd name="connsiteX9" fmla="*/ 131238 w 912112"/>
                <a:gd name="connsiteY9" fmla="*/ 369555 h 912112"/>
                <a:gd name="connsiteX10" fmla="*/ 348345 w 912112"/>
                <a:gd name="connsiteY10" fmla="*/ 408751 h 912112"/>
                <a:gd name="connsiteX11" fmla="*/ 159538 w 912112"/>
                <a:gd name="connsiteY11" fmla="*/ 285400 h 912112"/>
                <a:gd name="connsiteX12" fmla="*/ 109828 w 912112"/>
                <a:gd name="connsiteY12" fmla="*/ 219200 h 912112"/>
                <a:gd name="connsiteX13" fmla="*/ 162394 w 912112"/>
                <a:gd name="connsiteY13" fmla="*/ 115987 h 912112"/>
                <a:gd name="connsiteX14" fmla="*/ 276264 w 912112"/>
                <a:gd name="connsiteY14" fmla="*/ 147767 h 912112"/>
                <a:gd name="connsiteX15" fmla="*/ 395679 w 912112"/>
                <a:gd name="connsiteY15" fmla="*/ 329182 h 912112"/>
                <a:gd name="connsiteX16" fmla="*/ 415193 w 912112"/>
                <a:gd name="connsiteY16" fmla="*/ 350616 h 912112"/>
                <a:gd name="connsiteX17" fmla="*/ 369924 w 912112"/>
                <a:gd name="connsiteY17" fmla="*/ 134350 h 912112"/>
                <a:gd name="connsiteX18" fmla="*/ 366443 w 912112"/>
                <a:gd name="connsiteY18" fmla="*/ 72518 h 912112"/>
                <a:gd name="connsiteX19" fmla="*/ 477769 w 912112"/>
                <a:gd name="connsiteY19" fmla="*/ 3965 h 912112"/>
                <a:gd name="connsiteX20" fmla="*/ 547930 w 912112"/>
                <a:gd name="connsiteY20" fmla="*/ 107970 h 912112"/>
                <a:gd name="connsiteX21" fmla="*/ 502132 w 912112"/>
                <a:gd name="connsiteY21" fmla="*/ 330382 h 912112"/>
                <a:gd name="connsiteX22" fmla="*/ 498028 w 912112"/>
                <a:gd name="connsiteY22" fmla="*/ 358753 h 912112"/>
                <a:gd name="connsiteX23" fmla="*/ 630692 w 912112"/>
                <a:gd name="connsiteY23" fmla="*/ 156096 h 912112"/>
                <a:gd name="connsiteX24" fmla="*/ 701933 w 912112"/>
                <a:gd name="connsiteY24" fmla="*/ 108738 h 912112"/>
                <a:gd name="connsiteX25" fmla="*/ 799121 w 912112"/>
                <a:gd name="connsiteY25" fmla="*/ 166634 h 912112"/>
                <a:gd name="connsiteX26" fmla="*/ 764772 w 912112"/>
                <a:gd name="connsiteY26" fmla="*/ 277287 h 912112"/>
                <a:gd name="connsiteX27" fmla="*/ 586167 w 912112"/>
                <a:gd name="connsiteY27" fmla="*/ 394902 h 912112"/>
                <a:gd name="connsiteX28" fmla="*/ 565068 w 912112"/>
                <a:gd name="connsiteY28" fmla="*/ 414944 h 912112"/>
                <a:gd name="connsiteX29" fmla="*/ 784719 w 912112"/>
                <a:gd name="connsiteY29" fmla="*/ 369002 h 912112"/>
                <a:gd name="connsiteX30" fmla="*/ 849671 w 912112"/>
                <a:gd name="connsiteY30" fmla="*/ 369363 h 912112"/>
                <a:gd name="connsiteX31" fmla="*/ 908502 w 912112"/>
                <a:gd name="connsiteY31" fmla="*/ 480592 h 912112"/>
                <a:gd name="connsiteX32" fmla="*/ 802745 w 912112"/>
                <a:gd name="connsiteY32" fmla="*/ 548257 h 912112"/>
                <a:gd name="connsiteX33" fmla="*/ 563820 w 912112"/>
                <a:gd name="connsiteY33" fmla="*/ 498522 h 912112"/>
                <a:gd name="connsiteX34" fmla="*/ 580814 w 912112"/>
                <a:gd name="connsiteY34" fmla="*/ 515540 h 912112"/>
                <a:gd name="connsiteX35" fmla="*/ 759516 w 912112"/>
                <a:gd name="connsiteY35" fmla="*/ 632819 h 912112"/>
                <a:gd name="connsiteX36" fmla="*/ 802577 w 912112"/>
                <a:gd name="connsiteY36" fmla="*/ 734663 h 912112"/>
                <a:gd name="connsiteX37" fmla="*/ 731384 w 912112"/>
                <a:gd name="connsiteY37" fmla="*/ 803864 h 912112"/>
                <a:gd name="connsiteX38" fmla="*/ 632636 w 912112"/>
                <a:gd name="connsiteY38" fmla="*/ 760467 h 912112"/>
                <a:gd name="connsiteX39" fmla="*/ 520758 w 912112"/>
                <a:gd name="connsiteY39" fmla="*/ 589830 h 912112"/>
                <a:gd name="connsiteX40" fmla="*/ 498412 w 912112"/>
                <a:gd name="connsiteY40" fmla="*/ 563930 h 912112"/>
                <a:gd name="connsiteX41" fmla="*/ 547522 w 912112"/>
                <a:gd name="connsiteY41" fmla="*/ 803432 h 912112"/>
                <a:gd name="connsiteX42" fmla="*/ 489483 w 912112"/>
                <a:gd name="connsiteY42" fmla="*/ 906093 h 912112"/>
                <a:gd name="connsiteX43" fmla="*/ 365795 w 912112"/>
                <a:gd name="connsiteY43" fmla="*/ 804824 h 912112"/>
                <a:gd name="connsiteX44" fmla="*/ 410609 w 912112"/>
                <a:gd name="connsiteY44" fmla="*/ 585629 h 912112"/>
                <a:gd name="connsiteX45" fmla="*/ 413729 w 912112"/>
                <a:gd name="connsiteY45" fmla="*/ 566427 h 912112"/>
              </a:gdLst>
              <a:ahLst/>
              <a:cxnLst/>
              <a:rect l="l" t="t" r="r" b="b"/>
              <a:pathLst>
                <a:path w="912112" h="912112">
                  <a:moveTo>
                    <a:pt x="408329" y="565587"/>
                  </a:moveTo>
                  <a:cubicBezTo>
                    <a:pt x="364427" y="632339"/>
                    <a:pt x="321414" y="699691"/>
                    <a:pt x="276312" y="765627"/>
                  </a:cubicBezTo>
                  <a:cubicBezTo>
                    <a:pt x="245637" y="810417"/>
                    <a:pt x="188462" y="819082"/>
                    <a:pt x="145904" y="788190"/>
                  </a:cubicBezTo>
                  <a:cubicBezTo>
                    <a:pt x="104139" y="757874"/>
                    <a:pt x="95498" y="698179"/>
                    <a:pt x="126702" y="656438"/>
                  </a:cubicBezTo>
                  <a:cubicBezTo>
                    <a:pt x="136135" y="643788"/>
                    <a:pt x="149097" y="635603"/>
                    <a:pt x="161938" y="627178"/>
                  </a:cubicBezTo>
                  <a:cubicBezTo>
                    <a:pt x="225042" y="585845"/>
                    <a:pt x="288194" y="544560"/>
                    <a:pt x="349569" y="498522"/>
                  </a:cubicBezTo>
                  <a:cubicBezTo>
                    <a:pt x="270096" y="515132"/>
                    <a:pt x="190766" y="532463"/>
                    <a:pt x="111124" y="548113"/>
                  </a:cubicBezTo>
                  <a:cubicBezTo>
                    <a:pt x="63570" y="557289"/>
                    <a:pt x="17058" y="527979"/>
                    <a:pt x="4815" y="481120"/>
                  </a:cubicBezTo>
                  <a:cubicBezTo>
                    <a:pt x="-7187" y="433234"/>
                    <a:pt x="17536" y="386093"/>
                    <a:pt x="63118" y="369555"/>
                  </a:cubicBezTo>
                  <a:cubicBezTo>
                    <a:pt x="85849" y="361298"/>
                    <a:pt x="108436" y="364754"/>
                    <a:pt x="131238" y="369555"/>
                  </a:cubicBezTo>
                  <a:cubicBezTo>
                    <a:pt x="202743" y="384676"/>
                    <a:pt x="274344" y="399462"/>
                    <a:pt x="348345" y="408751"/>
                  </a:cubicBezTo>
                  <a:cubicBezTo>
                    <a:pt x="285433" y="367586"/>
                    <a:pt x="222642" y="326229"/>
                    <a:pt x="159538" y="285400"/>
                  </a:cubicBezTo>
                  <a:cubicBezTo>
                    <a:pt x="134599" y="269294"/>
                    <a:pt x="115229" y="249564"/>
                    <a:pt x="109828" y="219200"/>
                  </a:cubicBezTo>
                  <a:cubicBezTo>
                    <a:pt x="101907" y="175203"/>
                    <a:pt x="123246" y="133389"/>
                    <a:pt x="162394" y="115987"/>
                  </a:cubicBezTo>
                  <a:cubicBezTo>
                    <a:pt x="203199" y="97817"/>
                    <a:pt x="250029" y="109434"/>
                    <a:pt x="276264" y="147767"/>
                  </a:cubicBezTo>
                  <a:cubicBezTo>
                    <a:pt x="317069" y="207511"/>
                    <a:pt x="355810" y="268742"/>
                    <a:pt x="395679" y="329182"/>
                  </a:cubicBezTo>
                  <a:cubicBezTo>
                    <a:pt x="400312" y="336214"/>
                    <a:pt x="402472" y="345552"/>
                    <a:pt x="415193" y="350616"/>
                  </a:cubicBezTo>
                  <a:cubicBezTo>
                    <a:pt x="399784" y="277047"/>
                    <a:pt x="384854" y="205710"/>
                    <a:pt x="369924" y="134350"/>
                  </a:cubicBezTo>
                  <a:cubicBezTo>
                    <a:pt x="365651" y="113923"/>
                    <a:pt x="361307" y="93545"/>
                    <a:pt x="366443" y="72518"/>
                  </a:cubicBezTo>
                  <a:cubicBezTo>
                    <a:pt x="378229" y="23672"/>
                    <a:pt x="427387" y="-6812"/>
                    <a:pt x="477769" y="3965"/>
                  </a:cubicBezTo>
                  <a:cubicBezTo>
                    <a:pt x="523831" y="13807"/>
                    <a:pt x="556979" y="61045"/>
                    <a:pt x="547930" y="107970"/>
                  </a:cubicBezTo>
                  <a:cubicBezTo>
                    <a:pt x="533672" y="182379"/>
                    <a:pt x="517446" y="256261"/>
                    <a:pt x="502132" y="330382"/>
                  </a:cubicBezTo>
                  <a:cubicBezTo>
                    <a:pt x="500860" y="336502"/>
                    <a:pt x="500308" y="342767"/>
                    <a:pt x="498028" y="358753"/>
                  </a:cubicBezTo>
                  <a:cubicBezTo>
                    <a:pt x="545770" y="285904"/>
                    <a:pt x="588567" y="221216"/>
                    <a:pt x="630692" y="156096"/>
                  </a:cubicBezTo>
                  <a:cubicBezTo>
                    <a:pt x="647758" y="129693"/>
                    <a:pt x="670105" y="112027"/>
                    <a:pt x="701933" y="108738"/>
                  </a:cubicBezTo>
                  <a:cubicBezTo>
                    <a:pt x="745138" y="104274"/>
                    <a:pt x="783879" y="127605"/>
                    <a:pt x="799121" y="166634"/>
                  </a:cubicBezTo>
                  <a:cubicBezTo>
                    <a:pt x="815496" y="206991"/>
                    <a:pt x="801123" y="253296"/>
                    <a:pt x="764772" y="277287"/>
                  </a:cubicBezTo>
                  <a:cubicBezTo>
                    <a:pt x="705893" y="317420"/>
                    <a:pt x="645646" y="355561"/>
                    <a:pt x="586167" y="394902"/>
                  </a:cubicBezTo>
                  <a:cubicBezTo>
                    <a:pt x="579230" y="399510"/>
                    <a:pt x="569893" y="401694"/>
                    <a:pt x="565068" y="414944"/>
                  </a:cubicBezTo>
                  <a:cubicBezTo>
                    <a:pt x="639885" y="399318"/>
                    <a:pt x="712302" y="384196"/>
                    <a:pt x="784719" y="369002"/>
                  </a:cubicBezTo>
                  <a:cubicBezTo>
                    <a:pt x="806322" y="364466"/>
                    <a:pt x="828068" y="361802"/>
                    <a:pt x="849671" y="369363"/>
                  </a:cubicBezTo>
                  <a:cubicBezTo>
                    <a:pt x="895277" y="385468"/>
                    <a:pt x="920456" y="433066"/>
                    <a:pt x="908502" y="480592"/>
                  </a:cubicBezTo>
                  <a:cubicBezTo>
                    <a:pt x="896909" y="526726"/>
                    <a:pt x="850559" y="557594"/>
                    <a:pt x="802745" y="548257"/>
                  </a:cubicBezTo>
                  <a:cubicBezTo>
                    <a:pt x="723247" y="532679"/>
                    <a:pt x="644086" y="515324"/>
                    <a:pt x="563820" y="498522"/>
                  </a:cubicBezTo>
                  <a:cubicBezTo>
                    <a:pt x="564540" y="510332"/>
                    <a:pt x="574645" y="511460"/>
                    <a:pt x="580814" y="515540"/>
                  </a:cubicBezTo>
                  <a:cubicBezTo>
                    <a:pt x="640293" y="554809"/>
                    <a:pt x="700301" y="593358"/>
                    <a:pt x="759516" y="632819"/>
                  </a:cubicBezTo>
                  <a:cubicBezTo>
                    <a:pt x="797441" y="658046"/>
                    <a:pt x="812322" y="693234"/>
                    <a:pt x="802577" y="734663"/>
                  </a:cubicBezTo>
                  <a:cubicBezTo>
                    <a:pt x="793720" y="772492"/>
                    <a:pt x="768973" y="795415"/>
                    <a:pt x="731384" y="803864"/>
                  </a:cubicBezTo>
                  <a:cubicBezTo>
                    <a:pt x="692788" y="812553"/>
                    <a:pt x="657095" y="797191"/>
                    <a:pt x="632636" y="760467"/>
                  </a:cubicBezTo>
                  <a:cubicBezTo>
                    <a:pt x="594928" y="703868"/>
                    <a:pt x="558227" y="646597"/>
                    <a:pt x="520758" y="589830"/>
                  </a:cubicBezTo>
                  <a:cubicBezTo>
                    <a:pt x="514974" y="581021"/>
                    <a:pt x="512093" y="569547"/>
                    <a:pt x="498412" y="563930"/>
                  </a:cubicBezTo>
                  <a:cubicBezTo>
                    <a:pt x="515214" y="644892"/>
                    <a:pt x="532016" y="724006"/>
                    <a:pt x="547522" y="803432"/>
                  </a:cubicBezTo>
                  <a:cubicBezTo>
                    <a:pt x="555937" y="847249"/>
                    <a:pt x="531365" y="890711"/>
                    <a:pt x="489483" y="906093"/>
                  </a:cubicBezTo>
                  <a:cubicBezTo>
                    <a:pt x="422274" y="930984"/>
                    <a:pt x="353410" y="876089"/>
                    <a:pt x="365795" y="804824"/>
                  </a:cubicBezTo>
                  <a:cubicBezTo>
                    <a:pt x="378661" y="731495"/>
                    <a:pt x="395463" y="658670"/>
                    <a:pt x="410609" y="585629"/>
                  </a:cubicBezTo>
                  <a:cubicBezTo>
                    <a:pt x="411905" y="579316"/>
                    <a:pt x="412697" y="572884"/>
                    <a:pt x="413729" y="56642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/>
              <a:endParaRPr kumimoji="1" lang="zh-CN" altLang="en-US"/>
            </a:p>
          </p:txBody>
        </p:sp>
        <p:sp>
          <p:nvSpPr>
            <p:cNvPr id="12" name="标题 1"/>
            <p:cNvSpPr txBox="1"/>
            <p:nvPr/>
          </p:nvSpPr>
          <p:spPr>
            <a:xfrm flipV="1">
              <a:off x="11420505" y="757558"/>
              <a:ext cx="97558" cy="97558"/>
            </a:xfrm>
            <a:custGeom>
              <a:avLst/>
              <a:gdLst>
                <a:gd name="connsiteX0" fmla="*/ 408329 w 912112"/>
                <a:gd name="connsiteY0" fmla="*/ 565587 h 912112"/>
                <a:gd name="connsiteX1" fmla="*/ 276312 w 912112"/>
                <a:gd name="connsiteY1" fmla="*/ 765627 h 912112"/>
                <a:gd name="connsiteX2" fmla="*/ 145904 w 912112"/>
                <a:gd name="connsiteY2" fmla="*/ 788190 h 912112"/>
                <a:gd name="connsiteX3" fmla="*/ 126702 w 912112"/>
                <a:gd name="connsiteY3" fmla="*/ 656438 h 912112"/>
                <a:gd name="connsiteX4" fmla="*/ 161938 w 912112"/>
                <a:gd name="connsiteY4" fmla="*/ 627178 h 912112"/>
                <a:gd name="connsiteX5" fmla="*/ 349569 w 912112"/>
                <a:gd name="connsiteY5" fmla="*/ 498522 h 912112"/>
                <a:gd name="connsiteX6" fmla="*/ 111124 w 912112"/>
                <a:gd name="connsiteY6" fmla="*/ 548113 h 912112"/>
                <a:gd name="connsiteX7" fmla="*/ 4815 w 912112"/>
                <a:gd name="connsiteY7" fmla="*/ 481120 h 912112"/>
                <a:gd name="connsiteX8" fmla="*/ 63118 w 912112"/>
                <a:gd name="connsiteY8" fmla="*/ 369555 h 912112"/>
                <a:gd name="connsiteX9" fmla="*/ 131238 w 912112"/>
                <a:gd name="connsiteY9" fmla="*/ 369555 h 912112"/>
                <a:gd name="connsiteX10" fmla="*/ 348345 w 912112"/>
                <a:gd name="connsiteY10" fmla="*/ 408751 h 912112"/>
                <a:gd name="connsiteX11" fmla="*/ 159538 w 912112"/>
                <a:gd name="connsiteY11" fmla="*/ 285400 h 912112"/>
                <a:gd name="connsiteX12" fmla="*/ 109828 w 912112"/>
                <a:gd name="connsiteY12" fmla="*/ 219200 h 912112"/>
                <a:gd name="connsiteX13" fmla="*/ 162394 w 912112"/>
                <a:gd name="connsiteY13" fmla="*/ 115987 h 912112"/>
                <a:gd name="connsiteX14" fmla="*/ 276264 w 912112"/>
                <a:gd name="connsiteY14" fmla="*/ 147767 h 912112"/>
                <a:gd name="connsiteX15" fmla="*/ 395679 w 912112"/>
                <a:gd name="connsiteY15" fmla="*/ 329182 h 912112"/>
                <a:gd name="connsiteX16" fmla="*/ 415193 w 912112"/>
                <a:gd name="connsiteY16" fmla="*/ 350616 h 912112"/>
                <a:gd name="connsiteX17" fmla="*/ 369924 w 912112"/>
                <a:gd name="connsiteY17" fmla="*/ 134350 h 912112"/>
                <a:gd name="connsiteX18" fmla="*/ 366443 w 912112"/>
                <a:gd name="connsiteY18" fmla="*/ 72518 h 912112"/>
                <a:gd name="connsiteX19" fmla="*/ 477769 w 912112"/>
                <a:gd name="connsiteY19" fmla="*/ 3965 h 912112"/>
                <a:gd name="connsiteX20" fmla="*/ 547930 w 912112"/>
                <a:gd name="connsiteY20" fmla="*/ 107970 h 912112"/>
                <a:gd name="connsiteX21" fmla="*/ 502132 w 912112"/>
                <a:gd name="connsiteY21" fmla="*/ 330382 h 912112"/>
                <a:gd name="connsiteX22" fmla="*/ 498028 w 912112"/>
                <a:gd name="connsiteY22" fmla="*/ 358753 h 912112"/>
                <a:gd name="connsiteX23" fmla="*/ 630692 w 912112"/>
                <a:gd name="connsiteY23" fmla="*/ 156096 h 912112"/>
                <a:gd name="connsiteX24" fmla="*/ 701933 w 912112"/>
                <a:gd name="connsiteY24" fmla="*/ 108738 h 912112"/>
                <a:gd name="connsiteX25" fmla="*/ 799121 w 912112"/>
                <a:gd name="connsiteY25" fmla="*/ 166634 h 912112"/>
                <a:gd name="connsiteX26" fmla="*/ 764772 w 912112"/>
                <a:gd name="connsiteY26" fmla="*/ 277287 h 912112"/>
                <a:gd name="connsiteX27" fmla="*/ 586167 w 912112"/>
                <a:gd name="connsiteY27" fmla="*/ 394902 h 912112"/>
                <a:gd name="connsiteX28" fmla="*/ 565068 w 912112"/>
                <a:gd name="connsiteY28" fmla="*/ 414944 h 912112"/>
                <a:gd name="connsiteX29" fmla="*/ 784719 w 912112"/>
                <a:gd name="connsiteY29" fmla="*/ 369002 h 912112"/>
                <a:gd name="connsiteX30" fmla="*/ 849671 w 912112"/>
                <a:gd name="connsiteY30" fmla="*/ 369363 h 912112"/>
                <a:gd name="connsiteX31" fmla="*/ 908502 w 912112"/>
                <a:gd name="connsiteY31" fmla="*/ 480592 h 912112"/>
                <a:gd name="connsiteX32" fmla="*/ 802745 w 912112"/>
                <a:gd name="connsiteY32" fmla="*/ 548257 h 912112"/>
                <a:gd name="connsiteX33" fmla="*/ 563820 w 912112"/>
                <a:gd name="connsiteY33" fmla="*/ 498522 h 912112"/>
                <a:gd name="connsiteX34" fmla="*/ 580814 w 912112"/>
                <a:gd name="connsiteY34" fmla="*/ 515540 h 912112"/>
                <a:gd name="connsiteX35" fmla="*/ 759516 w 912112"/>
                <a:gd name="connsiteY35" fmla="*/ 632819 h 912112"/>
                <a:gd name="connsiteX36" fmla="*/ 802577 w 912112"/>
                <a:gd name="connsiteY36" fmla="*/ 734663 h 912112"/>
                <a:gd name="connsiteX37" fmla="*/ 731384 w 912112"/>
                <a:gd name="connsiteY37" fmla="*/ 803864 h 912112"/>
                <a:gd name="connsiteX38" fmla="*/ 632636 w 912112"/>
                <a:gd name="connsiteY38" fmla="*/ 760467 h 912112"/>
                <a:gd name="connsiteX39" fmla="*/ 520758 w 912112"/>
                <a:gd name="connsiteY39" fmla="*/ 589830 h 912112"/>
                <a:gd name="connsiteX40" fmla="*/ 498412 w 912112"/>
                <a:gd name="connsiteY40" fmla="*/ 563930 h 912112"/>
                <a:gd name="connsiteX41" fmla="*/ 547522 w 912112"/>
                <a:gd name="connsiteY41" fmla="*/ 803432 h 912112"/>
                <a:gd name="connsiteX42" fmla="*/ 489483 w 912112"/>
                <a:gd name="connsiteY42" fmla="*/ 906093 h 912112"/>
                <a:gd name="connsiteX43" fmla="*/ 365795 w 912112"/>
                <a:gd name="connsiteY43" fmla="*/ 804824 h 912112"/>
                <a:gd name="connsiteX44" fmla="*/ 410609 w 912112"/>
                <a:gd name="connsiteY44" fmla="*/ 585629 h 912112"/>
                <a:gd name="connsiteX45" fmla="*/ 413729 w 912112"/>
                <a:gd name="connsiteY45" fmla="*/ 566427 h 912112"/>
              </a:gdLst>
              <a:ahLst/>
              <a:cxnLst/>
              <a:rect l="l" t="t" r="r" b="b"/>
              <a:pathLst>
                <a:path w="912112" h="912112">
                  <a:moveTo>
                    <a:pt x="408329" y="565587"/>
                  </a:moveTo>
                  <a:cubicBezTo>
                    <a:pt x="364427" y="632339"/>
                    <a:pt x="321414" y="699691"/>
                    <a:pt x="276312" y="765627"/>
                  </a:cubicBezTo>
                  <a:cubicBezTo>
                    <a:pt x="245637" y="810417"/>
                    <a:pt x="188462" y="819082"/>
                    <a:pt x="145904" y="788190"/>
                  </a:cubicBezTo>
                  <a:cubicBezTo>
                    <a:pt x="104139" y="757874"/>
                    <a:pt x="95498" y="698179"/>
                    <a:pt x="126702" y="656438"/>
                  </a:cubicBezTo>
                  <a:cubicBezTo>
                    <a:pt x="136135" y="643788"/>
                    <a:pt x="149097" y="635603"/>
                    <a:pt x="161938" y="627178"/>
                  </a:cubicBezTo>
                  <a:cubicBezTo>
                    <a:pt x="225042" y="585845"/>
                    <a:pt x="288194" y="544560"/>
                    <a:pt x="349569" y="498522"/>
                  </a:cubicBezTo>
                  <a:cubicBezTo>
                    <a:pt x="270096" y="515132"/>
                    <a:pt x="190766" y="532463"/>
                    <a:pt x="111124" y="548113"/>
                  </a:cubicBezTo>
                  <a:cubicBezTo>
                    <a:pt x="63570" y="557289"/>
                    <a:pt x="17058" y="527979"/>
                    <a:pt x="4815" y="481120"/>
                  </a:cubicBezTo>
                  <a:cubicBezTo>
                    <a:pt x="-7187" y="433234"/>
                    <a:pt x="17536" y="386093"/>
                    <a:pt x="63118" y="369555"/>
                  </a:cubicBezTo>
                  <a:cubicBezTo>
                    <a:pt x="85849" y="361298"/>
                    <a:pt x="108436" y="364754"/>
                    <a:pt x="131238" y="369555"/>
                  </a:cubicBezTo>
                  <a:cubicBezTo>
                    <a:pt x="202743" y="384676"/>
                    <a:pt x="274344" y="399462"/>
                    <a:pt x="348345" y="408751"/>
                  </a:cubicBezTo>
                  <a:cubicBezTo>
                    <a:pt x="285433" y="367586"/>
                    <a:pt x="222642" y="326229"/>
                    <a:pt x="159538" y="285400"/>
                  </a:cubicBezTo>
                  <a:cubicBezTo>
                    <a:pt x="134599" y="269294"/>
                    <a:pt x="115229" y="249564"/>
                    <a:pt x="109828" y="219200"/>
                  </a:cubicBezTo>
                  <a:cubicBezTo>
                    <a:pt x="101907" y="175203"/>
                    <a:pt x="123246" y="133389"/>
                    <a:pt x="162394" y="115987"/>
                  </a:cubicBezTo>
                  <a:cubicBezTo>
                    <a:pt x="203199" y="97817"/>
                    <a:pt x="250029" y="109434"/>
                    <a:pt x="276264" y="147767"/>
                  </a:cubicBezTo>
                  <a:cubicBezTo>
                    <a:pt x="317069" y="207511"/>
                    <a:pt x="355810" y="268742"/>
                    <a:pt x="395679" y="329182"/>
                  </a:cubicBezTo>
                  <a:cubicBezTo>
                    <a:pt x="400312" y="336214"/>
                    <a:pt x="402472" y="345552"/>
                    <a:pt x="415193" y="350616"/>
                  </a:cubicBezTo>
                  <a:cubicBezTo>
                    <a:pt x="399784" y="277047"/>
                    <a:pt x="384854" y="205710"/>
                    <a:pt x="369924" y="134350"/>
                  </a:cubicBezTo>
                  <a:cubicBezTo>
                    <a:pt x="365651" y="113923"/>
                    <a:pt x="361307" y="93545"/>
                    <a:pt x="366443" y="72518"/>
                  </a:cubicBezTo>
                  <a:cubicBezTo>
                    <a:pt x="378229" y="23672"/>
                    <a:pt x="427387" y="-6812"/>
                    <a:pt x="477769" y="3965"/>
                  </a:cubicBezTo>
                  <a:cubicBezTo>
                    <a:pt x="523831" y="13807"/>
                    <a:pt x="556979" y="61045"/>
                    <a:pt x="547930" y="107970"/>
                  </a:cubicBezTo>
                  <a:cubicBezTo>
                    <a:pt x="533672" y="182379"/>
                    <a:pt x="517446" y="256261"/>
                    <a:pt x="502132" y="330382"/>
                  </a:cubicBezTo>
                  <a:cubicBezTo>
                    <a:pt x="500860" y="336502"/>
                    <a:pt x="500308" y="342767"/>
                    <a:pt x="498028" y="358753"/>
                  </a:cubicBezTo>
                  <a:cubicBezTo>
                    <a:pt x="545770" y="285904"/>
                    <a:pt x="588567" y="221216"/>
                    <a:pt x="630692" y="156096"/>
                  </a:cubicBezTo>
                  <a:cubicBezTo>
                    <a:pt x="647758" y="129693"/>
                    <a:pt x="670105" y="112027"/>
                    <a:pt x="701933" y="108738"/>
                  </a:cubicBezTo>
                  <a:cubicBezTo>
                    <a:pt x="745138" y="104274"/>
                    <a:pt x="783879" y="127605"/>
                    <a:pt x="799121" y="166634"/>
                  </a:cubicBezTo>
                  <a:cubicBezTo>
                    <a:pt x="815496" y="206991"/>
                    <a:pt x="801123" y="253296"/>
                    <a:pt x="764772" y="277287"/>
                  </a:cubicBezTo>
                  <a:cubicBezTo>
                    <a:pt x="705893" y="317420"/>
                    <a:pt x="645646" y="355561"/>
                    <a:pt x="586167" y="394902"/>
                  </a:cubicBezTo>
                  <a:cubicBezTo>
                    <a:pt x="579230" y="399510"/>
                    <a:pt x="569893" y="401694"/>
                    <a:pt x="565068" y="414944"/>
                  </a:cubicBezTo>
                  <a:cubicBezTo>
                    <a:pt x="639885" y="399318"/>
                    <a:pt x="712302" y="384196"/>
                    <a:pt x="784719" y="369002"/>
                  </a:cubicBezTo>
                  <a:cubicBezTo>
                    <a:pt x="806322" y="364466"/>
                    <a:pt x="828068" y="361802"/>
                    <a:pt x="849671" y="369363"/>
                  </a:cubicBezTo>
                  <a:cubicBezTo>
                    <a:pt x="895277" y="385468"/>
                    <a:pt x="920456" y="433066"/>
                    <a:pt x="908502" y="480592"/>
                  </a:cubicBezTo>
                  <a:cubicBezTo>
                    <a:pt x="896909" y="526726"/>
                    <a:pt x="850559" y="557594"/>
                    <a:pt x="802745" y="548257"/>
                  </a:cubicBezTo>
                  <a:cubicBezTo>
                    <a:pt x="723247" y="532679"/>
                    <a:pt x="644086" y="515324"/>
                    <a:pt x="563820" y="498522"/>
                  </a:cubicBezTo>
                  <a:cubicBezTo>
                    <a:pt x="564540" y="510332"/>
                    <a:pt x="574645" y="511460"/>
                    <a:pt x="580814" y="515540"/>
                  </a:cubicBezTo>
                  <a:cubicBezTo>
                    <a:pt x="640293" y="554809"/>
                    <a:pt x="700301" y="593358"/>
                    <a:pt x="759516" y="632819"/>
                  </a:cubicBezTo>
                  <a:cubicBezTo>
                    <a:pt x="797441" y="658046"/>
                    <a:pt x="812322" y="693234"/>
                    <a:pt x="802577" y="734663"/>
                  </a:cubicBezTo>
                  <a:cubicBezTo>
                    <a:pt x="793720" y="772492"/>
                    <a:pt x="768973" y="795415"/>
                    <a:pt x="731384" y="803864"/>
                  </a:cubicBezTo>
                  <a:cubicBezTo>
                    <a:pt x="692788" y="812553"/>
                    <a:pt x="657095" y="797191"/>
                    <a:pt x="632636" y="760467"/>
                  </a:cubicBezTo>
                  <a:cubicBezTo>
                    <a:pt x="594928" y="703868"/>
                    <a:pt x="558227" y="646597"/>
                    <a:pt x="520758" y="589830"/>
                  </a:cubicBezTo>
                  <a:cubicBezTo>
                    <a:pt x="514974" y="581021"/>
                    <a:pt x="512093" y="569547"/>
                    <a:pt x="498412" y="563930"/>
                  </a:cubicBezTo>
                  <a:cubicBezTo>
                    <a:pt x="515214" y="644892"/>
                    <a:pt x="532016" y="724006"/>
                    <a:pt x="547522" y="803432"/>
                  </a:cubicBezTo>
                  <a:cubicBezTo>
                    <a:pt x="555937" y="847249"/>
                    <a:pt x="531365" y="890711"/>
                    <a:pt x="489483" y="906093"/>
                  </a:cubicBezTo>
                  <a:cubicBezTo>
                    <a:pt x="422274" y="930984"/>
                    <a:pt x="353410" y="876089"/>
                    <a:pt x="365795" y="804824"/>
                  </a:cubicBezTo>
                  <a:cubicBezTo>
                    <a:pt x="378661" y="731495"/>
                    <a:pt x="395463" y="658670"/>
                    <a:pt x="410609" y="585629"/>
                  </a:cubicBezTo>
                  <a:cubicBezTo>
                    <a:pt x="411905" y="579316"/>
                    <a:pt x="412697" y="572884"/>
                    <a:pt x="413729" y="56642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/>
              <a:endParaRPr kumimoji="1" lang="zh-CN" altLang="en-US"/>
            </a:p>
          </p:txBody>
        </p:sp>
      </p:grpSp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7641157" y="1399069"/>
            <a:ext cx="3986454" cy="398645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标题 1"/>
          <p:cNvSpPr txBox="1"/>
          <p:nvPr/>
        </p:nvSpPr>
        <p:spPr>
          <a:xfrm>
            <a:off x="6025661" y="1600200"/>
            <a:ext cx="491222" cy="49122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85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 w="1270" cap="sq">
            <a:noFill/>
            <a:miter/>
          </a:ln>
          <a:effectLst>
            <a:outerShdw blurRad="279400" dist="114300" dir="2700000" sx="102000" sy="102000" algn="tl" rotWithShape="0">
              <a:schemeClr val="accent1">
                <a:alpha val="13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8386984">
            <a:off x="7130748" y="4911248"/>
            <a:ext cx="351137" cy="351137"/>
          </a:xfrm>
          <a:prstGeom prst="ellipse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1270" cap="sq">
            <a:noFill/>
            <a:miter/>
          </a:ln>
          <a:effectLst>
            <a:outerShdw blurRad="279400" dist="114300" dir="2700000" sx="102000" sy="102000" algn="tl" rotWithShape="0">
              <a:schemeClr val="accent1">
                <a:alpha val="13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1415173" y="2258854"/>
            <a:ext cx="6225983" cy="264364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3900">
                <a:ln w="12700">
                  <a:noFill/>
                </a:ln>
                <a:solidFill>
                  <a:srgbClr val="4B8130">
                    <a:alpha val="100000"/>
                  </a:srgbClr>
                </a:solidFill>
                <a:latin typeface="Fira Sans Black"/>
                <a:ea typeface="Fira Sans Black"/>
                <a:cs typeface="Fira Sans Black"/>
              </a:rPr>
              <a:t>Thanks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1975210" y="5367056"/>
            <a:ext cx="5328058" cy="276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1400" dirty="0">
                <a:ln w="12700">
                  <a:noFill/>
                </a:ln>
                <a:solidFill>
                  <a:srgbClr val="0070C0"/>
                </a:solidFill>
                <a:latin typeface="Poppins"/>
                <a:ea typeface="Poppins"/>
                <a:cs typeface="Poppins"/>
              </a:rPr>
              <a:t>by SANTHOSH H G</a:t>
            </a:r>
          </a:p>
          <a:p>
            <a:pPr algn="l"/>
            <a:r>
              <a:rPr kumimoji="1" lang="en-US" altLang="zh-CN" sz="1400" dirty="0">
                <a:ln w="12700">
                  <a:noFill/>
                </a:ln>
                <a:solidFill>
                  <a:srgbClr val="0070C0"/>
                </a:solidFill>
                <a:latin typeface="Poppins"/>
                <a:cs typeface="Poppins"/>
              </a:rPr>
              <a:t>VI Sem CSE – AIML</a:t>
            </a:r>
          </a:p>
          <a:p>
            <a:pPr algn="l"/>
            <a:r>
              <a:rPr kumimoji="1" lang="en-US" altLang="zh-CN" sz="1400" dirty="0">
                <a:ln w="12700">
                  <a:noFill/>
                </a:ln>
                <a:solidFill>
                  <a:srgbClr val="0070C0"/>
                </a:solidFill>
                <a:latin typeface="Poppins"/>
                <a:cs typeface="Poppins"/>
              </a:rPr>
              <a:t>USN: 4VV23CI703</a:t>
            </a:r>
            <a:endParaRPr kumimoji="1" lang="zh-CN" altLang="en-US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4B8130"/>
      </a:accent1>
      <a:accent2>
        <a:srgbClr val="F8BB1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00"/>
      </a:hlink>
      <a:folHlink>
        <a:srgbClr val="0000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843</Words>
  <Application>Microsoft Office PowerPoint</Application>
  <PresentationFormat>Widescreen</PresentationFormat>
  <Paragraphs>96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poppins-bold</vt:lpstr>
      <vt:lpstr>Arial</vt:lpstr>
      <vt:lpstr>Poppins</vt:lpstr>
      <vt:lpstr>Fira Sans Black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Santhosh H G</cp:lastModifiedBy>
  <cp:revision>3</cp:revision>
  <dcterms:modified xsi:type="dcterms:W3CDTF">2025-05-15T11:20:29Z</dcterms:modified>
</cp:coreProperties>
</file>
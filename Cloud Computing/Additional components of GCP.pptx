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erriweath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23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99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00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023229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Exploring Additional Components of Google Cloud Platform (GCP)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3798" y="4707255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Discover GCP's extended services for development, management, security, and innovation.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1576" y="5774531"/>
            <a:ext cx="2191107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by Nuthan B 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99605"/>
            <a:ext cx="12010906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Key Categories of GCP’s Additional Tools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864525"/>
            <a:ext cx="63280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5855" y="312658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Networking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38668" y="2864525"/>
            <a:ext cx="63280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00724" y="312658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Operations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00724" y="3660100"/>
            <a:ext cx="5803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Monitoring &amp; Logging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3798" y="4563785"/>
            <a:ext cx="6328053" cy="909637"/>
          </a:xfrm>
          <a:prstGeom prst="roundRect">
            <a:avLst>
              <a:gd name="adj" fmla="val 11397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5855" y="4825841"/>
            <a:ext cx="34304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AI &amp; Machine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38668" y="4563785"/>
            <a:ext cx="6328053" cy="909637"/>
          </a:xfrm>
          <a:prstGeom prst="roundRect">
            <a:avLst>
              <a:gd name="adj" fmla="val 11397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0724" y="48258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Identity &amp; Security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3798" y="5720239"/>
            <a:ext cx="6328053" cy="909637"/>
          </a:xfrm>
          <a:prstGeom prst="roundRect">
            <a:avLst>
              <a:gd name="adj" fmla="val 11397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5855" y="598229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Developer Tools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38668" y="5720239"/>
            <a:ext cx="6328053" cy="909637"/>
          </a:xfrm>
          <a:prstGeom prst="roundRect">
            <a:avLst>
              <a:gd name="adj" fmla="val 11397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0724" y="5982295"/>
            <a:ext cx="447067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Serverless &amp; API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558" y="7688143"/>
            <a:ext cx="1978842" cy="502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4120" y="634603"/>
            <a:ext cx="7528560" cy="1442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Advanced Networking Capabilities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94120" y="2423041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44095" y="2502337"/>
            <a:ext cx="3012162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Load Balancing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44095" y="3001327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Global, scalable load balancing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94120" y="3832265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4095" y="3911560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CDN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4095" y="4410551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Low latency content delivery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94120" y="5241488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4095" y="5320784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VPC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44095" y="5819775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Customizable </a:t>
            </a:r>
            <a:r>
              <a:rPr lang="en-US" sz="18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virtual networks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94120" y="6650712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4095" y="6730008"/>
            <a:ext cx="360009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Interconnect &amp; VPN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44095" y="7228999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Hybrid connectivity options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558" y="7688143"/>
            <a:ext cx="1978842" cy="502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98658"/>
            <a:ext cx="812506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Observability &amp; Monitoring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986927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4619268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Tracks performance metrics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47674" y="3986927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Logging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47674" y="4619268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Centralized log management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31549" y="3986927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Trace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31549" y="4619268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Latency insights for apps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15424" y="3986927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Profiler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15424" y="4619268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Performance tuning </a:t>
            </a:r>
            <a:r>
              <a:rPr lang="en-US" sz="19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in </a:t>
            </a: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production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558" y="7688143"/>
            <a:ext cx="1978842" cy="502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4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486" y="658058"/>
            <a:ext cx="7469029" cy="14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7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Prebuilt &amp; Custom ML Tools</a:t>
            </a:r>
            <a:endParaRPr lang="en-US"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86" y="2554367"/>
            <a:ext cx="572572" cy="5725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9254" y="2654617"/>
            <a:ext cx="1478518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Vertex AI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49254" y="3171944"/>
            <a:ext cx="1478518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Unified ML platform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857" y="2554367"/>
            <a:ext cx="572572" cy="5725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38625" y="2654617"/>
            <a:ext cx="1478518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AutoML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38625" y="3171944"/>
            <a:ext cx="1478518" cy="191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Train models without deep expertise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228" y="2554367"/>
            <a:ext cx="572572" cy="5725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27996" y="2654617"/>
            <a:ext cx="1478518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Vision </a:t>
            </a:r>
            <a:r>
              <a:rPr lang="en-US" sz="235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AI,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887885" y="3126939"/>
            <a:ext cx="1478518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Natural Language &amp; Translation APIs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827997" y="5210413"/>
            <a:ext cx="1478518" cy="191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Pre-trained models for image, text, and language processing</a:t>
            </a:r>
            <a:endParaRPr lang="en-US" sz="1850" dirty="0">
              <a:solidFill>
                <a:srgbClr val="E2E6E9"/>
              </a:solidFill>
              <a:latin typeface="Times New Roman" panose="02020603050405020304" pitchFamily="18" charset="0"/>
              <a:ea typeface="Merriweath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887885" y="5201879"/>
            <a:ext cx="1478518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23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05896"/>
            <a:ext cx="778787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Enterprise-Grade Security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794165"/>
            <a:ext cx="2774037" cy="90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</a:t>
            </a: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IAM</a:t>
            </a:r>
            <a:r>
              <a:rPr lang="en-US" sz="12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2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Identity and Access management</a:t>
            </a:r>
            <a:r>
              <a:rPr lang="en-US" sz="12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5206841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Control </a:t>
            </a:r>
            <a:r>
              <a:rPr lang="en-US" sz="19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who can do what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47674" y="3794164"/>
            <a:ext cx="2774037" cy="1017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</a:t>
            </a: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KMS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400" dirty="0" smtClean="0">
                <a:solidFill>
                  <a:srgbClr val="F5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(Key Management Service)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47674" y="5248434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Manage cryptographic keys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31549" y="3794165"/>
            <a:ext cx="2774037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Security Command Center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31549" y="5259863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Centralized risk visibility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15424" y="3794165"/>
            <a:ext cx="2774037" cy="1120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VPC </a:t>
            </a: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(Virtual Private Cloud)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Service </a:t>
            </a:r>
            <a:r>
              <a:rPr lang="en-US" sz="24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Controls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15424" y="5259863"/>
            <a:ext cx="27740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Mitigate data exfiltration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558" y="7688143"/>
            <a:ext cx="1978842" cy="502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192" y="607695"/>
            <a:ext cx="7597616" cy="138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Build, Test, and Deploy Efficiently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92" y="2319695"/>
            <a:ext cx="1104543" cy="1325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9086" y="2540556"/>
            <a:ext cx="343959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Source Repositories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09086" y="3018115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Git-based repositories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92" y="3645218"/>
            <a:ext cx="1104543" cy="1325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9086" y="3866078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Build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209086" y="4343638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CI/CD pipelines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92" y="4970740"/>
            <a:ext cx="1104543" cy="13255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9086" y="5191601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Scheduler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209086" y="5669161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Cron jobs as a service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92" y="6296263"/>
            <a:ext cx="1104543" cy="13255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09086" y="6517124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Functions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209086" y="6994684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Lightweight serverless functions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395651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Agile, Scalable Development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63798" y="3308390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8987" y="330839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App Engine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18987" y="3841909"/>
            <a:ext cx="686121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Fully managed app platform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233964" y="4483537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9152" y="448353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Run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789152" y="5017056"/>
            <a:ext cx="649104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</a:t>
            </a:r>
            <a:r>
              <a:rPr lang="en-US" sz="19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ontainerized apps in a server less model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604248" y="5658683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59437" y="5658683"/>
            <a:ext cx="3253145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API Gateway &amp; Apigee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159437" y="6192203"/>
            <a:ext cx="612076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API design, security, monetization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05896"/>
            <a:ext cx="778787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Real world execution example</a:t>
            </a:r>
            <a:endParaRPr lang="en-US" sz="4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895765"/>
            <a:ext cx="10058202" cy="101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Retail company using Cloud functions, Virtual Private Cloud,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Cloud Monitoring for dynamic scaling and observability. </a:t>
            </a:r>
            <a:r>
              <a:rPr lang="en-US" sz="12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558" y="7688143"/>
            <a:ext cx="1978842" cy="5025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300" y="0"/>
            <a:ext cx="5499100" cy="80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3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192" y="607695"/>
            <a:ext cx="7597616" cy="138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Conclusion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92" y="2319695"/>
            <a:ext cx="1104543" cy="1325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9086" y="2540556"/>
            <a:ext cx="343959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These Additional Tools Empower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09086" y="3018115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Innovation, Security, and Efficiency 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92" y="3645218"/>
            <a:ext cx="1104543" cy="1325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9086" y="3866078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Pick based on use-case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209086" y="4343638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DevOps, ML, Security, Hybrid Cloud etc.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92" y="4970740"/>
            <a:ext cx="1104543" cy="13255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9085" y="5191601"/>
            <a:ext cx="3842027" cy="839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Explore intergeneration's for a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</a:t>
            </a:r>
            <a:r>
              <a:rPr lang="en-US" sz="2150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ohesive cloud solution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51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302</Words>
  <Application>Microsoft Office PowerPoint</Application>
  <PresentationFormat>Custom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Merriweather Bold</vt:lpstr>
      <vt:lpstr>Arial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</cp:lastModifiedBy>
  <cp:revision>10</cp:revision>
  <dcterms:created xsi:type="dcterms:W3CDTF">2025-05-15T09:13:26Z</dcterms:created>
  <dcterms:modified xsi:type="dcterms:W3CDTF">2025-05-15T13:02:48Z</dcterms:modified>
</cp:coreProperties>
</file>
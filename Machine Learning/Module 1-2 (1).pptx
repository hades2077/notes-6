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3E3E29-4EF4-44B1-91DE-F72DBC580136}" v="49" dt="2025-02-12T15:18:11.4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0" d="100"/>
          <a:sy n="60" d="100"/>
        </p:scale>
        <p:origin x="20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lpa BV" userId="48fbb3e7aeb449f5" providerId="LiveId" clId="{223E3E29-4EF4-44B1-91DE-F72DBC580136}"/>
    <pc:docChg chg="undo custSel addSld delSld modSld">
      <pc:chgData name="Shilpa BV" userId="48fbb3e7aeb449f5" providerId="LiveId" clId="{223E3E29-4EF4-44B1-91DE-F72DBC580136}" dt="2025-02-12T15:18:40.436" v="5195" actId="20577"/>
      <pc:docMkLst>
        <pc:docMk/>
      </pc:docMkLst>
      <pc:sldChg chg="modSp mod">
        <pc:chgData name="Shilpa BV" userId="48fbb3e7aeb449f5" providerId="LiveId" clId="{223E3E29-4EF4-44B1-91DE-F72DBC580136}" dt="2025-01-31T11:23:56.527" v="25" actId="20577"/>
        <pc:sldMkLst>
          <pc:docMk/>
          <pc:sldMk cId="1732591120" sldId="256"/>
        </pc:sldMkLst>
        <pc:spChg chg="mod">
          <ac:chgData name="Shilpa BV" userId="48fbb3e7aeb449f5" providerId="LiveId" clId="{223E3E29-4EF4-44B1-91DE-F72DBC580136}" dt="2025-01-31T11:23:46.360" v="15" actId="20577"/>
          <ac:spMkLst>
            <pc:docMk/>
            <pc:sldMk cId="1732591120" sldId="256"/>
            <ac:spMk id="2" creationId="{B0CA0659-2DFE-0711-0E26-9B048D68D174}"/>
          </ac:spMkLst>
        </pc:spChg>
        <pc:spChg chg="mod">
          <ac:chgData name="Shilpa BV" userId="48fbb3e7aeb449f5" providerId="LiveId" clId="{223E3E29-4EF4-44B1-91DE-F72DBC580136}" dt="2025-01-31T11:23:56.527" v="25" actId="20577"/>
          <ac:spMkLst>
            <pc:docMk/>
            <pc:sldMk cId="1732591120" sldId="256"/>
            <ac:spMk id="3" creationId="{BF2194AA-C2BE-3204-206E-E42A2753F78B}"/>
          </ac:spMkLst>
        </pc:spChg>
      </pc:sldChg>
      <pc:sldChg chg="modSp mod">
        <pc:chgData name="Shilpa BV" userId="48fbb3e7aeb449f5" providerId="LiveId" clId="{223E3E29-4EF4-44B1-91DE-F72DBC580136}" dt="2025-01-31T11:24:51.707" v="88" actId="20577"/>
        <pc:sldMkLst>
          <pc:docMk/>
          <pc:sldMk cId="1526965681" sldId="257"/>
        </pc:sldMkLst>
        <pc:spChg chg="mod">
          <ac:chgData name="Shilpa BV" userId="48fbb3e7aeb449f5" providerId="LiveId" clId="{223E3E29-4EF4-44B1-91DE-F72DBC580136}" dt="2025-01-31T11:24:51.707" v="88" actId="20577"/>
          <ac:spMkLst>
            <pc:docMk/>
            <pc:sldMk cId="1526965681" sldId="257"/>
            <ac:spMk id="3" creationId="{7FB2A1E3-9E4B-6A38-0796-73EE6E231C0D}"/>
          </ac:spMkLst>
        </pc:spChg>
      </pc:sldChg>
      <pc:sldChg chg="modSp mod">
        <pc:chgData name="Shilpa BV" userId="48fbb3e7aeb449f5" providerId="LiveId" clId="{223E3E29-4EF4-44B1-91DE-F72DBC580136}" dt="2025-01-31T11:29:40.421" v="101" actId="20577"/>
        <pc:sldMkLst>
          <pc:docMk/>
          <pc:sldMk cId="2105390911" sldId="258"/>
        </pc:sldMkLst>
        <pc:spChg chg="mod">
          <ac:chgData name="Shilpa BV" userId="48fbb3e7aeb449f5" providerId="LiveId" clId="{223E3E29-4EF4-44B1-91DE-F72DBC580136}" dt="2025-01-31T11:29:40.421" v="101" actId="20577"/>
          <ac:spMkLst>
            <pc:docMk/>
            <pc:sldMk cId="2105390911" sldId="258"/>
            <ac:spMk id="3" creationId="{A26067F8-FC56-C26E-1C2A-0DEBAD577C31}"/>
          </ac:spMkLst>
        </pc:spChg>
      </pc:sldChg>
      <pc:sldChg chg="modSp mod">
        <pc:chgData name="Shilpa BV" userId="48fbb3e7aeb449f5" providerId="LiveId" clId="{223E3E29-4EF4-44B1-91DE-F72DBC580136}" dt="2025-01-31T11:35:40.948" v="134" actId="20577"/>
        <pc:sldMkLst>
          <pc:docMk/>
          <pc:sldMk cId="2852292856" sldId="259"/>
        </pc:sldMkLst>
        <pc:spChg chg="mod">
          <ac:chgData name="Shilpa BV" userId="48fbb3e7aeb449f5" providerId="LiveId" clId="{223E3E29-4EF4-44B1-91DE-F72DBC580136}" dt="2025-01-31T11:35:40.948" v="134" actId="20577"/>
          <ac:spMkLst>
            <pc:docMk/>
            <pc:sldMk cId="2852292856" sldId="259"/>
            <ac:spMk id="3" creationId="{CD2994F0-E930-B691-9A33-D6CB82B43A6B}"/>
          </ac:spMkLst>
        </pc:spChg>
      </pc:sldChg>
      <pc:sldChg chg="del">
        <pc:chgData name="Shilpa BV" userId="48fbb3e7aeb449f5" providerId="LiveId" clId="{223E3E29-4EF4-44B1-91DE-F72DBC580136}" dt="2025-01-31T11:29:30.179" v="97" actId="47"/>
        <pc:sldMkLst>
          <pc:docMk/>
          <pc:sldMk cId="2673186422" sldId="260"/>
        </pc:sldMkLst>
      </pc:sldChg>
      <pc:sldChg chg="addSp delSp modSp new mod">
        <pc:chgData name="Shilpa BV" userId="48fbb3e7aeb449f5" providerId="LiveId" clId="{223E3E29-4EF4-44B1-91DE-F72DBC580136}" dt="2025-01-31T11:44:03.816" v="164" actId="1076"/>
        <pc:sldMkLst>
          <pc:docMk/>
          <pc:sldMk cId="2999000573" sldId="260"/>
        </pc:sldMkLst>
        <pc:spChg chg="mod">
          <ac:chgData name="Shilpa BV" userId="48fbb3e7aeb449f5" providerId="LiveId" clId="{223E3E29-4EF4-44B1-91DE-F72DBC580136}" dt="2025-01-31T11:43:22.531" v="155" actId="1076"/>
          <ac:spMkLst>
            <pc:docMk/>
            <pc:sldMk cId="2999000573" sldId="260"/>
            <ac:spMk id="2" creationId="{E5F251AD-51AF-74E8-BAC8-45C371B0C9BF}"/>
          </ac:spMkLst>
        </pc:spChg>
        <pc:picChg chg="add mod">
          <ac:chgData name="Shilpa BV" userId="48fbb3e7aeb449f5" providerId="LiveId" clId="{223E3E29-4EF4-44B1-91DE-F72DBC580136}" dt="2025-01-31T11:43:24.827" v="156" actId="1076"/>
          <ac:picMkLst>
            <pc:docMk/>
            <pc:sldMk cId="2999000573" sldId="260"/>
            <ac:picMk id="5" creationId="{233AE03D-96BC-61DF-089F-4B7CE2AFF268}"/>
          </ac:picMkLst>
        </pc:picChg>
        <pc:picChg chg="add mod">
          <ac:chgData name="Shilpa BV" userId="48fbb3e7aeb449f5" providerId="LiveId" clId="{223E3E29-4EF4-44B1-91DE-F72DBC580136}" dt="2025-01-31T11:44:03.816" v="164" actId="1076"/>
          <ac:picMkLst>
            <pc:docMk/>
            <pc:sldMk cId="2999000573" sldId="260"/>
            <ac:picMk id="7" creationId="{D654C14D-6D18-04E0-EB65-EDC4895641E9}"/>
          </ac:picMkLst>
        </pc:picChg>
      </pc:sldChg>
      <pc:sldChg chg="addSp delSp modSp new mod">
        <pc:chgData name="Shilpa BV" userId="48fbb3e7aeb449f5" providerId="LiveId" clId="{223E3E29-4EF4-44B1-91DE-F72DBC580136}" dt="2025-02-03T09:49:58.646" v="563" actId="403"/>
        <pc:sldMkLst>
          <pc:docMk/>
          <pc:sldMk cId="999198922" sldId="261"/>
        </pc:sldMkLst>
        <pc:spChg chg="mod">
          <ac:chgData name="Shilpa BV" userId="48fbb3e7aeb449f5" providerId="LiveId" clId="{223E3E29-4EF4-44B1-91DE-F72DBC580136}" dt="2025-02-03T09:49:58.646" v="563" actId="403"/>
          <ac:spMkLst>
            <pc:docMk/>
            <pc:sldMk cId="999198922" sldId="261"/>
            <ac:spMk id="3" creationId="{C05CF9CD-C85D-33FC-37AF-A8BAB3CFDBD5}"/>
          </ac:spMkLst>
        </pc:spChg>
        <pc:spChg chg="add mod">
          <ac:chgData name="Shilpa BV" userId="48fbb3e7aeb449f5" providerId="LiveId" clId="{223E3E29-4EF4-44B1-91DE-F72DBC580136}" dt="2025-01-31T11:49:23.131" v="285" actId="20577"/>
          <ac:spMkLst>
            <pc:docMk/>
            <pc:sldMk cId="999198922" sldId="261"/>
            <ac:spMk id="4" creationId="{D1347A37-ACE6-90D5-338C-F90087715C4D}"/>
          </ac:spMkLst>
        </pc:spChg>
      </pc:sldChg>
      <pc:sldChg chg="del">
        <pc:chgData name="Shilpa BV" userId="48fbb3e7aeb449f5" providerId="LiveId" clId="{223E3E29-4EF4-44B1-91DE-F72DBC580136}" dt="2025-01-31T11:29:30.179" v="97" actId="47"/>
        <pc:sldMkLst>
          <pc:docMk/>
          <pc:sldMk cId="1651693031" sldId="261"/>
        </pc:sldMkLst>
      </pc:sldChg>
      <pc:sldChg chg="modSp new del mod">
        <pc:chgData name="Shilpa BV" userId="48fbb3e7aeb449f5" providerId="LiveId" clId="{223E3E29-4EF4-44B1-91DE-F72DBC580136}" dt="2025-02-03T09:47:39.145" v="476" actId="47"/>
        <pc:sldMkLst>
          <pc:docMk/>
          <pc:sldMk cId="2148569336" sldId="262"/>
        </pc:sldMkLst>
      </pc:sldChg>
      <pc:sldChg chg="del">
        <pc:chgData name="Shilpa BV" userId="48fbb3e7aeb449f5" providerId="LiveId" clId="{223E3E29-4EF4-44B1-91DE-F72DBC580136}" dt="2025-01-31T11:29:30.179" v="97" actId="47"/>
        <pc:sldMkLst>
          <pc:docMk/>
          <pc:sldMk cId="2389496913" sldId="262"/>
        </pc:sldMkLst>
      </pc:sldChg>
      <pc:sldChg chg="del">
        <pc:chgData name="Shilpa BV" userId="48fbb3e7aeb449f5" providerId="LiveId" clId="{223E3E29-4EF4-44B1-91DE-F72DBC580136}" dt="2025-01-31T11:29:30.179" v="97" actId="47"/>
        <pc:sldMkLst>
          <pc:docMk/>
          <pc:sldMk cId="373388569" sldId="263"/>
        </pc:sldMkLst>
      </pc:sldChg>
      <pc:sldChg chg="modSp new mod">
        <pc:chgData name="Shilpa BV" userId="48fbb3e7aeb449f5" providerId="LiveId" clId="{223E3E29-4EF4-44B1-91DE-F72DBC580136}" dt="2025-02-03T09:58:28.413" v="703" actId="20577"/>
        <pc:sldMkLst>
          <pc:docMk/>
          <pc:sldMk cId="3515793528" sldId="263"/>
        </pc:sldMkLst>
        <pc:spChg chg="mod">
          <ac:chgData name="Shilpa BV" userId="48fbb3e7aeb449f5" providerId="LiveId" clId="{223E3E29-4EF4-44B1-91DE-F72DBC580136}" dt="2025-01-31T11:50:20.143" v="298" actId="14100"/>
          <ac:spMkLst>
            <pc:docMk/>
            <pc:sldMk cId="3515793528" sldId="263"/>
            <ac:spMk id="2" creationId="{B8A694DA-AE84-088B-FC2A-9E3ADBD6149B}"/>
          </ac:spMkLst>
        </pc:spChg>
        <pc:spChg chg="mod">
          <ac:chgData name="Shilpa BV" userId="48fbb3e7aeb449f5" providerId="LiveId" clId="{223E3E29-4EF4-44B1-91DE-F72DBC580136}" dt="2025-02-03T09:58:28.413" v="703" actId="20577"/>
          <ac:spMkLst>
            <pc:docMk/>
            <pc:sldMk cId="3515793528" sldId="263"/>
            <ac:spMk id="3" creationId="{5D532A10-B67F-50CD-185C-6924EE891D86}"/>
          </ac:spMkLst>
        </pc:spChg>
      </pc:sldChg>
      <pc:sldChg chg="modSp new del mod">
        <pc:chgData name="Shilpa BV" userId="48fbb3e7aeb449f5" providerId="LiveId" clId="{223E3E29-4EF4-44B1-91DE-F72DBC580136}" dt="2025-02-03T10:04:17.166" v="704" actId="47"/>
        <pc:sldMkLst>
          <pc:docMk/>
          <pc:sldMk cId="2996572809" sldId="264"/>
        </pc:sldMkLst>
      </pc:sldChg>
      <pc:sldChg chg="modSp new mod">
        <pc:chgData name="Shilpa BV" userId="48fbb3e7aeb449f5" providerId="LiveId" clId="{223E3E29-4EF4-44B1-91DE-F72DBC580136}" dt="2025-02-03T10:10:44.991" v="949" actId="27636"/>
        <pc:sldMkLst>
          <pc:docMk/>
          <pc:sldMk cId="3016978380" sldId="264"/>
        </pc:sldMkLst>
        <pc:spChg chg="mod">
          <ac:chgData name="Shilpa BV" userId="48fbb3e7aeb449f5" providerId="LiveId" clId="{223E3E29-4EF4-44B1-91DE-F72DBC580136}" dt="2025-02-03T10:04:26.808" v="723" actId="20577"/>
          <ac:spMkLst>
            <pc:docMk/>
            <pc:sldMk cId="3016978380" sldId="264"/>
            <ac:spMk id="2" creationId="{737C9954-C5C6-9A6F-5268-50D0C4440C89}"/>
          </ac:spMkLst>
        </pc:spChg>
        <pc:spChg chg="mod">
          <ac:chgData name="Shilpa BV" userId="48fbb3e7aeb449f5" providerId="LiveId" clId="{223E3E29-4EF4-44B1-91DE-F72DBC580136}" dt="2025-02-03T10:10:44.991" v="949" actId="27636"/>
          <ac:spMkLst>
            <pc:docMk/>
            <pc:sldMk cId="3016978380" sldId="264"/>
            <ac:spMk id="3" creationId="{DC40A3CF-B689-8BA3-EABC-F8B75D512CAD}"/>
          </ac:spMkLst>
        </pc:spChg>
      </pc:sldChg>
      <pc:sldChg chg="del">
        <pc:chgData name="Shilpa BV" userId="48fbb3e7aeb449f5" providerId="LiveId" clId="{223E3E29-4EF4-44B1-91DE-F72DBC580136}" dt="2025-01-31T11:29:30.179" v="97" actId="47"/>
        <pc:sldMkLst>
          <pc:docMk/>
          <pc:sldMk cId="4192960294" sldId="264"/>
        </pc:sldMkLst>
      </pc:sldChg>
      <pc:sldChg chg="addSp modSp new mod">
        <pc:chgData name="Shilpa BV" userId="48fbb3e7aeb449f5" providerId="LiveId" clId="{223E3E29-4EF4-44B1-91DE-F72DBC580136}" dt="2025-02-03T10:14:27.026" v="1032" actId="1038"/>
        <pc:sldMkLst>
          <pc:docMk/>
          <pc:sldMk cId="173200336" sldId="265"/>
        </pc:sldMkLst>
        <pc:spChg chg="mod">
          <ac:chgData name="Shilpa BV" userId="48fbb3e7aeb449f5" providerId="LiveId" clId="{223E3E29-4EF4-44B1-91DE-F72DBC580136}" dt="2025-02-03T10:11:17.930" v="968" actId="20577"/>
          <ac:spMkLst>
            <pc:docMk/>
            <pc:sldMk cId="173200336" sldId="265"/>
            <ac:spMk id="2" creationId="{D939081E-585C-6E9B-8EA2-570C8D8018CD}"/>
          </ac:spMkLst>
        </pc:spChg>
        <pc:spChg chg="mod">
          <ac:chgData name="Shilpa BV" userId="48fbb3e7aeb449f5" providerId="LiveId" clId="{223E3E29-4EF4-44B1-91DE-F72DBC580136}" dt="2025-02-03T10:14:18.784" v="998" actId="403"/>
          <ac:spMkLst>
            <pc:docMk/>
            <pc:sldMk cId="173200336" sldId="265"/>
            <ac:spMk id="3" creationId="{C6AD9AA6-DF79-5F95-DB50-F5ED8BA5D422}"/>
          </ac:spMkLst>
        </pc:spChg>
        <pc:picChg chg="add mod">
          <ac:chgData name="Shilpa BV" userId="48fbb3e7aeb449f5" providerId="LiveId" clId="{223E3E29-4EF4-44B1-91DE-F72DBC580136}" dt="2025-02-03T10:14:27.026" v="1032" actId="1038"/>
          <ac:picMkLst>
            <pc:docMk/>
            <pc:sldMk cId="173200336" sldId="265"/>
            <ac:picMk id="5" creationId="{83972706-8587-949B-A1C0-17BD85961B92}"/>
          </ac:picMkLst>
        </pc:picChg>
      </pc:sldChg>
      <pc:sldChg chg="new del">
        <pc:chgData name="Shilpa BV" userId="48fbb3e7aeb449f5" providerId="LiveId" clId="{223E3E29-4EF4-44B1-91DE-F72DBC580136}" dt="2025-02-03T09:50:15.918" v="564" actId="47"/>
        <pc:sldMkLst>
          <pc:docMk/>
          <pc:sldMk cId="1690601502" sldId="265"/>
        </pc:sldMkLst>
      </pc:sldChg>
      <pc:sldChg chg="del">
        <pc:chgData name="Shilpa BV" userId="48fbb3e7aeb449f5" providerId="LiveId" clId="{223E3E29-4EF4-44B1-91DE-F72DBC580136}" dt="2025-01-31T11:29:30.179" v="97" actId="47"/>
        <pc:sldMkLst>
          <pc:docMk/>
          <pc:sldMk cId="3412800493" sldId="265"/>
        </pc:sldMkLst>
      </pc:sldChg>
      <pc:sldChg chg="modSp new mod">
        <pc:chgData name="Shilpa BV" userId="48fbb3e7aeb449f5" providerId="LiveId" clId="{223E3E29-4EF4-44B1-91DE-F72DBC580136}" dt="2025-02-03T10:43:18.530" v="1474" actId="20577"/>
        <pc:sldMkLst>
          <pc:docMk/>
          <pc:sldMk cId="2077035320" sldId="266"/>
        </pc:sldMkLst>
        <pc:spChg chg="mod">
          <ac:chgData name="Shilpa BV" userId="48fbb3e7aeb449f5" providerId="LiveId" clId="{223E3E29-4EF4-44B1-91DE-F72DBC580136}" dt="2025-02-03T10:43:18.530" v="1474" actId="20577"/>
          <ac:spMkLst>
            <pc:docMk/>
            <pc:sldMk cId="2077035320" sldId="266"/>
            <ac:spMk id="3" creationId="{B629D710-3ACF-AF40-8757-437AB2246243}"/>
          </ac:spMkLst>
        </pc:spChg>
      </pc:sldChg>
      <pc:sldChg chg="del">
        <pc:chgData name="Shilpa BV" userId="48fbb3e7aeb449f5" providerId="LiveId" clId="{223E3E29-4EF4-44B1-91DE-F72DBC580136}" dt="2025-01-31T11:29:30.179" v="97" actId="47"/>
        <pc:sldMkLst>
          <pc:docMk/>
          <pc:sldMk cId="3684116271" sldId="266"/>
        </pc:sldMkLst>
      </pc:sldChg>
      <pc:sldChg chg="del">
        <pc:chgData name="Shilpa BV" userId="48fbb3e7aeb449f5" providerId="LiveId" clId="{223E3E29-4EF4-44B1-91DE-F72DBC580136}" dt="2025-01-31T11:29:30.179" v="97" actId="47"/>
        <pc:sldMkLst>
          <pc:docMk/>
          <pc:sldMk cId="46617897" sldId="267"/>
        </pc:sldMkLst>
      </pc:sldChg>
      <pc:sldChg chg="modSp new mod">
        <pc:chgData name="Shilpa BV" userId="48fbb3e7aeb449f5" providerId="LiveId" clId="{223E3E29-4EF4-44B1-91DE-F72DBC580136}" dt="2025-02-03T10:48:10.547" v="1749" actId="20577"/>
        <pc:sldMkLst>
          <pc:docMk/>
          <pc:sldMk cId="3642080002" sldId="267"/>
        </pc:sldMkLst>
        <pc:spChg chg="mod">
          <ac:chgData name="Shilpa BV" userId="48fbb3e7aeb449f5" providerId="LiveId" clId="{223E3E29-4EF4-44B1-91DE-F72DBC580136}" dt="2025-02-03T10:48:10.547" v="1749" actId="20577"/>
          <ac:spMkLst>
            <pc:docMk/>
            <pc:sldMk cId="3642080002" sldId="267"/>
            <ac:spMk id="3" creationId="{B1DB2AE2-BEC4-9441-AD15-B5983105C28B}"/>
          </ac:spMkLst>
        </pc:spChg>
      </pc:sldChg>
      <pc:sldChg chg="modSp new mod">
        <pc:chgData name="Shilpa BV" userId="48fbb3e7aeb449f5" providerId="LiveId" clId="{223E3E29-4EF4-44B1-91DE-F72DBC580136}" dt="2025-02-03T11:22:47.088" v="1854" actId="1037"/>
        <pc:sldMkLst>
          <pc:docMk/>
          <pc:sldMk cId="3030404133" sldId="268"/>
        </pc:sldMkLst>
        <pc:spChg chg="mod">
          <ac:chgData name="Shilpa BV" userId="48fbb3e7aeb449f5" providerId="LiveId" clId="{223E3E29-4EF4-44B1-91DE-F72DBC580136}" dt="2025-02-03T11:22:47.088" v="1854" actId="1037"/>
          <ac:spMkLst>
            <pc:docMk/>
            <pc:sldMk cId="3030404133" sldId="268"/>
            <ac:spMk id="2" creationId="{A0925B8B-F8C7-F7D9-4E13-04D9E270CF98}"/>
          </ac:spMkLst>
        </pc:spChg>
        <pc:spChg chg="mod">
          <ac:chgData name="Shilpa BV" userId="48fbb3e7aeb449f5" providerId="LiveId" clId="{223E3E29-4EF4-44B1-91DE-F72DBC580136}" dt="2025-02-03T10:51:12.290" v="1828" actId="20577"/>
          <ac:spMkLst>
            <pc:docMk/>
            <pc:sldMk cId="3030404133" sldId="268"/>
            <ac:spMk id="3" creationId="{9137B1C8-A7A4-0111-453D-B3745165F786}"/>
          </ac:spMkLst>
        </pc:spChg>
      </pc:sldChg>
      <pc:sldChg chg="delSp modSp new mod">
        <pc:chgData name="Shilpa BV" userId="48fbb3e7aeb449f5" providerId="LiveId" clId="{223E3E29-4EF4-44B1-91DE-F72DBC580136}" dt="2025-02-03T11:24:26.796" v="1880" actId="403"/>
        <pc:sldMkLst>
          <pc:docMk/>
          <pc:sldMk cId="1152367372" sldId="269"/>
        </pc:sldMkLst>
        <pc:spChg chg="mod">
          <ac:chgData name="Shilpa BV" userId="48fbb3e7aeb449f5" providerId="LiveId" clId="{223E3E29-4EF4-44B1-91DE-F72DBC580136}" dt="2025-02-03T11:24:26.796" v="1880" actId="403"/>
          <ac:spMkLst>
            <pc:docMk/>
            <pc:sldMk cId="1152367372" sldId="269"/>
            <ac:spMk id="3" creationId="{6E2BAFCB-B9F6-B888-C64F-EE6B0888F01B}"/>
          </ac:spMkLst>
        </pc:spChg>
      </pc:sldChg>
      <pc:sldChg chg="delSp modSp new mod">
        <pc:chgData name="Shilpa BV" userId="48fbb3e7aeb449f5" providerId="LiveId" clId="{223E3E29-4EF4-44B1-91DE-F72DBC580136}" dt="2025-02-03T11:36:18.388" v="1992" actId="6549"/>
        <pc:sldMkLst>
          <pc:docMk/>
          <pc:sldMk cId="458123175" sldId="270"/>
        </pc:sldMkLst>
        <pc:spChg chg="mod">
          <ac:chgData name="Shilpa BV" userId="48fbb3e7aeb449f5" providerId="LiveId" clId="{223E3E29-4EF4-44B1-91DE-F72DBC580136}" dt="2025-02-03T11:36:18.388" v="1992" actId="6549"/>
          <ac:spMkLst>
            <pc:docMk/>
            <pc:sldMk cId="458123175" sldId="270"/>
            <ac:spMk id="3" creationId="{EF0E450A-FC13-8749-C45C-53462A35AF99}"/>
          </ac:spMkLst>
        </pc:spChg>
      </pc:sldChg>
      <pc:sldChg chg="modSp new mod">
        <pc:chgData name="Shilpa BV" userId="48fbb3e7aeb449f5" providerId="LiveId" clId="{223E3E29-4EF4-44B1-91DE-F72DBC580136}" dt="2025-02-03T11:41:40.051" v="2198" actId="6549"/>
        <pc:sldMkLst>
          <pc:docMk/>
          <pc:sldMk cId="552703786" sldId="271"/>
        </pc:sldMkLst>
        <pc:spChg chg="mod">
          <ac:chgData name="Shilpa BV" userId="48fbb3e7aeb449f5" providerId="LiveId" clId="{223E3E29-4EF4-44B1-91DE-F72DBC580136}" dt="2025-02-03T11:38:54.731" v="2025" actId="20577"/>
          <ac:spMkLst>
            <pc:docMk/>
            <pc:sldMk cId="552703786" sldId="271"/>
            <ac:spMk id="2" creationId="{B43E7300-5729-CEB4-C4D7-85D0917FB18E}"/>
          </ac:spMkLst>
        </pc:spChg>
        <pc:spChg chg="mod">
          <ac:chgData name="Shilpa BV" userId="48fbb3e7aeb449f5" providerId="LiveId" clId="{223E3E29-4EF4-44B1-91DE-F72DBC580136}" dt="2025-02-03T11:41:40.051" v="2198" actId="6549"/>
          <ac:spMkLst>
            <pc:docMk/>
            <pc:sldMk cId="552703786" sldId="271"/>
            <ac:spMk id="3" creationId="{ABE747D8-F94B-07FB-4456-EF2CF4B3340D}"/>
          </ac:spMkLst>
        </pc:spChg>
      </pc:sldChg>
      <pc:sldChg chg="delSp modSp new mod">
        <pc:chgData name="Shilpa BV" userId="48fbb3e7aeb449f5" providerId="LiveId" clId="{223E3E29-4EF4-44B1-91DE-F72DBC580136}" dt="2025-02-12T14:05:26.028" v="3695" actId="20577"/>
        <pc:sldMkLst>
          <pc:docMk/>
          <pc:sldMk cId="3214431207" sldId="272"/>
        </pc:sldMkLst>
        <pc:spChg chg="mod">
          <ac:chgData name="Shilpa BV" userId="48fbb3e7aeb449f5" providerId="LiveId" clId="{223E3E29-4EF4-44B1-91DE-F72DBC580136}" dt="2025-02-12T14:05:26.028" v="3695" actId="20577"/>
          <ac:spMkLst>
            <pc:docMk/>
            <pc:sldMk cId="3214431207" sldId="272"/>
            <ac:spMk id="3" creationId="{AA0863B9-1D66-D609-CD98-FB9261135553}"/>
          </ac:spMkLst>
        </pc:spChg>
      </pc:sldChg>
      <pc:sldChg chg="addSp modSp new mod">
        <pc:chgData name="Shilpa BV" userId="48fbb3e7aeb449f5" providerId="LiveId" clId="{223E3E29-4EF4-44B1-91DE-F72DBC580136}" dt="2025-02-03T11:48:11.085" v="2358" actId="14100"/>
        <pc:sldMkLst>
          <pc:docMk/>
          <pc:sldMk cId="1649843745" sldId="273"/>
        </pc:sldMkLst>
        <pc:spChg chg="mod">
          <ac:chgData name="Shilpa BV" userId="48fbb3e7aeb449f5" providerId="LiveId" clId="{223E3E29-4EF4-44B1-91DE-F72DBC580136}" dt="2025-02-03T11:48:02.372" v="2356" actId="27636"/>
          <ac:spMkLst>
            <pc:docMk/>
            <pc:sldMk cId="1649843745" sldId="273"/>
            <ac:spMk id="2" creationId="{39CE44AC-327D-1F1B-F8FA-6812147110D4}"/>
          </ac:spMkLst>
        </pc:spChg>
        <pc:spChg chg="mod">
          <ac:chgData name="Shilpa BV" userId="48fbb3e7aeb449f5" providerId="LiveId" clId="{223E3E29-4EF4-44B1-91DE-F72DBC580136}" dt="2025-02-03T11:48:06.304" v="2357" actId="14100"/>
          <ac:spMkLst>
            <pc:docMk/>
            <pc:sldMk cId="1649843745" sldId="273"/>
            <ac:spMk id="3" creationId="{1E6F96C2-83D0-A6A1-AD89-35CE9CF0774D}"/>
          </ac:spMkLst>
        </pc:spChg>
        <pc:picChg chg="add mod">
          <ac:chgData name="Shilpa BV" userId="48fbb3e7aeb449f5" providerId="LiveId" clId="{223E3E29-4EF4-44B1-91DE-F72DBC580136}" dt="2025-02-03T11:48:11.085" v="2358" actId="14100"/>
          <ac:picMkLst>
            <pc:docMk/>
            <pc:sldMk cId="1649843745" sldId="273"/>
            <ac:picMk id="5" creationId="{1CA968CA-6F53-0F63-746E-FE47D0697F00}"/>
          </ac:picMkLst>
        </pc:picChg>
      </pc:sldChg>
      <pc:sldChg chg="new">
        <pc:chgData name="Shilpa BV" userId="48fbb3e7aeb449f5" providerId="LiveId" clId="{223E3E29-4EF4-44B1-91DE-F72DBC580136}" dt="2025-02-03T11:47:00.822" v="2328" actId="680"/>
        <pc:sldMkLst>
          <pc:docMk/>
          <pc:sldMk cId="1267123022" sldId="274"/>
        </pc:sldMkLst>
      </pc:sldChg>
      <pc:sldChg chg="modSp mod">
        <pc:chgData name="Shilpa BV" userId="48fbb3e7aeb449f5" providerId="LiveId" clId="{223E3E29-4EF4-44B1-91DE-F72DBC580136}" dt="2025-02-10T15:13:47.850" v="2872" actId="6549"/>
        <pc:sldMkLst>
          <pc:docMk/>
          <pc:sldMk cId="1781147883" sldId="282"/>
        </pc:sldMkLst>
        <pc:spChg chg="mod">
          <ac:chgData name="Shilpa BV" userId="48fbb3e7aeb449f5" providerId="LiveId" clId="{223E3E29-4EF4-44B1-91DE-F72DBC580136}" dt="2025-02-10T14:58:28.252" v="2492" actId="14100"/>
          <ac:spMkLst>
            <pc:docMk/>
            <pc:sldMk cId="1781147883" sldId="282"/>
            <ac:spMk id="2" creationId="{31CC5B01-D9AE-CE57-A2A3-EA61053BD7ED}"/>
          </ac:spMkLst>
        </pc:spChg>
        <pc:spChg chg="mod">
          <ac:chgData name="Shilpa BV" userId="48fbb3e7aeb449f5" providerId="LiveId" clId="{223E3E29-4EF4-44B1-91DE-F72DBC580136}" dt="2025-02-10T15:13:47.850" v="2872" actId="6549"/>
          <ac:spMkLst>
            <pc:docMk/>
            <pc:sldMk cId="1781147883" sldId="282"/>
            <ac:spMk id="3" creationId="{FDAD1A7A-900F-8351-A441-4E721E3AD833}"/>
          </ac:spMkLst>
        </pc:spChg>
      </pc:sldChg>
      <pc:sldChg chg="delSp modSp new mod">
        <pc:chgData name="Shilpa BV" userId="48fbb3e7aeb449f5" providerId="LiveId" clId="{223E3E29-4EF4-44B1-91DE-F72DBC580136}" dt="2025-02-10T15:10:46.210" v="2811" actId="6549"/>
        <pc:sldMkLst>
          <pc:docMk/>
          <pc:sldMk cId="1797626150" sldId="283"/>
        </pc:sldMkLst>
        <pc:spChg chg="mod">
          <ac:chgData name="Shilpa BV" userId="48fbb3e7aeb449f5" providerId="LiveId" clId="{223E3E29-4EF4-44B1-91DE-F72DBC580136}" dt="2025-02-10T15:10:46.210" v="2811" actId="6549"/>
          <ac:spMkLst>
            <pc:docMk/>
            <pc:sldMk cId="1797626150" sldId="283"/>
            <ac:spMk id="3" creationId="{EBF46D9A-E8BD-5795-8409-A9B3210F1974}"/>
          </ac:spMkLst>
        </pc:spChg>
      </pc:sldChg>
      <pc:sldChg chg="addSp delSp modSp new mod">
        <pc:chgData name="Shilpa BV" userId="48fbb3e7aeb449f5" providerId="LiveId" clId="{223E3E29-4EF4-44B1-91DE-F72DBC580136}" dt="2025-02-10T15:10:02.624" v="2725" actId="1038"/>
        <pc:sldMkLst>
          <pc:docMk/>
          <pc:sldMk cId="3975160535" sldId="284"/>
        </pc:sldMkLst>
        <pc:spChg chg="add mod">
          <ac:chgData name="Shilpa BV" userId="48fbb3e7aeb449f5" providerId="LiveId" clId="{223E3E29-4EF4-44B1-91DE-F72DBC580136}" dt="2025-02-10T15:10:02.624" v="2725" actId="1038"/>
          <ac:spMkLst>
            <pc:docMk/>
            <pc:sldMk cId="3975160535" sldId="284"/>
            <ac:spMk id="8" creationId="{21A1A9A8-A913-649A-8E46-EB93CD37288F}"/>
          </ac:spMkLst>
        </pc:spChg>
        <pc:spChg chg="add mod">
          <ac:chgData name="Shilpa BV" userId="48fbb3e7aeb449f5" providerId="LiveId" clId="{223E3E29-4EF4-44B1-91DE-F72DBC580136}" dt="2025-02-10T15:09:45.332" v="2684" actId="20577"/>
          <ac:spMkLst>
            <pc:docMk/>
            <pc:sldMk cId="3975160535" sldId="284"/>
            <ac:spMk id="9" creationId="{3CCFC5CB-A279-4512-FF85-BB0776B647EF}"/>
          </ac:spMkLst>
        </pc:spChg>
        <pc:picChg chg="add mod">
          <ac:chgData name="Shilpa BV" userId="48fbb3e7aeb449f5" providerId="LiveId" clId="{223E3E29-4EF4-44B1-91DE-F72DBC580136}" dt="2025-02-10T15:08:51.801" v="2587" actId="1076"/>
          <ac:picMkLst>
            <pc:docMk/>
            <pc:sldMk cId="3975160535" sldId="284"/>
            <ac:picMk id="5" creationId="{0457902C-9E80-EA6B-C81E-2EFC19806078}"/>
          </ac:picMkLst>
        </pc:picChg>
        <pc:picChg chg="add mod ord">
          <ac:chgData name="Shilpa BV" userId="48fbb3e7aeb449f5" providerId="LiveId" clId="{223E3E29-4EF4-44B1-91DE-F72DBC580136}" dt="2025-02-10T15:09:51.853" v="2690" actId="1035"/>
          <ac:picMkLst>
            <pc:docMk/>
            <pc:sldMk cId="3975160535" sldId="284"/>
            <ac:picMk id="7" creationId="{C59CFBB5-6537-2E51-B256-1E018B0DC915}"/>
          </ac:picMkLst>
        </pc:picChg>
      </pc:sldChg>
      <pc:sldChg chg="modSp new mod">
        <pc:chgData name="Shilpa BV" userId="48fbb3e7aeb449f5" providerId="LiveId" clId="{223E3E29-4EF4-44B1-91DE-F72DBC580136}" dt="2025-02-10T15:19:51.840" v="2966" actId="2711"/>
        <pc:sldMkLst>
          <pc:docMk/>
          <pc:sldMk cId="3685847123" sldId="285"/>
        </pc:sldMkLst>
        <pc:spChg chg="mod">
          <ac:chgData name="Shilpa BV" userId="48fbb3e7aeb449f5" providerId="LiveId" clId="{223E3E29-4EF4-44B1-91DE-F72DBC580136}" dt="2025-02-10T15:19:51.840" v="2966" actId="2711"/>
          <ac:spMkLst>
            <pc:docMk/>
            <pc:sldMk cId="3685847123" sldId="285"/>
            <ac:spMk id="2" creationId="{8A39B603-5B22-4000-5FE5-5A72DD58CB0A}"/>
          </ac:spMkLst>
        </pc:spChg>
        <pc:spChg chg="mod">
          <ac:chgData name="Shilpa BV" userId="48fbb3e7aeb449f5" providerId="LiveId" clId="{223E3E29-4EF4-44B1-91DE-F72DBC580136}" dt="2025-02-10T15:19:51.840" v="2966" actId="2711"/>
          <ac:spMkLst>
            <pc:docMk/>
            <pc:sldMk cId="3685847123" sldId="285"/>
            <ac:spMk id="3" creationId="{70002B42-4C7F-A863-0211-84D48249E7F7}"/>
          </ac:spMkLst>
        </pc:spChg>
      </pc:sldChg>
      <pc:sldChg chg="addSp delSp modSp new mod modClrScheme chgLayout">
        <pc:chgData name="Shilpa BV" userId="48fbb3e7aeb449f5" providerId="LiveId" clId="{223E3E29-4EF4-44B1-91DE-F72DBC580136}" dt="2025-02-10T15:21:53.240" v="2989" actId="1038"/>
        <pc:sldMkLst>
          <pc:docMk/>
          <pc:sldMk cId="1688846614" sldId="286"/>
        </pc:sldMkLst>
        <pc:spChg chg="add mod ord">
          <ac:chgData name="Shilpa BV" userId="48fbb3e7aeb449f5" providerId="LiveId" clId="{223E3E29-4EF4-44B1-91DE-F72DBC580136}" dt="2025-02-10T15:21:47.802" v="2984" actId="14100"/>
          <ac:spMkLst>
            <pc:docMk/>
            <pc:sldMk cId="1688846614" sldId="286"/>
            <ac:spMk id="7" creationId="{3F45F980-85AB-EFFB-345B-B08C5CB8DB57}"/>
          </ac:spMkLst>
        </pc:spChg>
        <pc:picChg chg="add mod">
          <ac:chgData name="Shilpa BV" userId="48fbb3e7aeb449f5" providerId="LiveId" clId="{223E3E29-4EF4-44B1-91DE-F72DBC580136}" dt="2025-02-10T15:21:53.240" v="2989" actId="1038"/>
          <ac:picMkLst>
            <pc:docMk/>
            <pc:sldMk cId="1688846614" sldId="286"/>
            <ac:picMk id="5" creationId="{75CED416-676C-80C4-463D-4F000B12A1F0}"/>
          </ac:picMkLst>
        </pc:picChg>
      </pc:sldChg>
      <pc:sldChg chg="addSp delSp modSp new mod">
        <pc:chgData name="Shilpa BV" userId="48fbb3e7aeb449f5" providerId="LiveId" clId="{223E3E29-4EF4-44B1-91DE-F72DBC580136}" dt="2025-02-10T15:25:15.056" v="2998" actId="1035"/>
        <pc:sldMkLst>
          <pc:docMk/>
          <pc:sldMk cId="519330412" sldId="287"/>
        </pc:sldMkLst>
        <pc:picChg chg="add mod">
          <ac:chgData name="Shilpa BV" userId="48fbb3e7aeb449f5" providerId="LiveId" clId="{223E3E29-4EF4-44B1-91DE-F72DBC580136}" dt="2025-02-10T15:25:15.056" v="2998" actId="1035"/>
          <ac:picMkLst>
            <pc:docMk/>
            <pc:sldMk cId="519330412" sldId="287"/>
            <ac:picMk id="5" creationId="{ADABC2CA-5838-DA23-04D8-502878CCA94D}"/>
          </ac:picMkLst>
        </pc:picChg>
      </pc:sldChg>
      <pc:sldChg chg="modSp new mod">
        <pc:chgData name="Shilpa BV" userId="48fbb3e7aeb449f5" providerId="LiveId" clId="{223E3E29-4EF4-44B1-91DE-F72DBC580136}" dt="2025-02-10T15:32:37.931" v="3423" actId="2711"/>
        <pc:sldMkLst>
          <pc:docMk/>
          <pc:sldMk cId="421603373" sldId="288"/>
        </pc:sldMkLst>
        <pc:spChg chg="mod">
          <ac:chgData name="Shilpa BV" userId="48fbb3e7aeb449f5" providerId="LiveId" clId="{223E3E29-4EF4-44B1-91DE-F72DBC580136}" dt="2025-02-10T15:32:37.931" v="3423" actId="2711"/>
          <ac:spMkLst>
            <pc:docMk/>
            <pc:sldMk cId="421603373" sldId="288"/>
            <ac:spMk id="2" creationId="{041A13E6-5FE9-46D2-27B6-1E35766D1BB4}"/>
          </ac:spMkLst>
        </pc:spChg>
        <pc:spChg chg="mod">
          <ac:chgData name="Shilpa BV" userId="48fbb3e7aeb449f5" providerId="LiveId" clId="{223E3E29-4EF4-44B1-91DE-F72DBC580136}" dt="2025-02-10T15:30:14.842" v="3421" actId="255"/>
          <ac:spMkLst>
            <pc:docMk/>
            <pc:sldMk cId="421603373" sldId="288"/>
            <ac:spMk id="3" creationId="{CF453D68-B61A-9A6A-398E-6C3DA560DFF5}"/>
          </ac:spMkLst>
        </pc:spChg>
      </pc:sldChg>
      <pc:sldChg chg="modSp new mod">
        <pc:chgData name="Shilpa BV" userId="48fbb3e7aeb449f5" providerId="LiveId" clId="{223E3E29-4EF4-44B1-91DE-F72DBC580136}" dt="2025-02-10T15:37:50.614" v="3513" actId="255"/>
        <pc:sldMkLst>
          <pc:docMk/>
          <pc:sldMk cId="1359858490" sldId="289"/>
        </pc:sldMkLst>
        <pc:spChg chg="mod">
          <ac:chgData name="Shilpa BV" userId="48fbb3e7aeb449f5" providerId="LiveId" clId="{223E3E29-4EF4-44B1-91DE-F72DBC580136}" dt="2025-02-10T15:33:12.588" v="3440" actId="27636"/>
          <ac:spMkLst>
            <pc:docMk/>
            <pc:sldMk cId="1359858490" sldId="289"/>
            <ac:spMk id="2" creationId="{C5CEBDEC-1BE3-B535-FC8D-0F03A8B1D1F2}"/>
          </ac:spMkLst>
        </pc:spChg>
        <pc:spChg chg="mod">
          <ac:chgData name="Shilpa BV" userId="48fbb3e7aeb449f5" providerId="LiveId" clId="{223E3E29-4EF4-44B1-91DE-F72DBC580136}" dt="2025-02-10T15:37:50.614" v="3513" actId="255"/>
          <ac:spMkLst>
            <pc:docMk/>
            <pc:sldMk cId="1359858490" sldId="289"/>
            <ac:spMk id="3" creationId="{2D219BAB-2BAA-9D31-8CD6-F7702A70197C}"/>
          </ac:spMkLst>
        </pc:spChg>
      </pc:sldChg>
      <pc:sldChg chg="modSp new mod">
        <pc:chgData name="Shilpa BV" userId="48fbb3e7aeb449f5" providerId="LiveId" clId="{223E3E29-4EF4-44B1-91DE-F72DBC580136}" dt="2025-02-10T15:44:12.712" v="3640" actId="20577"/>
        <pc:sldMkLst>
          <pc:docMk/>
          <pc:sldMk cId="530175812" sldId="290"/>
        </pc:sldMkLst>
        <pc:spChg chg="mod">
          <ac:chgData name="Shilpa BV" userId="48fbb3e7aeb449f5" providerId="LiveId" clId="{223E3E29-4EF4-44B1-91DE-F72DBC580136}" dt="2025-02-10T15:39:58.945" v="3540" actId="20577"/>
          <ac:spMkLst>
            <pc:docMk/>
            <pc:sldMk cId="530175812" sldId="290"/>
            <ac:spMk id="2" creationId="{D326AED0-9EB3-D26F-E836-A6688BDA2BA0}"/>
          </ac:spMkLst>
        </pc:spChg>
        <pc:spChg chg="mod">
          <ac:chgData name="Shilpa BV" userId="48fbb3e7aeb449f5" providerId="LiveId" clId="{223E3E29-4EF4-44B1-91DE-F72DBC580136}" dt="2025-02-10T15:44:12.712" v="3640" actId="20577"/>
          <ac:spMkLst>
            <pc:docMk/>
            <pc:sldMk cId="530175812" sldId="290"/>
            <ac:spMk id="3" creationId="{A74B1632-D337-E96E-6240-91AB91F84C87}"/>
          </ac:spMkLst>
        </pc:spChg>
      </pc:sldChg>
      <pc:sldChg chg="modSp new mod">
        <pc:chgData name="Shilpa BV" userId="48fbb3e7aeb449f5" providerId="LiveId" clId="{223E3E29-4EF4-44B1-91DE-F72DBC580136}" dt="2025-02-12T14:15:58.032" v="3730" actId="21"/>
        <pc:sldMkLst>
          <pc:docMk/>
          <pc:sldMk cId="1579531930" sldId="291"/>
        </pc:sldMkLst>
        <pc:spChg chg="mod">
          <ac:chgData name="Shilpa BV" userId="48fbb3e7aeb449f5" providerId="LiveId" clId="{223E3E29-4EF4-44B1-91DE-F72DBC580136}" dt="2025-02-10T15:47:12.677" v="3694" actId="1037"/>
          <ac:spMkLst>
            <pc:docMk/>
            <pc:sldMk cId="1579531930" sldId="291"/>
            <ac:spMk id="2" creationId="{09EC4B01-C7B4-584A-BF91-098EB78B9B07}"/>
          </ac:spMkLst>
        </pc:spChg>
        <pc:spChg chg="mod">
          <ac:chgData name="Shilpa BV" userId="48fbb3e7aeb449f5" providerId="LiveId" clId="{223E3E29-4EF4-44B1-91DE-F72DBC580136}" dt="2025-02-12T14:15:58.032" v="3730" actId="21"/>
          <ac:spMkLst>
            <pc:docMk/>
            <pc:sldMk cId="1579531930" sldId="291"/>
            <ac:spMk id="3" creationId="{317F57FA-F56A-DDC4-315D-E65898228E0C}"/>
          </ac:spMkLst>
        </pc:spChg>
      </pc:sldChg>
      <pc:sldChg chg="delSp modSp new mod">
        <pc:chgData name="Shilpa BV" userId="48fbb3e7aeb449f5" providerId="LiveId" clId="{223E3E29-4EF4-44B1-91DE-F72DBC580136}" dt="2025-02-12T14:19:32.426" v="3826" actId="403"/>
        <pc:sldMkLst>
          <pc:docMk/>
          <pc:sldMk cId="4142032533" sldId="292"/>
        </pc:sldMkLst>
        <pc:spChg chg="del">
          <ac:chgData name="Shilpa BV" userId="48fbb3e7aeb449f5" providerId="LiveId" clId="{223E3E29-4EF4-44B1-91DE-F72DBC580136}" dt="2025-02-12T14:16:33.341" v="3737" actId="478"/>
          <ac:spMkLst>
            <pc:docMk/>
            <pc:sldMk cId="4142032533" sldId="292"/>
            <ac:spMk id="2" creationId="{678EC0EB-2B36-4A13-A16A-6484ABFA3AB3}"/>
          </ac:spMkLst>
        </pc:spChg>
        <pc:spChg chg="mod">
          <ac:chgData name="Shilpa BV" userId="48fbb3e7aeb449f5" providerId="LiveId" clId="{223E3E29-4EF4-44B1-91DE-F72DBC580136}" dt="2025-02-12T14:19:32.426" v="3826" actId="403"/>
          <ac:spMkLst>
            <pc:docMk/>
            <pc:sldMk cId="4142032533" sldId="292"/>
            <ac:spMk id="3" creationId="{B513E234-17AF-B35F-25A5-B881B97B85B8}"/>
          </ac:spMkLst>
        </pc:spChg>
      </pc:sldChg>
      <pc:sldChg chg="addSp delSp modSp new mod">
        <pc:chgData name="Shilpa BV" userId="48fbb3e7aeb449f5" providerId="LiveId" clId="{223E3E29-4EF4-44B1-91DE-F72DBC580136}" dt="2025-02-12T14:22:10.104" v="3851" actId="1076"/>
        <pc:sldMkLst>
          <pc:docMk/>
          <pc:sldMk cId="3764592171" sldId="293"/>
        </pc:sldMkLst>
        <pc:spChg chg="del">
          <ac:chgData name="Shilpa BV" userId="48fbb3e7aeb449f5" providerId="LiveId" clId="{223E3E29-4EF4-44B1-91DE-F72DBC580136}" dt="2025-02-12T14:20:41.494" v="3829" actId="478"/>
          <ac:spMkLst>
            <pc:docMk/>
            <pc:sldMk cId="3764592171" sldId="293"/>
            <ac:spMk id="2" creationId="{FC5A600F-2948-20EE-346A-5CBE9E83B45B}"/>
          </ac:spMkLst>
        </pc:spChg>
        <pc:spChg chg="mod">
          <ac:chgData name="Shilpa BV" userId="48fbb3e7aeb449f5" providerId="LiveId" clId="{223E3E29-4EF4-44B1-91DE-F72DBC580136}" dt="2025-02-12T14:22:00.328" v="3849" actId="403"/>
          <ac:spMkLst>
            <pc:docMk/>
            <pc:sldMk cId="3764592171" sldId="293"/>
            <ac:spMk id="3" creationId="{05B99059-15F8-6AF0-AE47-8AC16DBD24DA}"/>
          </ac:spMkLst>
        </pc:spChg>
        <pc:picChg chg="add mod">
          <ac:chgData name="Shilpa BV" userId="48fbb3e7aeb449f5" providerId="LiveId" clId="{223E3E29-4EF4-44B1-91DE-F72DBC580136}" dt="2025-02-12T14:22:10.104" v="3851" actId="1076"/>
          <ac:picMkLst>
            <pc:docMk/>
            <pc:sldMk cId="3764592171" sldId="293"/>
            <ac:picMk id="5" creationId="{8D039C48-AF3C-3FC0-C3F1-DEB31222F92F}"/>
          </ac:picMkLst>
        </pc:picChg>
      </pc:sldChg>
      <pc:sldChg chg="addSp delSp modSp new mod">
        <pc:chgData name="Shilpa BV" userId="48fbb3e7aeb449f5" providerId="LiveId" clId="{223E3E29-4EF4-44B1-91DE-F72DBC580136}" dt="2025-02-12T14:23:02.002" v="3857" actId="14100"/>
        <pc:sldMkLst>
          <pc:docMk/>
          <pc:sldMk cId="3770509703" sldId="294"/>
        </pc:sldMkLst>
        <pc:spChg chg="del">
          <ac:chgData name="Shilpa BV" userId="48fbb3e7aeb449f5" providerId="LiveId" clId="{223E3E29-4EF4-44B1-91DE-F72DBC580136}" dt="2025-02-12T14:22:47.450" v="3853" actId="478"/>
          <ac:spMkLst>
            <pc:docMk/>
            <pc:sldMk cId="3770509703" sldId="294"/>
            <ac:spMk id="2" creationId="{7BE8279E-CB08-7C1E-7050-77B77BDF9923}"/>
          </ac:spMkLst>
        </pc:spChg>
        <pc:spChg chg="del">
          <ac:chgData name="Shilpa BV" userId="48fbb3e7aeb449f5" providerId="LiveId" clId="{223E3E29-4EF4-44B1-91DE-F72DBC580136}" dt="2025-02-12T14:22:52.084" v="3854" actId="478"/>
          <ac:spMkLst>
            <pc:docMk/>
            <pc:sldMk cId="3770509703" sldId="294"/>
            <ac:spMk id="3" creationId="{0BD51865-2D6F-FF37-9EB2-D5D0459EF683}"/>
          </ac:spMkLst>
        </pc:spChg>
        <pc:picChg chg="add mod">
          <ac:chgData name="Shilpa BV" userId="48fbb3e7aeb449f5" providerId="LiveId" clId="{223E3E29-4EF4-44B1-91DE-F72DBC580136}" dt="2025-02-12T14:23:02.002" v="3857" actId="14100"/>
          <ac:picMkLst>
            <pc:docMk/>
            <pc:sldMk cId="3770509703" sldId="294"/>
            <ac:picMk id="5" creationId="{3FAE8108-45A4-DFAE-5E1B-9662301588D1}"/>
          </ac:picMkLst>
        </pc:picChg>
      </pc:sldChg>
      <pc:sldChg chg="modSp new mod">
        <pc:chgData name="Shilpa BV" userId="48fbb3e7aeb449f5" providerId="LiveId" clId="{223E3E29-4EF4-44B1-91DE-F72DBC580136}" dt="2025-02-12T14:29:03.804" v="3966" actId="14100"/>
        <pc:sldMkLst>
          <pc:docMk/>
          <pc:sldMk cId="737109992" sldId="295"/>
        </pc:sldMkLst>
        <pc:spChg chg="mod">
          <ac:chgData name="Shilpa BV" userId="48fbb3e7aeb449f5" providerId="LiveId" clId="{223E3E29-4EF4-44B1-91DE-F72DBC580136}" dt="2025-02-12T14:29:03.804" v="3966" actId="14100"/>
          <ac:spMkLst>
            <pc:docMk/>
            <pc:sldMk cId="737109992" sldId="295"/>
            <ac:spMk id="2" creationId="{A17752DA-9407-F08F-46EE-512FDAA43424}"/>
          </ac:spMkLst>
        </pc:spChg>
        <pc:spChg chg="mod">
          <ac:chgData name="Shilpa BV" userId="48fbb3e7aeb449f5" providerId="LiveId" clId="{223E3E29-4EF4-44B1-91DE-F72DBC580136}" dt="2025-02-12T14:28:55.361" v="3964" actId="14100"/>
          <ac:spMkLst>
            <pc:docMk/>
            <pc:sldMk cId="737109992" sldId="295"/>
            <ac:spMk id="3" creationId="{5503B3C6-B96A-F0AE-F0C9-BF954535E1A8}"/>
          </ac:spMkLst>
        </pc:spChg>
      </pc:sldChg>
      <pc:sldChg chg="addSp delSp modSp new mod">
        <pc:chgData name="Shilpa BV" userId="48fbb3e7aeb449f5" providerId="LiveId" clId="{223E3E29-4EF4-44B1-91DE-F72DBC580136}" dt="2025-02-12T15:09:14.804" v="5016" actId="478"/>
        <pc:sldMkLst>
          <pc:docMk/>
          <pc:sldMk cId="2157324315" sldId="296"/>
        </pc:sldMkLst>
        <pc:spChg chg="mod">
          <ac:chgData name="Shilpa BV" userId="48fbb3e7aeb449f5" providerId="LiveId" clId="{223E3E29-4EF4-44B1-91DE-F72DBC580136}" dt="2025-02-12T14:31:00.196" v="3977" actId="20577"/>
          <ac:spMkLst>
            <pc:docMk/>
            <pc:sldMk cId="2157324315" sldId="296"/>
            <ac:spMk id="2" creationId="{29F6F627-C207-91E0-C0F3-BBC2D27DC19A}"/>
          </ac:spMkLst>
        </pc:spChg>
        <pc:spChg chg="mod">
          <ac:chgData name="Shilpa BV" userId="48fbb3e7aeb449f5" providerId="LiveId" clId="{223E3E29-4EF4-44B1-91DE-F72DBC580136}" dt="2025-02-12T14:34:09.373" v="4231" actId="255"/>
          <ac:spMkLst>
            <pc:docMk/>
            <pc:sldMk cId="2157324315" sldId="296"/>
            <ac:spMk id="3" creationId="{2D6BDB0D-DD3A-6182-48C8-3EA0561573D5}"/>
          </ac:spMkLst>
        </pc:spChg>
        <pc:picChg chg="add del mod">
          <ac:chgData name="Shilpa BV" userId="48fbb3e7aeb449f5" providerId="LiveId" clId="{223E3E29-4EF4-44B1-91DE-F72DBC580136}" dt="2025-02-12T15:09:14.804" v="5016" actId="478"/>
          <ac:picMkLst>
            <pc:docMk/>
            <pc:sldMk cId="2157324315" sldId="296"/>
            <ac:picMk id="1026" creationId="{D8E0EB56-0549-8359-46A5-151B36D7EF72}"/>
          </ac:picMkLst>
        </pc:picChg>
      </pc:sldChg>
      <pc:sldChg chg="modSp new mod">
        <pc:chgData name="Shilpa BV" userId="48fbb3e7aeb449f5" providerId="LiveId" clId="{223E3E29-4EF4-44B1-91DE-F72DBC580136}" dt="2025-02-12T14:59:09.258" v="4725" actId="113"/>
        <pc:sldMkLst>
          <pc:docMk/>
          <pc:sldMk cId="3405148638" sldId="297"/>
        </pc:sldMkLst>
        <pc:spChg chg="mod">
          <ac:chgData name="Shilpa BV" userId="48fbb3e7aeb449f5" providerId="LiveId" clId="{223E3E29-4EF4-44B1-91DE-F72DBC580136}" dt="2025-02-12T14:34:31.439" v="4234" actId="255"/>
          <ac:spMkLst>
            <pc:docMk/>
            <pc:sldMk cId="3405148638" sldId="297"/>
            <ac:spMk id="2" creationId="{9A2E7DFD-D9A1-2F70-EA30-6CDE335184B7}"/>
          </ac:spMkLst>
        </pc:spChg>
        <pc:spChg chg="mod">
          <ac:chgData name="Shilpa BV" userId="48fbb3e7aeb449f5" providerId="LiveId" clId="{223E3E29-4EF4-44B1-91DE-F72DBC580136}" dt="2025-02-12T14:59:09.258" v="4725" actId="113"/>
          <ac:spMkLst>
            <pc:docMk/>
            <pc:sldMk cId="3405148638" sldId="297"/>
            <ac:spMk id="3" creationId="{8477E804-718C-0C09-9E7B-C0F395983BFE}"/>
          </ac:spMkLst>
        </pc:spChg>
      </pc:sldChg>
      <pc:sldChg chg="modSp new mod">
        <pc:chgData name="Shilpa BV" userId="48fbb3e7aeb449f5" providerId="LiveId" clId="{223E3E29-4EF4-44B1-91DE-F72DBC580136}" dt="2025-02-12T14:48:40.329" v="4512" actId="6549"/>
        <pc:sldMkLst>
          <pc:docMk/>
          <pc:sldMk cId="3411885247" sldId="298"/>
        </pc:sldMkLst>
        <pc:spChg chg="mod">
          <ac:chgData name="Shilpa BV" userId="48fbb3e7aeb449f5" providerId="LiveId" clId="{223E3E29-4EF4-44B1-91DE-F72DBC580136}" dt="2025-02-12T14:38:04.056" v="4293" actId="20577"/>
          <ac:spMkLst>
            <pc:docMk/>
            <pc:sldMk cId="3411885247" sldId="298"/>
            <ac:spMk id="2" creationId="{93E24DC2-3ED9-3CB6-CC5A-F434ADBAB27B}"/>
          </ac:spMkLst>
        </pc:spChg>
        <pc:spChg chg="mod">
          <ac:chgData name="Shilpa BV" userId="48fbb3e7aeb449f5" providerId="LiveId" clId="{223E3E29-4EF4-44B1-91DE-F72DBC580136}" dt="2025-02-12T14:48:40.329" v="4512" actId="6549"/>
          <ac:spMkLst>
            <pc:docMk/>
            <pc:sldMk cId="3411885247" sldId="298"/>
            <ac:spMk id="3" creationId="{1A4AF830-DE03-CFBB-8A6C-5131F68FA015}"/>
          </ac:spMkLst>
        </pc:spChg>
      </pc:sldChg>
      <pc:sldChg chg="modSp new mod">
        <pc:chgData name="Shilpa BV" userId="48fbb3e7aeb449f5" providerId="LiveId" clId="{223E3E29-4EF4-44B1-91DE-F72DBC580136}" dt="2025-02-12T15:00:18.986" v="4773" actId="14100"/>
        <pc:sldMkLst>
          <pc:docMk/>
          <pc:sldMk cId="1387507301" sldId="299"/>
        </pc:sldMkLst>
        <pc:spChg chg="mod">
          <ac:chgData name="Shilpa BV" userId="48fbb3e7aeb449f5" providerId="LiveId" clId="{223E3E29-4EF4-44B1-91DE-F72DBC580136}" dt="2025-02-12T14:59:55.726" v="4755" actId="27636"/>
          <ac:spMkLst>
            <pc:docMk/>
            <pc:sldMk cId="1387507301" sldId="299"/>
            <ac:spMk id="2" creationId="{18C9183D-5523-F882-4E1D-1365B6505D2C}"/>
          </ac:spMkLst>
        </pc:spChg>
        <pc:spChg chg="mod">
          <ac:chgData name="Shilpa BV" userId="48fbb3e7aeb449f5" providerId="LiveId" clId="{223E3E29-4EF4-44B1-91DE-F72DBC580136}" dt="2025-02-12T15:00:18.986" v="4773" actId="14100"/>
          <ac:spMkLst>
            <pc:docMk/>
            <pc:sldMk cId="1387507301" sldId="299"/>
            <ac:spMk id="3" creationId="{9D7743D6-FCDD-A5B5-C9D1-62BC1D7CE8D3}"/>
          </ac:spMkLst>
        </pc:spChg>
      </pc:sldChg>
      <pc:sldChg chg="modSp new mod">
        <pc:chgData name="Shilpa BV" userId="48fbb3e7aeb449f5" providerId="LiveId" clId="{223E3E29-4EF4-44B1-91DE-F72DBC580136}" dt="2025-02-12T15:01:05.873" v="4792" actId="5793"/>
        <pc:sldMkLst>
          <pc:docMk/>
          <pc:sldMk cId="621530327" sldId="300"/>
        </pc:sldMkLst>
        <pc:spChg chg="mod">
          <ac:chgData name="Shilpa BV" userId="48fbb3e7aeb449f5" providerId="LiveId" clId="{223E3E29-4EF4-44B1-91DE-F72DBC580136}" dt="2025-02-12T14:52:35.279" v="4718" actId="20577"/>
          <ac:spMkLst>
            <pc:docMk/>
            <pc:sldMk cId="621530327" sldId="300"/>
            <ac:spMk id="2" creationId="{0CB96010-E851-D0B4-3AFA-8D7E3241BA79}"/>
          </ac:spMkLst>
        </pc:spChg>
        <pc:spChg chg="mod">
          <ac:chgData name="Shilpa BV" userId="48fbb3e7aeb449f5" providerId="LiveId" clId="{223E3E29-4EF4-44B1-91DE-F72DBC580136}" dt="2025-02-12T15:01:05.873" v="4792" actId="5793"/>
          <ac:spMkLst>
            <pc:docMk/>
            <pc:sldMk cId="621530327" sldId="300"/>
            <ac:spMk id="3" creationId="{6DA5B32C-1AEE-D9C7-F47C-523C3CDBAE7B}"/>
          </ac:spMkLst>
        </pc:spChg>
      </pc:sldChg>
      <pc:sldChg chg="modSp new mod">
        <pc:chgData name="Shilpa BV" userId="48fbb3e7aeb449f5" providerId="LiveId" clId="{223E3E29-4EF4-44B1-91DE-F72DBC580136}" dt="2025-02-12T15:07:44.237" v="4985" actId="403"/>
        <pc:sldMkLst>
          <pc:docMk/>
          <pc:sldMk cId="3752680593" sldId="301"/>
        </pc:sldMkLst>
        <pc:spChg chg="mod">
          <ac:chgData name="Shilpa BV" userId="48fbb3e7aeb449f5" providerId="LiveId" clId="{223E3E29-4EF4-44B1-91DE-F72DBC580136}" dt="2025-02-12T15:02:10.766" v="4810" actId="14100"/>
          <ac:spMkLst>
            <pc:docMk/>
            <pc:sldMk cId="3752680593" sldId="301"/>
            <ac:spMk id="2" creationId="{D8E15BB0-940A-DA94-46B6-04F9428BCBA3}"/>
          </ac:spMkLst>
        </pc:spChg>
        <pc:spChg chg="mod">
          <ac:chgData name="Shilpa BV" userId="48fbb3e7aeb449f5" providerId="LiveId" clId="{223E3E29-4EF4-44B1-91DE-F72DBC580136}" dt="2025-02-12T15:07:44.237" v="4985" actId="403"/>
          <ac:spMkLst>
            <pc:docMk/>
            <pc:sldMk cId="3752680593" sldId="301"/>
            <ac:spMk id="3" creationId="{58A62B8F-6F2D-99A4-5184-9EB8EA2B05DE}"/>
          </ac:spMkLst>
        </pc:spChg>
      </pc:sldChg>
      <pc:sldChg chg="delSp modSp new mod">
        <pc:chgData name="Shilpa BV" userId="48fbb3e7aeb449f5" providerId="LiveId" clId="{223E3E29-4EF4-44B1-91DE-F72DBC580136}" dt="2025-02-12T15:07:51.172" v="4988" actId="478"/>
        <pc:sldMkLst>
          <pc:docMk/>
          <pc:sldMk cId="338927072" sldId="302"/>
        </pc:sldMkLst>
        <pc:spChg chg="del">
          <ac:chgData name="Shilpa BV" userId="48fbb3e7aeb449f5" providerId="LiveId" clId="{223E3E29-4EF4-44B1-91DE-F72DBC580136}" dt="2025-02-12T15:07:51.172" v="4988" actId="478"/>
          <ac:spMkLst>
            <pc:docMk/>
            <pc:sldMk cId="338927072" sldId="302"/>
            <ac:spMk id="2" creationId="{001D3DA2-F432-4F10-9EED-E422CA5078F8}"/>
          </ac:spMkLst>
        </pc:spChg>
        <pc:spChg chg="mod">
          <ac:chgData name="Shilpa BV" userId="48fbb3e7aeb449f5" providerId="LiveId" clId="{223E3E29-4EF4-44B1-91DE-F72DBC580136}" dt="2025-02-12T15:07:48.038" v="4987"/>
          <ac:spMkLst>
            <pc:docMk/>
            <pc:sldMk cId="338927072" sldId="302"/>
            <ac:spMk id="3" creationId="{E173160C-7C24-B676-E571-DB0684EA5C0E}"/>
          </ac:spMkLst>
        </pc:spChg>
      </pc:sldChg>
      <pc:sldChg chg="modSp new mod">
        <pc:chgData name="Shilpa BV" userId="48fbb3e7aeb449f5" providerId="LiveId" clId="{223E3E29-4EF4-44B1-91DE-F72DBC580136}" dt="2025-02-12T15:08:56.098" v="5015" actId="6549"/>
        <pc:sldMkLst>
          <pc:docMk/>
          <pc:sldMk cId="2805888369" sldId="303"/>
        </pc:sldMkLst>
        <pc:spChg chg="mod">
          <ac:chgData name="Shilpa BV" userId="48fbb3e7aeb449f5" providerId="LiveId" clId="{223E3E29-4EF4-44B1-91DE-F72DBC580136}" dt="2025-02-12T15:08:23.234" v="5000" actId="20577"/>
          <ac:spMkLst>
            <pc:docMk/>
            <pc:sldMk cId="2805888369" sldId="303"/>
            <ac:spMk id="2" creationId="{D195D710-3A74-53E8-0F31-2569B3E86E52}"/>
          </ac:spMkLst>
        </pc:spChg>
        <pc:spChg chg="mod">
          <ac:chgData name="Shilpa BV" userId="48fbb3e7aeb449f5" providerId="LiveId" clId="{223E3E29-4EF4-44B1-91DE-F72DBC580136}" dt="2025-02-12T15:08:56.098" v="5015" actId="6549"/>
          <ac:spMkLst>
            <pc:docMk/>
            <pc:sldMk cId="2805888369" sldId="303"/>
            <ac:spMk id="3" creationId="{4A972552-BAB0-0EB5-FF46-B3C15FB538A5}"/>
          </ac:spMkLst>
        </pc:spChg>
      </pc:sldChg>
      <pc:sldChg chg="addSp delSp modSp new mod">
        <pc:chgData name="Shilpa BV" userId="48fbb3e7aeb449f5" providerId="LiveId" clId="{223E3E29-4EF4-44B1-91DE-F72DBC580136}" dt="2025-02-12T15:12:13.978" v="5060" actId="1076"/>
        <pc:sldMkLst>
          <pc:docMk/>
          <pc:sldMk cId="3305114441" sldId="304"/>
        </pc:sldMkLst>
        <pc:spChg chg="mod">
          <ac:chgData name="Shilpa BV" userId="48fbb3e7aeb449f5" providerId="LiveId" clId="{223E3E29-4EF4-44B1-91DE-F72DBC580136}" dt="2025-02-12T15:09:51.823" v="5041" actId="20577"/>
          <ac:spMkLst>
            <pc:docMk/>
            <pc:sldMk cId="3305114441" sldId="304"/>
            <ac:spMk id="2" creationId="{FF7D5354-557E-BBD7-21E4-A009BEFE2304}"/>
          </ac:spMkLst>
        </pc:spChg>
        <pc:spChg chg="del">
          <ac:chgData name="Shilpa BV" userId="48fbb3e7aeb449f5" providerId="LiveId" clId="{223E3E29-4EF4-44B1-91DE-F72DBC580136}" dt="2025-02-12T15:11:14.841" v="5055" actId="478"/>
          <ac:spMkLst>
            <pc:docMk/>
            <pc:sldMk cId="3305114441" sldId="304"/>
            <ac:spMk id="3" creationId="{50132789-722D-4458-D055-18DCDD56D89B}"/>
          </ac:spMkLst>
        </pc:spChg>
        <pc:picChg chg="add del mod">
          <ac:chgData name="Shilpa BV" userId="48fbb3e7aeb449f5" providerId="LiveId" clId="{223E3E29-4EF4-44B1-91DE-F72DBC580136}" dt="2025-02-12T15:10:07.779" v="5047" actId="22"/>
          <ac:picMkLst>
            <pc:docMk/>
            <pc:sldMk cId="3305114441" sldId="304"/>
            <ac:picMk id="5" creationId="{6FBFD74B-3C13-E525-DB1F-507EDB177E6A}"/>
          </ac:picMkLst>
        </pc:picChg>
        <pc:picChg chg="add del mod">
          <ac:chgData name="Shilpa BV" userId="48fbb3e7aeb449f5" providerId="LiveId" clId="{223E3E29-4EF4-44B1-91DE-F72DBC580136}" dt="2025-02-12T15:10:44.800" v="5051" actId="478"/>
          <ac:picMkLst>
            <pc:docMk/>
            <pc:sldMk cId="3305114441" sldId="304"/>
            <ac:picMk id="7" creationId="{76E8D330-C2CF-BD1C-A235-8DE3A5D36F04}"/>
          </ac:picMkLst>
        </pc:picChg>
        <pc:picChg chg="add del mod">
          <ac:chgData name="Shilpa BV" userId="48fbb3e7aeb449f5" providerId="LiveId" clId="{223E3E29-4EF4-44B1-91DE-F72DBC580136}" dt="2025-02-12T15:12:07.626" v="5057" actId="478"/>
          <ac:picMkLst>
            <pc:docMk/>
            <pc:sldMk cId="3305114441" sldId="304"/>
            <ac:picMk id="9" creationId="{E0C325D9-C178-64DD-0FBE-3371F9B1A9F7}"/>
          </ac:picMkLst>
        </pc:picChg>
        <pc:picChg chg="add mod">
          <ac:chgData name="Shilpa BV" userId="48fbb3e7aeb449f5" providerId="LiveId" clId="{223E3E29-4EF4-44B1-91DE-F72DBC580136}" dt="2025-02-12T15:12:13.978" v="5060" actId="1076"/>
          <ac:picMkLst>
            <pc:docMk/>
            <pc:sldMk cId="3305114441" sldId="304"/>
            <ac:picMk id="2050" creationId="{9A3BA82B-DFBF-3C03-AB66-420E634528A8}"/>
          </ac:picMkLst>
        </pc:picChg>
      </pc:sldChg>
      <pc:sldChg chg="delSp modSp new mod">
        <pc:chgData name="Shilpa BV" userId="48fbb3e7aeb449f5" providerId="LiveId" clId="{223E3E29-4EF4-44B1-91DE-F72DBC580136}" dt="2025-02-12T15:16:50.239" v="5145" actId="6549"/>
        <pc:sldMkLst>
          <pc:docMk/>
          <pc:sldMk cId="492520410" sldId="305"/>
        </pc:sldMkLst>
        <pc:spChg chg="del">
          <ac:chgData name="Shilpa BV" userId="48fbb3e7aeb449f5" providerId="LiveId" clId="{223E3E29-4EF4-44B1-91DE-F72DBC580136}" dt="2025-02-12T15:12:55.006" v="5064" actId="478"/>
          <ac:spMkLst>
            <pc:docMk/>
            <pc:sldMk cId="492520410" sldId="305"/>
            <ac:spMk id="2" creationId="{E8477D94-A430-E51D-4069-6F607F60D8BE}"/>
          </ac:spMkLst>
        </pc:spChg>
        <pc:spChg chg="mod">
          <ac:chgData name="Shilpa BV" userId="48fbb3e7aeb449f5" providerId="LiveId" clId="{223E3E29-4EF4-44B1-91DE-F72DBC580136}" dt="2025-02-12T15:16:50.239" v="5145" actId="6549"/>
          <ac:spMkLst>
            <pc:docMk/>
            <pc:sldMk cId="492520410" sldId="305"/>
            <ac:spMk id="3" creationId="{C99B86A1-5591-0749-D9FE-DAE8D1F87D02}"/>
          </ac:spMkLst>
        </pc:spChg>
      </pc:sldChg>
      <pc:sldChg chg="addSp delSp modSp new mod">
        <pc:chgData name="Shilpa BV" userId="48fbb3e7aeb449f5" providerId="LiveId" clId="{223E3E29-4EF4-44B1-91DE-F72DBC580136}" dt="2025-02-12T15:18:40.436" v="5195" actId="20577"/>
        <pc:sldMkLst>
          <pc:docMk/>
          <pc:sldMk cId="1038326265" sldId="306"/>
        </pc:sldMkLst>
        <pc:spChg chg="mod">
          <ac:chgData name="Shilpa BV" userId="48fbb3e7aeb449f5" providerId="LiveId" clId="{223E3E29-4EF4-44B1-91DE-F72DBC580136}" dt="2025-02-12T15:18:33.598" v="5181" actId="20577"/>
          <ac:spMkLst>
            <pc:docMk/>
            <pc:sldMk cId="1038326265" sldId="306"/>
            <ac:spMk id="2" creationId="{5D79C922-060D-EA12-3DBA-13D5516FD77B}"/>
          </ac:spMkLst>
        </pc:spChg>
        <pc:spChg chg="del">
          <ac:chgData name="Shilpa BV" userId="48fbb3e7aeb449f5" providerId="LiveId" clId="{223E3E29-4EF4-44B1-91DE-F72DBC580136}" dt="2025-02-12T15:18:11.441" v="5146"/>
          <ac:spMkLst>
            <pc:docMk/>
            <pc:sldMk cId="1038326265" sldId="306"/>
            <ac:spMk id="3" creationId="{862A4E79-5809-8AB2-0153-2493E0448F18}"/>
          </ac:spMkLst>
        </pc:spChg>
        <pc:spChg chg="add mod">
          <ac:chgData name="Shilpa BV" userId="48fbb3e7aeb449f5" providerId="LiveId" clId="{223E3E29-4EF4-44B1-91DE-F72DBC580136}" dt="2025-02-12T15:18:40.436" v="5195" actId="20577"/>
          <ac:spMkLst>
            <pc:docMk/>
            <pc:sldMk cId="1038326265" sldId="306"/>
            <ac:spMk id="4" creationId="{FD71FEA2-07A7-E2C2-214C-420BD11AD7B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8A303-3108-D7C3-CD25-BB8D56436789}"/>
              </a:ext>
            </a:extLst>
          </p:cNvPr>
          <p:cNvSpPr>
            <a:spLocks noGrp="1"/>
          </p:cNvSpPr>
          <p:nvPr>
            <p:ph type="ctrTitle"/>
          </p:nvPr>
        </p:nvSpPr>
        <p:spPr>
          <a:xfrm>
            <a:off x="1524000" y="1122363"/>
            <a:ext cx="9144000" cy="2387600"/>
          </a:xfrm>
        </p:spPr>
        <p:txBody>
          <a:bodyPr anchor="b"/>
          <a:lstStyle>
            <a:lvl1pPr algn="ctr">
              <a:defRPr sz="6000">
                <a:latin typeface="Cambria" panose="02040503050406030204" pitchFamily="18" charset="0"/>
                <a:ea typeface="Cambria" panose="02040503050406030204" pitchFamily="18" charset="0"/>
              </a:defRPr>
            </a:lvl1pPr>
          </a:lstStyle>
          <a:p>
            <a:r>
              <a:rPr lang="en-US"/>
              <a:t>Click to edit Master title style</a:t>
            </a:r>
            <a:endParaRPr lang="en-IN"/>
          </a:p>
        </p:txBody>
      </p:sp>
      <p:sp>
        <p:nvSpPr>
          <p:cNvPr id="3" name="Subtitle 2">
            <a:extLst>
              <a:ext uri="{FF2B5EF4-FFF2-40B4-BE49-F238E27FC236}">
                <a16:creationId xmlns:a16="http://schemas.microsoft.com/office/drawing/2014/main" id="{54C48FCE-63CF-1D98-9FF9-61D80B040823}"/>
              </a:ext>
            </a:extLst>
          </p:cNvPr>
          <p:cNvSpPr>
            <a:spLocks noGrp="1"/>
          </p:cNvSpPr>
          <p:nvPr>
            <p:ph type="subTitle" idx="1"/>
          </p:nvPr>
        </p:nvSpPr>
        <p:spPr>
          <a:xfrm>
            <a:off x="1524000" y="3602038"/>
            <a:ext cx="9144000" cy="1655762"/>
          </a:xfrm>
        </p:spPr>
        <p:txBody>
          <a:bodyPr/>
          <a:lstStyle>
            <a:lvl1pPr marL="0" indent="0" algn="ctr">
              <a:buNone/>
              <a:defRPr sz="2400">
                <a:latin typeface="Cambria" panose="02040503050406030204" pitchFamily="18" charset="0"/>
                <a:ea typeface="Cambria" panose="020405030504060302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435DD42-7C2D-EA63-59F0-8AE2AFDCC5E3}"/>
              </a:ext>
            </a:extLst>
          </p:cNvPr>
          <p:cNvSpPr>
            <a:spLocks noGrp="1"/>
          </p:cNvSpPr>
          <p:nvPr>
            <p:ph type="dt" sz="half" idx="10"/>
          </p:nvPr>
        </p:nvSpPr>
        <p:spPr/>
        <p:txBody>
          <a:bodyPr/>
          <a:lstStyle>
            <a:lvl1pPr>
              <a:defRPr>
                <a:latin typeface="Cambria" panose="02040503050406030204" pitchFamily="18" charset="0"/>
                <a:ea typeface="Cambria" panose="02040503050406030204" pitchFamily="18" charset="0"/>
              </a:defRPr>
            </a:lvl1pPr>
          </a:lstStyle>
          <a:p>
            <a:fld id="{A60288F2-E411-4717-A2A8-E54361EB3D7C}" type="datetimeFigureOut">
              <a:rPr lang="en-IN" smtClean="0"/>
              <a:pPr/>
              <a:t>12-02-2025</a:t>
            </a:fld>
            <a:endParaRPr lang="en-IN"/>
          </a:p>
        </p:txBody>
      </p:sp>
      <p:sp>
        <p:nvSpPr>
          <p:cNvPr id="5" name="Footer Placeholder 4">
            <a:extLst>
              <a:ext uri="{FF2B5EF4-FFF2-40B4-BE49-F238E27FC236}">
                <a16:creationId xmlns:a16="http://schemas.microsoft.com/office/drawing/2014/main" id="{D528AD21-B788-F1C2-F7E8-F56F264122C0}"/>
              </a:ext>
            </a:extLst>
          </p:cNvPr>
          <p:cNvSpPr>
            <a:spLocks noGrp="1"/>
          </p:cNvSpPr>
          <p:nvPr>
            <p:ph type="ftr" sz="quarter" idx="11"/>
          </p:nvPr>
        </p:nvSpPr>
        <p:spPr/>
        <p:txBody>
          <a:bodyPr/>
          <a:lstStyle>
            <a:lvl1pPr>
              <a:defRPr>
                <a:latin typeface="Cambria" panose="02040503050406030204" pitchFamily="18" charset="0"/>
                <a:ea typeface="Cambria" panose="02040503050406030204" pitchFamily="18" charset="0"/>
              </a:defRPr>
            </a:lvl1pPr>
          </a:lstStyle>
          <a:p>
            <a:endParaRPr lang="en-IN"/>
          </a:p>
        </p:txBody>
      </p:sp>
      <p:sp>
        <p:nvSpPr>
          <p:cNvPr id="6" name="Slide Number Placeholder 5">
            <a:extLst>
              <a:ext uri="{FF2B5EF4-FFF2-40B4-BE49-F238E27FC236}">
                <a16:creationId xmlns:a16="http://schemas.microsoft.com/office/drawing/2014/main" id="{E61A70B3-BCC9-A443-1BAC-6DD16CA56754}"/>
              </a:ext>
            </a:extLst>
          </p:cNvPr>
          <p:cNvSpPr>
            <a:spLocks noGrp="1"/>
          </p:cNvSpPr>
          <p:nvPr>
            <p:ph type="sldNum" sz="quarter" idx="12"/>
          </p:nvPr>
        </p:nvSpPr>
        <p:spPr/>
        <p:txBody>
          <a:bodyPr/>
          <a:lstStyle>
            <a:lvl1pPr>
              <a:defRPr>
                <a:latin typeface="Cambria" panose="02040503050406030204" pitchFamily="18" charset="0"/>
                <a:ea typeface="Cambria" panose="02040503050406030204" pitchFamily="18" charset="0"/>
              </a:defRPr>
            </a:lvl1pPr>
          </a:lstStyle>
          <a:p>
            <a:fld id="{3405273E-9AE5-4195-AC9F-FAA5849B8D51}" type="slidenum">
              <a:rPr lang="en-IN" smtClean="0"/>
              <a:pPr/>
              <a:t>‹#›</a:t>
            </a:fld>
            <a:endParaRPr lang="en-IN"/>
          </a:p>
        </p:txBody>
      </p:sp>
    </p:spTree>
    <p:extLst>
      <p:ext uri="{BB962C8B-B14F-4D97-AF65-F5344CB8AC3E}">
        <p14:creationId xmlns:p14="http://schemas.microsoft.com/office/powerpoint/2010/main" val="2062342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85F0C-46AD-7D3A-02FB-FB42FACF70C8}"/>
              </a:ext>
            </a:extLst>
          </p:cNvPr>
          <p:cNvSpPr>
            <a:spLocks noGrp="1"/>
          </p:cNvSpPr>
          <p:nvPr>
            <p:ph type="title"/>
          </p:nvPr>
        </p:nvSpPr>
        <p:spPr>
          <a:xfrm>
            <a:off x="838200" y="88031"/>
            <a:ext cx="10515600" cy="909493"/>
          </a:xfrm>
          <a:solidFill>
            <a:srgbClr val="FFC000"/>
          </a:solidFill>
        </p:spPr>
        <p:txBody>
          <a:bodyPr/>
          <a:lstStyle>
            <a:lvl1pPr>
              <a:defRPr>
                <a:latin typeface="Cambria" panose="02040503050406030204" pitchFamily="18" charset="0"/>
                <a:ea typeface="Cambria" panose="02040503050406030204" pitchFamily="18" charset="0"/>
              </a:defRPr>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D35B5B6-A94D-7A23-6E0D-A3549F3D5EFC}"/>
              </a:ext>
            </a:extLst>
          </p:cNvPr>
          <p:cNvSpPr>
            <a:spLocks noGrp="1"/>
          </p:cNvSpPr>
          <p:nvPr>
            <p:ph idx="1"/>
          </p:nvPr>
        </p:nvSpPr>
        <p:spPr>
          <a:xfrm>
            <a:off x="152399" y="1246909"/>
            <a:ext cx="11873345" cy="4930054"/>
          </a:xfrm>
        </p:spPr>
        <p:txBody>
          <a:bodyPr/>
          <a:lstStyle>
            <a:lvl1pPr>
              <a:defRPr>
                <a:latin typeface="Cambria" panose="02040503050406030204" pitchFamily="18" charset="0"/>
                <a:ea typeface="Cambria" panose="02040503050406030204" pitchFamily="18" charset="0"/>
              </a:defRPr>
            </a:lvl1pPr>
            <a:lvl2pPr>
              <a:defRPr>
                <a:latin typeface="Cambria" panose="02040503050406030204" pitchFamily="18" charset="0"/>
                <a:ea typeface="Cambria" panose="02040503050406030204" pitchFamily="18" charset="0"/>
              </a:defRPr>
            </a:lvl2pPr>
            <a:lvl3pPr>
              <a:defRPr>
                <a:latin typeface="Cambria" panose="02040503050406030204" pitchFamily="18" charset="0"/>
                <a:ea typeface="Cambria" panose="02040503050406030204" pitchFamily="18" charset="0"/>
              </a:defRPr>
            </a:lvl3pPr>
            <a:lvl4pPr>
              <a:defRPr>
                <a:latin typeface="Cambria" panose="02040503050406030204" pitchFamily="18" charset="0"/>
                <a:ea typeface="Cambria" panose="02040503050406030204" pitchFamily="18" charset="0"/>
              </a:defRPr>
            </a:lvl4pPr>
            <a:lvl5pPr>
              <a:defRPr>
                <a:latin typeface="Cambria" panose="02040503050406030204" pitchFamily="18" charset="0"/>
                <a:ea typeface="Cambria" panose="020405030504060302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E53D09-8725-9484-701F-33B05A2DA9A4}"/>
              </a:ext>
            </a:extLst>
          </p:cNvPr>
          <p:cNvSpPr>
            <a:spLocks noGrp="1"/>
          </p:cNvSpPr>
          <p:nvPr>
            <p:ph type="dt" sz="half" idx="10"/>
          </p:nvPr>
        </p:nvSpPr>
        <p:spPr/>
        <p:txBody>
          <a:bodyPr/>
          <a:lstStyle>
            <a:lvl1pPr>
              <a:defRPr>
                <a:latin typeface="Cambria" panose="02040503050406030204" pitchFamily="18" charset="0"/>
                <a:ea typeface="Cambria" panose="02040503050406030204" pitchFamily="18" charset="0"/>
              </a:defRPr>
            </a:lvl1pPr>
          </a:lstStyle>
          <a:p>
            <a:fld id="{A60288F2-E411-4717-A2A8-E54361EB3D7C}" type="datetimeFigureOut">
              <a:rPr lang="en-IN" smtClean="0"/>
              <a:pPr/>
              <a:t>12-02-2025</a:t>
            </a:fld>
            <a:endParaRPr lang="en-IN"/>
          </a:p>
        </p:txBody>
      </p:sp>
      <p:sp>
        <p:nvSpPr>
          <p:cNvPr id="5" name="Footer Placeholder 4">
            <a:extLst>
              <a:ext uri="{FF2B5EF4-FFF2-40B4-BE49-F238E27FC236}">
                <a16:creationId xmlns:a16="http://schemas.microsoft.com/office/drawing/2014/main" id="{5D193219-2E3F-744A-81D6-69AA44D9B368}"/>
              </a:ext>
            </a:extLst>
          </p:cNvPr>
          <p:cNvSpPr>
            <a:spLocks noGrp="1"/>
          </p:cNvSpPr>
          <p:nvPr>
            <p:ph type="ftr" sz="quarter" idx="11"/>
          </p:nvPr>
        </p:nvSpPr>
        <p:spPr/>
        <p:txBody>
          <a:bodyPr/>
          <a:lstStyle>
            <a:lvl1pPr>
              <a:defRPr>
                <a:latin typeface="Cambria" panose="02040503050406030204" pitchFamily="18" charset="0"/>
                <a:ea typeface="Cambria" panose="02040503050406030204" pitchFamily="18" charset="0"/>
              </a:defRPr>
            </a:lvl1pPr>
          </a:lstStyle>
          <a:p>
            <a:endParaRPr lang="en-IN"/>
          </a:p>
        </p:txBody>
      </p:sp>
      <p:sp>
        <p:nvSpPr>
          <p:cNvPr id="6" name="Slide Number Placeholder 5">
            <a:extLst>
              <a:ext uri="{FF2B5EF4-FFF2-40B4-BE49-F238E27FC236}">
                <a16:creationId xmlns:a16="http://schemas.microsoft.com/office/drawing/2014/main" id="{620B4579-1CED-824A-0CA8-F9BCEB369A2D}"/>
              </a:ext>
            </a:extLst>
          </p:cNvPr>
          <p:cNvSpPr>
            <a:spLocks noGrp="1"/>
          </p:cNvSpPr>
          <p:nvPr>
            <p:ph type="sldNum" sz="quarter" idx="12"/>
          </p:nvPr>
        </p:nvSpPr>
        <p:spPr/>
        <p:txBody>
          <a:bodyPr/>
          <a:lstStyle>
            <a:lvl1pPr>
              <a:defRPr>
                <a:latin typeface="Cambria" panose="02040503050406030204" pitchFamily="18" charset="0"/>
                <a:ea typeface="Cambria" panose="02040503050406030204" pitchFamily="18" charset="0"/>
              </a:defRPr>
            </a:lvl1pPr>
          </a:lstStyle>
          <a:p>
            <a:fld id="{3405273E-9AE5-4195-AC9F-FAA5849B8D51}" type="slidenum">
              <a:rPr lang="en-IN" smtClean="0"/>
              <a:pPr/>
              <a:t>‹#›</a:t>
            </a:fld>
            <a:endParaRPr lang="en-IN"/>
          </a:p>
        </p:txBody>
      </p:sp>
    </p:spTree>
    <p:extLst>
      <p:ext uri="{BB962C8B-B14F-4D97-AF65-F5344CB8AC3E}">
        <p14:creationId xmlns:p14="http://schemas.microsoft.com/office/powerpoint/2010/main" val="888176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BA45E-892C-E9A8-D293-21A3B99741F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7514981-A3C8-5764-AC99-558C6FF79A4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6F634B-6A54-FC43-8E8D-085B7F32D1DD}"/>
              </a:ext>
            </a:extLst>
          </p:cNvPr>
          <p:cNvSpPr>
            <a:spLocks noGrp="1"/>
          </p:cNvSpPr>
          <p:nvPr>
            <p:ph type="dt" sz="half" idx="10"/>
          </p:nvPr>
        </p:nvSpPr>
        <p:spPr/>
        <p:txBody>
          <a:bodyPr/>
          <a:lstStyle/>
          <a:p>
            <a:fld id="{A60288F2-E411-4717-A2A8-E54361EB3D7C}" type="datetimeFigureOut">
              <a:rPr lang="en-IN" smtClean="0"/>
              <a:t>12-02-2025</a:t>
            </a:fld>
            <a:endParaRPr lang="en-IN"/>
          </a:p>
        </p:txBody>
      </p:sp>
      <p:sp>
        <p:nvSpPr>
          <p:cNvPr id="5" name="Footer Placeholder 4">
            <a:extLst>
              <a:ext uri="{FF2B5EF4-FFF2-40B4-BE49-F238E27FC236}">
                <a16:creationId xmlns:a16="http://schemas.microsoft.com/office/drawing/2014/main" id="{D5CB788C-F3D7-E2AB-2E49-4AF62510DE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0ECC9A-4849-7D7C-8CF9-7C2AEB54836E}"/>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38401407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248AE-D9C8-EF0A-05FB-2C57EEB7D26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00221CE-916F-CAAD-9655-71DF729EF18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AF58360-560D-6A4D-91F9-771D7747AB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253AF5E-C58B-03F8-EED9-634C7C9B1FC4}"/>
              </a:ext>
            </a:extLst>
          </p:cNvPr>
          <p:cNvSpPr>
            <a:spLocks noGrp="1"/>
          </p:cNvSpPr>
          <p:nvPr>
            <p:ph type="dt" sz="half" idx="10"/>
          </p:nvPr>
        </p:nvSpPr>
        <p:spPr/>
        <p:txBody>
          <a:bodyPr/>
          <a:lstStyle/>
          <a:p>
            <a:fld id="{A60288F2-E411-4717-A2A8-E54361EB3D7C}" type="datetimeFigureOut">
              <a:rPr lang="en-IN" smtClean="0"/>
              <a:t>12-02-2025</a:t>
            </a:fld>
            <a:endParaRPr lang="en-IN"/>
          </a:p>
        </p:txBody>
      </p:sp>
      <p:sp>
        <p:nvSpPr>
          <p:cNvPr id="6" name="Footer Placeholder 5">
            <a:extLst>
              <a:ext uri="{FF2B5EF4-FFF2-40B4-BE49-F238E27FC236}">
                <a16:creationId xmlns:a16="http://schemas.microsoft.com/office/drawing/2014/main" id="{B3D77E1F-C07A-185D-4E68-106CBD8E51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582CD07-6578-DA71-910E-F1E3EB6A2C1A}"/>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4263082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D307A-E8E3-5127-A049-E6A3677EA6B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FEB44B7-BB0D-5954-251D-0F12BC400C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62E69B-2CDC-E4FB-B18B-875D7F43B6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5A1C115-A98A-5001-0BF8-3EBC9C42BE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F9E718-D9F9-6AE3-B68F-D6508F125D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6EF024F-CBF4-D143-ABF6-EB2EB00745E7}"/>
              </a:ext>
            </a:extLst>
          </p:cNvPr>
          <p:cNvSpPr>
            <a:spLocks noGrp="1"/>
          </p:cNvSpPr>
          <p:nvPr>
            <p:ph type="dt" sz="half" idx="10"/>
          </p:nvPr>
        </p:nvSpPr>
        <p:spPr/>
        <p:txBody>
          <a:bodyPr/>
          <a:lstStyle/>
          <a:p>
            <a:fld id="{A60288F2-E411-4717-A2A8-E54361EB3D7C}" type="datetimeFigureOut">
              <a:rPr lang="en-IN" smtClean="0"/>
              <a:t>12-02-2025</a:t>
            </a:fld>
            <a:endParaRPr lang="en-IN"/>
          </a:p>
        </p:txBody>
      </p:sp>
      <p:sp>
        <p:nvSpPr>
          <p:cNvPr id="8" name="Footer Placeholder 7">
            <a:extLst>
              <a:ext uri="{FF2B5EF4-FFF2-40B4-BE49-F238E27FC236}">
                <a16:creationId xmlns:a16="http://schemas.microsoft.com/office/drawing/2014/main" id="{172722D3-F786-2519-0543-2EDB55241C0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E766567-834E-1336-594B-AA23464BBE19}"/>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3606385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09373-BB5F-027E-CC3A-8B55EAFEB87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FA42576-219C-9794-2869-8484B55F4CDA}"/>
              </a:ext>
            </a:extLst>
          </p:cNvPr>
          <p:cNvSpPr>
            <a:spLocks noGrp="1"/>
          </p:cNvSpPr>
          <p:nvPr>
            <p:ph type="dt" sz="half" idx="10"/>
          </p:nvPr>
        </p:nvSpPr>
        <p:spPr/>
        <p:txBody>
          <a:bodyPr/>
          <a:lstStyle/>
          <a:p>
            <a:fld id="{A60288F2-E411-4717-A2A8-E54361EB3D7C}" type="datetimeFigureOut">
              <a:rPr lang="en-IN" smtClean="0"/>
              <a:t>12-02-2025</a:t>
            </a:fld>
            <a:endParaRPr lang="en-IN"/>
          </a:p>
        </p:txBody>
      </p:sp>
      <p:sp>
        <p:nvSpPr>
          <p:cNvPr id="4" name="Footer Placeholder 3">
            <a:extLst>
              <a:ext uri="{FF2B5EF4-FFF2-40B4-BE49-F238E27FC236}">
                <a16:creationId xmlns:a16="http://schemas.microsoft.com/office/drawing/2014/main" id="{876572F2-8DA3-70AC-762E-B48629DD61C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8D79076-613E-AC63-3B08-8EB2CEAA861C}"/>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3622346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6BB582-1A1E-B166-9AA1-429FBB728570}"/>
              </a:ext>
            </a:extLst>
          </p:cNvPr>
          <p:cNvSpPr>
            <a:spLocks noGrp="1"/>
          </p:cNvSpPr>
          <p:nvPr>
            <p:ph type="dt" sz="half" idx="10"/>
          </p:nvPr>
        </p:nvSpPr>
        <p:spPr/>
        <p:txBody>
          <a:bodyPr/>
          <a:lstStyle/>
          <a:p>
            <a:fld id="{A60288F2-E411-4717-A2A8-E54361EB3D7C}" type="datetimeFigureOut">
              <a:rPr lang="en-IN" smtClean="0"/>
              <a:t>12-02-2025</a:t>
            </a:fld>
            <a:endParaRPr lang="en-IN"/>
          </a:p>
        </p:txBody>
      </p:sp>
      <p:sp>
        <p:nvSpPr>
          <p:cNvPr id="3" name="Footer Placeholder 2">
            <a:extLst>
              <a:ext uri="{FF2B5EF4-FFF2-40B4-BE49-F238E27FC236}">
                <a16:creationId xmlns:a16="http://schemas.microsoft.com/office/drawing/2014/main" id="{9D492330-436F-CD11-5364-FE407FBDB56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87B4C21-DDAC-4404-8F4A-3876166D86D8}"/>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88734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4BA60-9417-655B-8981-B4A24E52B3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05100C1-4AF7-A545-177E-F0EBB194E6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74EEDF1-8D06-B9D0-423A-297F036E3D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2E55DA-C5B9-2E76-B1BA-14BFE9E2FF9A}"/>
              </a:ext>
            </a:extLst>
          </p:cNvPr>
          <p:cNvSpPr>
            <a:spLocks noGrp="1"/>
          </p:cNvSpPr>
          <p:nvPr>
            <p:ph type="dt" sz="half" idx="10"/>
          </p:nvPr>
        </p:nvSpPr>
        <p:spPr/>
        <p:txBody>
          <a:bodyPr/>
          <a:lstStyle/>
          <a:p>
            <a:fld id="{A60288F2-E411-4717-A2A8-E54361EB3D7C}" type="datetimeFigureOut">
              <a:rPr lang="en-IN" smtClean="0"/>
              <a:t>12-02-2025</a:t>
            </a:fld>
            <a:endParaRPr lang="en-IN"/>
          </a:p>
        </p:txBody>
      </p:sp>
      <p:sp>
        <p:nvSpPr>
          <p:cNvPr id="6" name="Footer Placeholder 5">
            <a:extLst>
              <a:ext uri="{FF2B5EF4-FFF2-40B4-BE49-F238E27FC236}">
                <a16:creationId xmlns:a16="http://schemas.microsoft.com/office/drawing/2014/main" id="{7E4F3EBF-CDE3-B285-C427-69FCD6F2FC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FB4E15-2329-E0EF-1D4C-2F93664C0EF3}"/>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80950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8C58F-D2D3-4F10-CE88-39722A7E4C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66D4479-E2DD-56FF-D5BB-DE04CF7545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B2478BA-66AF-702F-CDB3-A0347900F1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3A4622-D12A-4FAE-B828-E9E1E4DE2836}"/>
              </a:ext>
            </a:extLst>
          </p:cNvPr>
          <p:cNvSpPr>
            <a:spLocks noGrp="1"/>
          </p:cNvSpPr>
          <p:nvPr>
            <p:ph type="dt" sz="half" idx="10"/>
          </p:nvPr>
        </p:nvSpPr>
        <p:spPr/>
        <p:txBody>
          <a:bodyPr/>
          <a:lstStyle/>
          <a:p>
            <a:fld id="{A60288F2-E411-4717-A2A8-E54361EB3D7C}" type="datetimeFigureOut">
              <a:rPr lang="en-IN" smtClean="0"/>
              <a:t>12-02-2025</a:t>
            </a:fld>
            <a:endParaRPr lang="en-IN"/>
          </a:p>
        </p:txBody>
      </p:sp>
      <p:sp>
        <p:nvSpPr>
          <p:cNvPr id="6" name="Footer Placeholder 5">
            <a:extLst>
              <a:ext uri="{FF2B5EF4-FFF2-40B4-BE49-F238E27FC236}">
                <a16:creationId xmlns:a16="http://schemas.microsoft.com/office/drawing/2014/main" id="{5D4CAF42-36F3-F313-6025-6B6703BFDFD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040534-695E-3271-4B36-46B66B8C5381}"/>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5843852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92F08-EF02-9A10-5BE0-FBB747272DE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B693A67-5F4E-687C-34D8-840235068C1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D12992-1770-2302-9B0A-963FC4996713}"/>
              </a:ext>
            </a:extLst>
          </p:cNvPr>
          <p:cNvSpPr>
            <a:spLocks noGrp="1"/>
          </p:cNvSpPr>
          <p:nvPr>
            <p:ph type="dt" sz="half" idx="10"/>
          </p:nvPr>
        </p:nvSpPr>
        <p:spPr/>
        <p:txBody>
          <a:bodyPr/>
          <a:lstStyle/>
          <a:p>
            <a:fld id="{A60288F2-E411-4717-A2A8-E54361EB3D7C}" type="datetimeFigureOut">
              <a:rPr lang="en-IN" smtClean="0"/>
              <a:t>12-02-2025</a:t>
            </a:fld>
            <a:endParaRPr lang="en-IN"/>
          </a:p>
        </p:txBody>
      </p:sp>
      <p:sp>
        <p:nvSpPr>
          <p:cNvPr id="5" name="Footer Placeholder 4">
            <a:extLst>
              <a:ext uri="{FF2B5EF4-FFF2-40B4-BE49-F238E27FC236}">
                <a16:creationId xmlns:a16="http://schemas.microsoft.com/office/drawing/2014/main" id="{595A8A54-9719-A685-A934-F4C7CDA0EF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EF81B6-1918-BC5F-BD53-8777A4081D15}"/>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513612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0D1D8F-C3ED-7F5F-D0F2-78340582B95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CCBE43C-09D6-D3A6-A2B2-0F8B7EB2CF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E5CA9E-2DCA-EBB5-D010-BFB742BB1C67}"/>
              </a:ext>
            </a:extLst>
          </p:cNvPr>
          <p:cNvSpPr>
            <a:spLocks noGrp="1"/>
          </p:cNvSpPr>
          <p:nvPr>
            <p:ph type="dt" sz="half" idx="10"/>
          </p:nvPr>
        </p:nvSpPr>
        <p:spPr/>
        <p:txBody>
          <a:bodyPr/>
          <a:lstStyle/>
          <a:p>
            <a:fld id="{A60288F2-E411-4717-A2A8-E54361EB3D7C}" type="datetimeFigureOut">
              <a:rPr lang="en-IN" smtClean="0"/>
              <a:t>12-02-2025</a:t>
            </a:fld>
            <a:endParaRPr lang="en-IN"/>
          </a:p>
        </p:txBody>
      </p:sp>
      <p:sp>
        <p:nvSpPr>
          <p:cNvPr id="5" name="Footer Placeholder 4">
            <a:extLst>
              <a:ext uri="{FF2B5EF4-FFF2-40B4-BE49-F238E27FC236}">
                <a16:creationId xmlns:a16="http://schemas.microsoft.com/office/drawing/2014/main" id="{B5260D38-6161-ECB2-24C3-77483B14F9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730B45-FFB5-E55C-6A58-163AC0F1E44E}"/>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7040697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F12E4B-E40A-EC5C-6075-0A960006ED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C3FA478-3464-1B7A-C14A-B80A0C8F57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C36FB4-793C-EC97-FC06-69238CA634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60288F2-E411-4717-A2A8-E54361EB3D7C}" type="datetimeFigureOut">
              <a:rPr lang="en-IN" smtClean="0"/>
              <a:t>12-02-2025</a:t>
            </a:fld>
            <a:endParaRPr lang="en-IN"/>
          </a:p>
        </p:txBody>
      </p:sp>
      <p:sp>
        <p:nvSpPr>
          <p:cNvPr id="5" name="Footer Placeholder 4">
            <a:extLst>
              <a:ext uri="{FF2B5EF4-FFF2-40B4-BE49-F238E27FC236}">
                <a16:creationId xmlns:a16="http://schemas.microsoft.com/office/drawing/2014/main" id="{F75CB672-F07D-641C-512B-5A2BF3194A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EE99F51-A57F-1B93-4FC5-2976DDACD0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405273E-9AE5-4195-AC9F-FAA5849B8D51}" type="slidenum">
              <a:rPr lang="en-IN" smtClean="0"/>
              <a:t>‹#›</a:t>
            </a:fld>
            <a:endParaRPr lang="en-IN"/>
          </a:p>
        </p:txBody>
      </p:sp>
    </p:spTree>
    <p:extLst>
      <p:ext uri="{BB962C8B-B14F-4D97-AF65-F5344CB8AC3E}">
        <p14:creationId xmlns:p14="http://schemas.microsoft.com/office/powerpoint/2010/main" val="29248433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A0659-2DFE-0711-0E26-9B048D68D174}"/>
              </a:ext>
            </a:extLst>
          </p:cNvPr>
          <p:cNvSpPr>
            <a:spLocks noGrp="1"/>
          </p:cNvSpPr>
          <p:nvPr>
            <p:ph type="ctrTitle"/>
          </p:nvPr>
        </p:nvSpPr>
        <p:spPr/>
        <p:txBody>
          <a:bodyPr>
            <a:normAutofit/>
          </a:bodyPr>
          <a:lstStyle/>
          <a:p>
            <a:r>
              <a:rPr lang="en-US" dirty="0"/>
              <a:t>Machine Learning</a:t>
            </a:r>
            <a:endParaRPr lang="en-IN" dirty="0"/>
          </a:p>
        </p:txBody>
      </p:sp>
      <p:sp>
        <p:nvSpPr>
          <p:cNvPr id="3" name="Subtitle 2">
            <a:extLst>
              <a:ext uri="{FF2B5EF4-FFF2-40B4-BE49-F238E27FC236}">
                <a16:creationId xmlns:a16="http://schemas.microsoft.com/office/drawing/2014/main" id="{BF2194AA-C2BE-3204-206E-E42A2753F78B}"/>
              </a:ext>
            </a:extLst>
          </p:cNvPr>
          <p:cNvSpPr>
            <a:spLocks noGrp="1"/>
          </p:cNvSpPr>
          <p:nvPr>
            <p:ph type="subTitle" idx="1"/>
          </p:nvPr>
        </p:nvSpPr>
        <p:spPr/>
        <p:txBody>
          <a:bodyPr>
            <a:normAutofit/>
          </a:bodyPr>
          <a:lstStyle/>
          <a:p>
            <a:r>
              <a:rPr lang="en-US" sz="4400" dirty="0"/>
              <a:t>BCSML601</a:t>
            </a:r>
          </a:p>
          <a:p>
            <a:r>
              <a:rPr lang="en-US" sz="4400" dirty="0"/>
              <a:t>3:0:2</a:t>
            </a:r>
            <a:endParaRPr lang="en-IN" sz="4400" dirty="0"/>
          </a:p>
        </p:txBody>
      </p:sp>
    </p:spTree>
    <p:extLst>
      <p:ext uri="{BB962C8B-B14F-4D97-AF65-F5344CB8AC3E}">
        <p14:creationId xmlns:p14="http://schemas.microsoft.com/office/powerpoint/2010/main" val="17325911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A7992-1A3A-6A68-93BA-53D34BF741D8}"/>
              </a:ext>
            </a:extLst>
          </p:cNvPr>
          <p:cNvSpPr>
            <a:spLocks noGrp="1"/>
          </p:cNvSpPr>
          <p:nvPr>
            <p:ph type="title"/>
          </p:nvPr>
        </p:nvSpPr>
        <p:spPr/>
        <p:txBody>
          <a:bodyPr/>
          <a:lstStyle/>
          <a:p>
            <a:r>
              <a:rPr lang="en-US" dirty="0"/>
              <a:t>Pre- requisites</a:t>
            </a:r>
            <a:endParaRPr lang="en-IN" dirty="0"/>
          </a:p>
        </p:txBody>
      </p:sp>
      <p:sp>
        <p:nvSpPr>
          <p:cNvPr id="3" name="Content Placeholder 2">
            <a:extLst>
              <a:ext uri="{FF2B5EF4-FFF2-40B4-BE49-F238E27FC236}">
                <a16:creationId xmlns:a16="http://schemas.microsoft.com/office/drawing/2014/main" id="{7FB2A1E3-9E4B-6A38-0796-73EE6E231C0D}"/>
              </a:ext>
            </a:extLst>
          </p:cNvPr>
          <p:cNvSpPr>
            <a:spLocks noGrp="1"/>
          </p:cNvSpPr>
          <p:nvPr>
            <p:ph idx="1"/>
          </p:nvPr>
        </p:nvSpPr>
        <p:spPr/>
        <p:txBody>
          <a:bodyPr/>
          <a:lstStyle/>
          <a:p>
            <a:r>
              <a:rPr lang="en-US" dirty="0"/>
              <a:t>Linear Equations</a:t>
            </a:r>
          </a:p>
          <a:p>
            <a:r>
              <a:rPr lang="en-US" dirty="0"/>
              <a:t>Probability and Statistics</a:t>
            </a:r>
          </a:p>
          <a:p>
            <a:r>
              <a:rPr lang="en-US" dirty="0"/>
              <a:t>Graphs of Functions</a:t>
            </a:r>
            <a:endParaRPr lang="en-IN" dirty="0"/>
          </a:p>
        </p:txBody>
      </p:sp>
    </p:spTree>
    <p:extLst>
      <p:ext uri="{BB962C8B-B14F-4D97-AF65-F5344CB8AC3E}">
        <p14:creationId xmlns:p14="http://schemas.microsoft.com/office/powerpoint/2010/main" val="1526965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A3F08-A41A-3D71-435E-90A0E7C816CA}"/>
              </a:ext>
            </a:extLst>
          </p:cNvPr>
          <p:cNvSpPr>
            <a:spLocks noGrp="1"/>
          </p:cNvSpPr>
          <p:nvPr>
            <p:ph type="title"/>
          </p:nvPr>
        </p:nvSpPr>
        <p:spPr/>
        <p:txBody>
          <a:bodyPr/>
          <a:lstStyle/>
          <a:p>
            <a:r>
              <a:rPr lang="en-US" dirty="0"/>
              <a:t>Course Learning Objectives (CLO)</a:t>
            </a:r>
            <a:endParaRPr lang="en-IN" dirty="0"/>
          </a:p>
        </p:txBody>
      </p:sp>
      <p:sp>
        <p:nvSpPr>
          <p:cNvPr id="3" name="Content Placeholder 2">
            <a:extLst>
              <a:ext uri="{FF2B5EF4-FFF2-40B4-BE49-F238E27FC236}">
                <a16:creationId xmlns:a16="http://schemas.microsoft.com/office/drawing/2014/main" id="{A26067F8-FC56-C26E-1C2A-0DEBAD577C31}"/>
              </a:ext>
            </a:extLst>
          </p:cNvPr>
          <p:cNvSpPr>
            <a:spLocks noGrp="1"/>
          </p:cNvSpPr>
          <p:nvPr>
            <p:ph idx="1"/>
          </p:nvPr>
        </p:nvSpPr>
        <p:spPr/>
        <p:txBody>
          <a:bodyPr/>
          <a:lstStyle/>
          <a:p>
            <a:r>
              <a:rPr lang="en-US" dirty="0"/>
              <a:t>This course will enable students to,</a:t>
            </a:r>
          </a:p>
          <a:p>
            <a:r>
              <a:rPr lang="en-US" dirty="0"/>
              <a:t>Define machine learning and understand the basic theory underlying machine learning.</a:t>
            </a:r>
          </a:p>
          <a:p>
            <a:r>
              <a:rPr lang="en-US" dirty="0"/>
              <a:t>Differentiate supervised, unsupervised and reinforcement learning</a:t>
            </a:r>
          </a:p>
          <a:p>
            <a:r>
              <a:rPr lang="en-US" dirty="0"/>
              <a:t>Understand the basic concepts of learning and decision trees.</a:t>
            </a:r>
          </a:p>
          <a:p>
            <a:r>
              <a:rPr lang="en-US" dirty="0"/>
              <a:t>Understand neural networks and Bayesian techniques for problems appear in machine learning</a:t>
            </a:r>
          </a:p>
          <a:p>
            <a:r>
              <a:rPr lang="en-US" dirty="0"/>
              <a:t>Understand the instant based learning and statistical analysis of machine learning techniques.</a:t>
            </a:r>
            <a:endParaRPr lang="en-IN" dirty="0"/>
          </a:p>
        </p:txBody>
      </p:sp>
    </p:spTree>
    <p:extLst>
      <p:ext uri="{BB962C8B-B14F-4D97-AF65-F5344CB8AC3E}">
        <p14:creationId xmlns:p14="http://schemas.microsoft.com/office/powerpoint/2010/main" val="2105390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CF878-55B4-5A10-FF90-3CDE6F0FB4EA}"/>
              </a:ext>
            </a:extLst>
          </p:cNvPr>
          <p:cNvSpPr>
            <a:spLocks noGrp="1"/>
          </p:cNvSpPr>
          <p:nvPr>
            <p:ph type="title"/>
          </p:nvPr>
        </p:nvSpPr>
        <p:spPr>
          <a:xfrm>
            <a:off x="838200" y="0"/>
            <a:ext cx="10515600" cy="819098"/>
          </a:xfrm>
        </p:spPr>
        <p:txBody>
          <a:bodyPr/>
          <a:lstStyle/>
          <a:p>
            <a:pPr algn="ctr"/>
            <a:r>
              <a:rPr lang="en-US" dirty="0"/>
              <a:t>MODULE 1</a:t>
            </a:r>
            <a:endParaRPr lang="en-IN" dirty="0"/>
          </a:p>
        </p:txBody>
      </p:sp>
      <p:sp>
        <p:nvSpPr>
          <p:cNvPr id="3" name="Content Placeholder 2">
            <a:extLst>
              <a:ext uri="{FF2B5EF4-FFF2-40B4-BE49-F238E27FC236}">
                <a16:creationId xmlns:a16="http://schemas.microsoft.com/office/drawing/2014/main" id="{CD2994F0-E930-B691-9A33-D6CB82B43A6B}"/>
              </a:ext>
            </a:extLst>
          </p:cNvPr>
          <p:cNvSpPr>
            <a:spLocks noGrp="1"/>
          </p:cNvSpPr>
          <p:nvPr>
            <p:ph idx="1"/>
          </p:nvPr>
        </p:nvSpPr>
        <p:spPr>
          <a:xfrm>
            <a:off x="359763" y="1004340"/>
            <a:ext cx="11467475" cy="5664473"/>
          </a:xfrm>
        </p:spPr>
        <p:txBody>
          <a:bodyPr>
            <a:normAutofit/>
          </a:bodyPr>
          <a:lstStyle/>
          <a:p>
            <a:r>
              <a:rPr lang="en-US" dirty="0"/>
              <a:t>Introduction to Machine Learning</a:t>
            </a:r>
          </a:p>
          <a:p>
            <a:pPr lvl="1"/>
            <a:r>
              <a:rPr lang="en-US" dirty="0"/>
              <a:t>Introduction</a:t>
            </a:r>
          </a:p>
          <a:p>
            <a:pPr lvl="1"/>
            <a:r>
              <a:rPr lang="en-US" dirty="0"/>
              <a:t>What is Human Learning? </a:t>
            </a:r>
          </a:p>
          <a:p>
            <a:pPr lvl="1"/>
            <a:r>
              <a:rPr lang="en-US" dirty="0"/>
              <a:t>Types of Human Learning, </a:t>
            </a:r>
          </a:p>
          <a:p>
            <a:pPr lvl="1"/>
            <a:r>
              <a:rPr lang="en-US" dirty="0"/>
              <a:t>What is Machine Learning,</a:t>
            </a:r>
          </a:p>
          <a:p>
            <a:pPr lvl="1"/>
            <a:r>
              <a:rPr lang="en-US" dirty="0"/>
              <a:t>Types of Machine Learning, </a:t>
            </a:r>
          </a:p>
          <a:p>
            <a:pPr lvl="1"/>
            <a:r>
              <a:rPr lang="en-US" dirty="0"/>
              <a:t>Problems not to be solved using Machine Learning, </a:t>
            </a:r>
          </a:p>
          <a:p>
            <a:pPr lvl="1"/>
            <a:r>
              <a:rPr lang="en-US" dirty="0"/>
              <a:t>Application of Machine Learning, </a:t>
            </a:r>
          </a:p>
          <a:p>
            <a:pPr lvl="1"/>
            <a:r>
              <a:rPr lang="en-US" dirty="0"/>
              <a:t>Issues in Machine Learning, </a:t>
            </a:r>
          </a:p>
          <a:p>
            <a:r>
              <a:rPr lang="en-US" dirty="0"/>
              <a:t>Prepare to Model – </a:t>
            </a:r>
          </a:p>
          <a:p>
            <a:pPr lvl="1"/>
            <a:r>
              <a:rPr lang="en-US" dirty="0"/>
              <a:t>Introduction, </a:t>
            </a:r>
          </a:p>
          <a:p>
            <a:pPr lvl="1"/>
            <a:r>
              <a:rPr lang="en-US" dirty="0"/>
              <a:t>Machine Learning activities, </a:t>
            </a:r>
          </a:p>
          <a:p>
            <a:pPr lvl="1"/>
            <a:r>
              <a:rPr lang="en-US" dirty="0"/>
              <a:t>Basic types of Data in Machine Learning</a:t>
            </a:r>
            <a:endParaRPr lang="en-IN" dirty="0"/>
          </a:p>
        </p:txBody>
      </p:sp>
    </p:spTree>
    <p:extLst>
      <p:ext uri="{BB962C8B-B14F-4D97-AF65-F5344CB8AC3E}">
        <p14:creationId xmlns:p14="http://schemas.microsoft.com/office/powerpoint/2010/main" val="2852292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251AD-51AF-74E8-BAC8-45C371B0C9BF}"/>
              </a:ext>
            </a:extLst>
          </p:cNvPr>
          <p:cNvSpPr>
            <a:spLocks noGrp="1"/>
          </p:cNvSpPr>
          <p:nvPr>
            <p:ph type="title"/>
          </p:nvPr>
        </p:nvSpPr>
        <p:spPr>
          <a:xfrm>
            <a:off x="8718331" y="-15766"/>
            <a:ext cx="3299771" cy="909493"/>
          </a:xfrm>
        </p:spPr>
        <p:txBody>
          <a:bodyPr/>
          <a:lstStyle/>
          <a:p>
            <a:r>
              <a:rPr lang="en-US" dirty="0"/>
              <a:t>Evolution</a:t>
            </a:r>
            <a:endParaRPr lang="en-IN" dirty="0"/>
          </a:p>
        </p:txBody>
      </p:sp>
      <p:pic>
        <p:nvPicPr>
          <p:cNvPr id="5" name="Picture 4">
            <a:extLst>
              <a:ext uri="{FF2B5EF4-FFF2-40B4-BE49-F238E27FC236}">
                <a16:creationId xmlns:a16="http://schemas.microsoft.com/office/drawing/2014/main" id="{233AE03D-96BC-61DF-089F-4B7CE2AFF268}"/>
              </a:ext>
            </a:extLst>
          </p:cNvPr>
          <p:cNvPicPr>
            <a:picLocks noChangeAspect="1"/>
          </p:cNvPicPr>
          <p:nvPr/>
        </p:nvPicPr>
        <p:blipFill>
          <a:blip r:embed="rId2"/>
          <a:stretch>
            <a:fillRect/>
          </a:stretch>
        </p:blipFill>
        <p:spPr>
          <a:xfrm>
            <a:off x="0" y="70467"/>
            <a:ext cx="6440691" cy="6717065"/>
          </a:xfrm>
          <a:prstGeom prst="rect">
            <a:avLst/>
          </a:prstGeom>
        </p:spPr>
      </p:pic>
      <p:pic>
        <p:nvPicPr>
          <p:cNvPr id="7" name="Picture 6">
            <a:extLst>
              <a:ext uri="{FF2B5EF4-FFF2-40B4-BE49-F238E27FC236}">
                <a16:creationId xmlns:a16="http://schemas.microsoft.com/office/drawing/2014/main" id="{D654C14D-6D18-04E0-EB65-EDC4895641E9}"/>
              </a:ext>
            </a:extLst>
          </p:cNvPr>
          <p:cNvPicPr>
            <a:picLocks noChangeAspect="1"/>
          </p:cNvPicPr>
          <p:nvPr/>
        </p:nvPicPr>
        <p:blipFill>
          <a:blip r:embed="rId3"/>
          <a:stretch>
            <a:fillRect/>
          </a:stretch>
        </p:blipFill>
        <p:spPr>
          <a:xfrm>
            <a:off x="6026503" y="1186519"/>
            <a:ext cx="6165497" cy="3738408"/>
          </a:xfrm>
          <a:prstGeom prst="rect">
            <a:avLst/>
          </a:prstGeom>
        </p:spPr>
      </p:pic>
    </p:spTree>
    <p:extLst>
      <p:ext uri="{BB962C8B-B14F-4D97-AF65-F5344CB8AC3E}">
        <p14:creationId xmlns:p14="http://schemas.microsoft.com/office/powerpoint/2010/main" val="29990005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5CF9CD-C85D-33FC-37AF-A8BAB3CFDBD5}"/>
              </a:ext>
            </a:extLst>
          </p:cNvPr>
          <p:cNvSpPr>
            <a:spLocks noGrp="1"/>
          </p:cNvSpPr>
          <p:nvPr>
            <p:ph idx="1"/>
          </p:nvPr>
        </p:nvSpPr>
        <p:spPr>
          <a:xfrm>
            <a:off x="152399" y="1387929"/>
            <a:ext cx="11873345" cy="4789034"/>
          </a:xfrm>
        </p:spPr>
        <p:txBody>
          <a:bodyPr>
            <a:noAutofit/>
          </a:bodyPr>
          <a:lstStyle/>
          <a:p>
            <a:r>
              <a:rPr lang="en-US" dirty="0"/>
              <a:t>Data</a:t>
            </a:r>
          </a:p>
          <a:p>
            <a:r>
              <a:rPr lang="en-US" dirty="0"/>
              <a:t>Information</a:t>
            </a:r>
          </a:p>
          <a:p>
            <a:r>
              <a:rPr lang="en-US" dirty="0"/>
              <a:t>Knowledge</a:t>
            </a:r>
          </a:p>
          <a:p>
            <a:r>
              <a:rPr lang="en-US" dirty="0"/>
              <a:t>Wisdom</a:t>
            </a:r>
            <a:endParaRPr lang="en-IN" dirty="0"/>
          </a:p>
          <a:p>
            <a:pPr algn="l"/>
            <a:endParaRPr lang="en-US" b="0" i="0" u="none" strike="noStrike" baseline="0" dirty="0">
              <a:solidFill>
                <a:srgbClr val="333333"/>
              </a:solidFill>
              <a:latin typeface="Times New Roman" panose="02020603050405020304" pitchFamily="18" charset="0"/>
              <a:cs typeface="Times New Roman" panose="02020603050405020304" pitchFamily="18" charset="0"/>
            </a:endParaRP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In cognitive science, learning is referred to as the process of gaining information through observation. </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With more learning, gather information, and tasks can be performed more efficiently.</a:t>
            </a:r>
          </a:p>
          <a:p>
            <a:pPr algn="l"/>
            <a:endParaRPr lang="en-US" b="0" i="0" u="none" strike="noStrike" baseline="0" dirty="0">
              <a:solidFill>
                <a:srgbClr val="333333"/>
              </a:solidFill>
              <a:latin typeface="Times New Roman" panose="02020603050405020304" pitchFamily="18" charset="0"/>
              <a:cs typeface="Times New Roman" panose="02020603050405020304" pitchFamily="18" charset="0"/>
            </a:endParaRPr>
          </a:p>
          <a:p>
            <a:pPr algn="l"/>
            <a:endParaRPr lang="en-IN"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D1347A37-ACE6-90D5-338C-F90087715C4D}"/>
              </a:ext>
            </a:extLst>
          </p:cNvPr>
          <p:cNvSpPr>
            <a:spLocks noGrp="1"/>
          </p:cNvSpPr>
          <p:nvPr>
            <p:ph type="title"/>
          </p:nvPr>
        </p:nvSpPr>
        <p:spPr>
          <a:xfrm>
            <a:off x="838200" y="88031"/>
            <a:ext cx="10515600" cy="909493"/>
          </a:xfrm>
        </p:spPr>
        <p:txBody>
          <a:bodyPr/>
          <a:lstStyle/>
          <a:p>
            <a:r>
              <a:rPr lang="en-US" dirty="0"/>
              <a:t>Human Learning</a:t>
            </a:r>
            <a:endParaRPr lang="en-IN" dirty="0"/>
          </a:p>
        </p:txBody>
      </p:sp>
    </p:spTree>
    <p:extLst>
      <p:ext uri="{BB962C8B-B14F-4D97-AF65-F5344CB8AC3E}">
        <p14:creationId xmlns:p14="http://schemas.microsoft.com/office/powerpoint/2010/main" val="9991989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694DA-AE84-088B-FC2A-9E3ADBD6149B}"/>
              </a:ext>
            </a:extLst>
          </p:cNvPr>
          <p:cNvSpPr>
            <a:spLocks noGrp="1"/>
          </p:cNvSpPr>
          <p:nvPr>
            <p:ph type="title"/>
          </p:nvPr>
        </p:nvSpPr>
        <p:spPr>
          <a:xfrm>
            <a:off x="130629" y="97971"/>
            <a:ext cx="11814392" cy="909493"/>
          </a:xfrm>
        </p:spPr>
        <p:txBody>
          <a:bodyPr>
            <a:normAutofit/>
          </a:bodyPr>
          <a:lstStyle/>
          <a:p>
            <a:r>
              <a:rPr lang="en-IN" sz="4000" dirty="0">
                <a:solidFill>
                  <a:srgbClr val="404040"/>
                </a:solidFill>
                <a:latin typeface="Times New Roman" panose="02020603050405020304" pitchFamily="18" charset="0"/>
                <a:cs typeface="Times New Roman" panose="02020603050405020304" pitchFamily="18" charset="0"/>
              </a:rPr>
              <a:t>TYPES OF HUMAN LEARNING</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D532A10-B67F-50CD-185C-6924EE891D86}"/>
              </a:ext>
            </a:extLst>
          </p:cNvPr>
          <p:cNvSpPr>
            <a:spLocks noGrp="1"/>
          </p:cNvSpPr>
          <p:nvPr>
            <p:ph idx="1"/>
          </p:nvPr>
        </p:nvSpPr>
        <p:spPr>
          <a:xfrm>
            <a:off x="228604" y="1256849"/>
            <a:ext cx="11625943" cy="4930054"/>
          </a:xfrm>
        </p:spPr>
        <p:txBody>
          <a:bodyPr>
            <a:noAutofit/>
          </a:bodyPr>
          <a:lstStyle/>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Thinking intuitively, human learning happens in one of the three ways – </a:t>
            </a:r>
          </a:p>
          <a:p>
            <a:pPr marL="457200" indent="-457200" algn="l">
              <a:buFont typeface="+mj-lt"/>
              <a:buAutoNum type="arabicPeriod"/>
            </a:pPr>
            <a:r>
              <a:rPr lang="en-US" b="0" i="0" u="none" strike="noStrike" baseline="0" dirty="0">
                <a:solidFill>
                  <a:srgbClr val="333333"/>
                </a:solidFill>
                <a:latin typeface="Times New Roman" panose="02020603050405020304" pitchFamily="18" charset="0"/>
                <a:cs typeface="Times New Roman" panose="02020603050405020304" pitchFamily="18" charset="0"/>
              </a:rPr>
              <a:t>Expert Guidance Learning - somebody who is an expert in the subject directly teaches us</a:t>
            </a:r>
            <a:endParaRPr lang="en-US" dirty="0">
              <a:solidFill>
                <a:srgbClr val="333333"/>
              </a:solidFill>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Learning at different stages of life - Infant, School, College, University, Work place </a:t>
            </a:r>
            <a:endParaRPr lang="en-US" b="0" i="0" u="none" strike="noStrike" baseline="0" dirty="0">
              <a:solidFill>
                <a:srgbClr val="333333"/>
              </a:solidFill>
              <a:latin typeface="Times New Roman" panose="02020603050405020304" pitchFamily="18" charset="0"/>
              <a:cs typeface="Times New Roman" panose="02020603050405020304" pitchFamily="18" charset="0"/>
            </a:endParaRPr>
          </a:p>
          <a:p>
            <a:pPr marL="457200" indent="-457200" algn="l">
              <a:buFont typeface="+mj-lt"/>
              <a:buAutoNum type="arabicPeriod"/>
            </a:pPr>
            <a:r>
              <a:rPr lang="en-US" b="0" i="0" u="none" strike="noStrike" baseline="0" dirty="0">
                <a:solidFill>
                  <a:srgbClr val="333333"/>
                </a:solidFill>
                <a:latin typeface="Times New Roman" panose="02020603050405020304" pitchFamily="18" charset="0"/>
                <a:cs typeface="Times New Roman" panose="02020603050405020304" pitchFamily="18" charset="0"/>
              </a:rPr>
              <a:t>Knowledge Gained Learning - we build our own notion indirectly based on what we have learnt from the expert in the past</a:t>
            </a:r>
          </a:p>
          <a:p>
            <a:pPr lvl="1"/>
            <a:r>
              <a:rPr lang="en-IN" b="0" i="0" u="none" strike="noStrike" baseline="0" dirty="0">
                <a:solidFill>
                  <a:srgbClr val="333333"/>
                </a:solidFill>
                <a:latin typeface="Times New Roman" panose="02020603050405020304" pitchFamily="18" charset="0"/>
                <a:cs typeface="Times New Roman" panose="02020603050405020304" pitchFamily="18" charset="0"/>
              </a:rPr>
              <a:t>It is some </a:t>
            </a:r>
            <a:r>
              <a:rPr lang="en-US" b="0" i="0" u="none" strike="noStrike" baseline="0" dirty="0">
                <a:solidFill>
                  <a:srgbClr val="333333"/>
                </a:solidFill>
                <a:latin typeface="Times New Roman" panose="02020603050405020304" pitchFamily="18" charset="0"/>
                <a:cs typeface="Times New Roman" panose="02020603050405020304" pitchFamily="18" charset="0"/>
              </a:rPr>
              <a:t>past information shared on some different context, which is used as a learning to make decisions.</a:t>
            </a:r>
          </a:p>
          <a:p>
            <a:pPr marL="457200" indent="-457200" algn="l">
              <a:buFont typeface="+mj-lt"/>
              <a:buAutoNum type="arabicPeriod"/>
            </a:pPr>
            <a:r>
              <a:rPr lang="en-US" b="0" i="0" u="none" strike="noStrike" baseline="0" dirty="0">
                <a:solidFill>
                  <a:srgbClr val="333333"/>
                </a:solidFill>
                <a:latin typeface="Times New Roman" panose="02020603050405020304" pitchFamily="18" charset="0"/>
                <a:cs typeface="Times New Roman" panose="02020603050405020304" pitchFamily="18" charset="0"/>
              </a:rPr>
              <a:t>Self learning - we do it ourselves, may be after multiple attempts, some being unsuccessful. </a:t>
            </a:r>
          </a:p>
          <a:p>
            <a:pPr lvl="1"/>
            <a:r>
              <a:rPr lang="en-US" dirty="0">
                <a:solidFill>
                  <a:srgbClr val="333333"/>
                </a:solidFill>
                <a:latin typeface="Times New Roman" panose="02020603050405020304" pitchFamily="18" charset="0"/>
                <a:cs typeface="Times New Roman" panose="02020603050405020304" pitchFamily="18" charset="0"/>
              </a:rPr>
              <a:t>Baby starts walking, learning by mistakes, things to do and not to do</a:t>
            </a:r>
            <a:endParaRPr lang="en-US" b="0" i="0" u="none" strike="noStrike" baseline="0" dirty="0">
              <a:solidFill>
                <a:srgbClr val="333333"/>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5793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C9954-C5C6-9A6F-5268-50D0C4440C89}"/>
              </a:ext>
            </a:extLst>
          </p:cNvPr>
          <p:cNvSpPr>
            <a:spLocks noGrp="1"/>
          </p:cNvSpPr>
          <p:nvPr>
            <p:ph type="title"/>
          </p:nvPr>
        </p:nvSpPr>
        <p:spPr/>
        <p:txBody>
          <a:bodyPr/>
          <a:lstStyle/>
          <a:p>
            <a:r>
              <a:rPr lang="en-US" dirty="0"/>
              <a:t>Machine Learning</a:t>
            </a:r>
            <a:endParaRPr lang="en-IN" dirty="0"/>
          </a:p>
        </p:txBody>
      </p:sp>
      <p:sp>
        <p:nvSpPr>
          <p:cNvPr id="3" name="Content Placeholder 2">
            <a:extLst>
              <a:ext uri="{FF2B5EF4-FFF2-40B4-BE49-F238E27FC236}">
                <a16:creationId xmlns:a16="http://schemas.microsoft.com/office/drawing/2014/main" id="{DC40A3CF-B689-8BA3-EABC-F8B75D512CAD}"/>
              </a:ext>
            </a:extLst>
          </p:cNvPr>
          <p:cNvSpPr>
            <a:spLocks noGrp="1"/>
          </p:cNvSpPr>
          <p:nvPr>
            <p:ph idx="1"/>
          </p:nvPr>
        </p:nvSpPr>
        <p:spPr>
          <a:xfrm>
            <a:off x="152399" y="1246909"/>
            <a:ext cx="11873345" cy="5523060"/>
          </a:xfrm>
        </p:spPr>
        <p:txBody>
          <a:bodyPr>
            <a:normAutofit/>
          </a:bodyPr>
          <a:lstStyle/>
          <a:p>
            <a:pPr algn="l"/>
            <a:r>
              <a:rPr lang="en-IN" b="0" i="0" u="none" strike="noStrike" baseline="0" dirty="0">
                <a:solidFill>
                  <a:srgbClr val="333333"/>
                </a:solidFill>
                <a:latin typeface="Times New Roman" panose="02020603050405020304" pitchFamily="18" charset="0"/>
                <a:cs typeface="Times New Roman" panose="02020603050405020304" pitchFamily="18" charset="0"/>
              </a:rPr>
              <a:t>Professor Tom M. </a:t>
            </a:r>
            <a:r>
              <a:rPr lang="en-US" b="0" i="0" u="none" strike="noStrike" baseline="0" dirty="0">
                <a:solidFill>
                  <a:srgbClr val="333333"/>
                </a:solidFill>
                <a:latin typeface="Times New Roman" panose="02020603050405020304" pitchFamily="18" charset="0"/>
                <a:cs typeface="Times New Roman" panose="02020603050405020304" pitchFamily="18" charset="0"/>
              </a:rPr>
              <a:t>Mitchell has defined machine learning as</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 </a:t>
            </a:r>
            <a:r>
              <a:rPr lang="en-US" b="1" i="0" u="none" strike="noStrike" baseline="0" dirty="0">
                <a:solidFill>
                  <a:srgbClr val="333333"/>
                </a:solidFill>
                <a:latin typeface="Times New Roman" panose="02020603050405020304" pitchFamily="18" charset="0"/>
                <a:cs typeface="Times New Roman" panose="02020603050405020304" pitchFamily="18" charset="0"/>
              </a:rPr>
              <a:t>‘A computer program is said to learn from experience E with respect to some class of tasks T and performance measure P, if its performance at tasks in T, as measured by P, improves with experience E.’</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It means that a machine can learn if it is able to gather experience by doing a certain task and improve its performance in doing the similar tasks in the future. </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Past experience here, means past data related to the task, which is the input to the </a:t>
            </a:r>
            <a:r>
              <a:rPr lang="en-IN" b="0" i="0" u="none" strike="noStrike" baseline="0" dirty="0">
                <a:solidFill>
                  <a:srgbClr val="333333"/>
                </a:solidFill>
                <a:latin typeface="Times New Roman" panose="02020603050405020304" pitchFamily="18" charset="0"/>
                <a:cs typeface="Times New Roman" panose="02020603050405020304" pitchFamily="18" charset="0"/>
              </a:rPr>
              <a:t>machine from some source.</a:t>
            </a:r>
          </a:p>
          <a:p>
            <a:pPr algn="l"/>
            <a:r>
              <a:rPr lang="en-IN" sz="2600" b="0" i="0" u="none" strike="noStrike" baseline="0" dirty="0">
                <a:solidFill>
                  <a:srgbClr val="333333"/>
                </a:solidFill>
                <a:latin typeface="Times New Roman" panose="02020603050405020304" pitchFamily="18" charset="0"/>
                <a:cs typeface="Times New Roman" panose="02020603050405020304" pitchFamily="18" charset="0"/>
              </a:rPr>
              <a:t>Example: In</a:t>
            </a:r>
            <a:r>
              <a:rPr lang="en-US" sz="2600" b="0" i="0" u="none" strike="noStrike" baseline="0" dirty="0">
                <a:solidFill>
                  <a:srgbClr val="333333"/>
                </a:solidFill>
                <a:latin typeface="Times New Roman" panose="02020603050405020304" pitchFamily="18" charset="0"/>
                <a:cs typeface="Times New Roman" panose="02020603050405020304" pitchFamily="18" charset="0"/>
              </a:rPr>
              <a:t> image classification, E represents the past data with images having labels or assigned classes like image is of a class cat or a class dog or a class elephant etc., T is the task of assigning class to new, unlabeled images and P is the performance measure indicated by the percentage of </a:t>
            </a:r>
            <a:r>
              <a:rPr lang="en-IN" sz="2600" b="0" i="0" u="none" strike="noStrike" baseline="0" dirty="0">
                <a:solidFill>
                  <a:srgbClr val="333333"/>
                </a:solidFill>
                <a:latin typeface="Times New Roman" panose="02020603050405020304" pitchFamily="18" charset="0"/>
                <a:cs typeface="Times New Roman" panose="02020603050405020304" pitchFamily="18" charset="0"/>
              </a:rPr>
              <a:t>images correctly classified.</a:t>
            </a:r>
            <a:endParaRPr lang="en-IN" sz="3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69783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9081E-585C-6E9B-8EA2-570C8D8018CD}"/>
              </a:ext>
            </a:extLst>
          </p:cNvPr>
          <p:cNvSpPr>
            <a:spLocks noGrp="1"/>
          </p:cNvSpPr>
          <p:nvPr>
            <p:ph type="title"/>
          </p:nvPr>
        </p:nvSpPr>
        <p:spPr/>
        <p:txBody>
          <a:bodyPr/>
          <a:lstStyle/>
          <a:p>
            <a:r>
              <a:rPr lang="en-US" dirty="0"/>
              <a:t>How Machines Learn?</a:t>
            </a:r>
            <a:endParaRPr lang="en-IN" dirty="0"/>
          </a:p>
        </p:txBody>
      </p:sp>
      <p:sp>
        <p:nvSpPr>
          <p:cNvPr id="3" name="Content Placeholder 2">
            <a:extLst>
              <a:ext uri="{FF2B5EF4-FFF2-40B4-BE49-F238E27FC236}">
                <a16:creationId xmlns:a16="http://schemas.microsoft.com/office/drawing/2014/main" id="{C6AD9AA6-DF79-5F95-DB50-F5ED8BA5D422}"/>
              </a:ext>
            </a:extLst>
          </p:cNvPr>
          <p:cNvSpPr>
            <a:spLocks noGrp="1"/>
          </p:cNvSpPr>
          <p:nvPr>
            <p:ph idx="1"/>
          </p:nvPr>
        </p:nvSpPr>
        <p:spPr/>
        <p:txBody>
          <a:bodyPr>
            <a:normAutofit/>
          </a:bodyPr>
          <a:lstStyle/>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The basic machine learning process can be divided into three </a:t>
            </a:r>
            <a:r>
              <a:rPr lang="en-IN" b="0" i="0" u="none" strike="noStrike" baseline="0" dirty="0">
                <a:solidFill>
                  <a:srgbClr val="333333"/>
                </a:solidFill>
                <a:latin typeface="Times New Roman" panose="02020603050405020304" pitchFamily="18" charset="0"/>
                <a:cs typeface="Times New Roman" panose="02020603050405020304" pitchFamily="18" charset="0"/>
              </a:rPr>
              <a:t>parts</a:t>
            </a:r>
            <a:r>
              <a:rPr lang="en-IN" dirty="0">
                <a:solidFill>
                  <a:srgbClr val="333333"/>
                </a:solidFill>
                <a:latin typeface="Times New Roman" panose="02020603050405020304" pitchFamily="18" charset="0"/>
                <a:cs typeface="Times New Roman" panose="02020603050405020304" pitchFamily="18" charset="0"/>
              </a:rPr>
              <a:t>:</a:t>
            </a:r>
            <a:endParaRPr lang="en-IN" b="0" i="0" u="none" strike="noStrike" baseline="0" dirty="0">
              <a:solidFill>
                <a:srgbClr val="333333"/>
              </a:solidFill>
              <a:latin typeface="Times New Roman" panose="02020603050405020304" pitchFamily="18" charset="0"/>
              <a:cs typeface="Times New Roman" panose="02020603050405020304" pitchFamily="18" charset="0"/>
            </a:endParaRPr>
          </a:p>
          <a:p>
            <a:pPr marL="457200" indent="-457200" algn="l">
              <a:buFont typeface="+mj-lt"/>
              <a:buAutoNum type="arabicPeriod"/>
            </a:pPr>
            <a:r>
              <a:rPr lang="en-US" b="1" i="0" u="none" strike="noStrike" baseline="0" dirty="0">
                <a:solidFill>
                  <a:srgbClr val="333333"/>
                </a:solidFill>
                <a:latin typeface="Times New Roman" panose="02020603050405020304" pitchFamily="18" charset="0"/>
                <a:cs typeface="Times New Roman" panose="02020603050405020304" pitchFamily="18" charset="0"/>
              </a:rPr>
              <a:t>Data Input: </a:t>
            </a:r>
            <a:r>
              <a:rPr lang="en-US" b="0" i="0" u="none" strike="noStrike" baseline="0" dirty="0">
                <a:solidFill>
                  <a:srgbClr val="333333"/>
                </a:solidFill>
                <a:latin typeface="Times New Roman" panose="02020603050405020304" pitchFamily="18" charset="0"/>
                <a:cs typeface="Times New Roman" panose="02020603050405020304" pitchFamily="18" charset="0"/>
              </a:rPr>
              <a:t>Past data or information is utilized as a basis for future </a:t>
            </a:r>
            <a:r>
              <a:rPr lang="en-IN" b="0" i="0" u="none" strike="noStrike" baseline="0" dirty="0">
                <a:solidFill>
                  <a:srgbClr val="333333"/>
                </a:solidFill>
                <a:latin typeface="Times New Roman" panose="02020603050405020304" pitchFamily="18" charset="0"/>
                <a:cs typeface="Times New Roman" panose="02020603050405020304" pitchFamily="18" charset="0"/>
              </a:rPr>
              <a:t>decision-making</a:t>
            </a:r>
          </a:p>
          <a:p>
            <a:pPr marL="457200" indent="-457200" algn="l">
              <a:buFont typeface="+mj-lt"/>
              <a:buAutoNum type="arabicPeriod"/>
            </a:pPr>
            <a:r>
              <a:rPr lang="en-US" b="1" i="0" u="none" strike="noStrike" baseline="0" dirty="0">
                <a:solidFill>
                  <a:srgbClr val="333333"/>
                </a:solidFill>
                <a:latin typeface="Times New Roman" panose="02020603050405020304" pitchFamily="18" charset="0"/>
                <a:cs typeface="Times New Roman" panose="02020603050405020304" pitchFamily="18" charset="0"/>
              </a:rPr>
              <a:t>Abstraction: </a:t>
            </a:r>
            <a:r>
              <a:rPr lang="en-US" b="0" i="0" u="none" strike="noStrike" baseline="0" dirty="0">
                <a:solidFill>
                  <a:srgbClr val="333333"/>
                </a:solidFill>
                <a:latin typeface="Times New Roman" panose="02020603050405020304" pitchFamily="18" charset="0"/>
                <a:cs typeface="Times New Roman" panose="02020603050405020304" pitchFamily="18" charset="0"/>
              </a:rPr>
              <a:t>The input data is represented in a broader way through the </a:t>
            </a:r>
            <a:r>
              <a:rPr lang="en-IN" b="0" i="0" u="none" strike="noStrike" baseline="0" dirty="0">
                <a:solidFill>
                  <a:srgbClr val="333333"/>
                </a:solidFill>
                <a:latin typeface="Times New Roman" panose="02020603050405020304" pitchFamily="18" charset="0"/>
                <a:cs typeface="Times New Roman" panose="02020603050405020304" pitchFamily="18" charset="0"/>
              </a:rPr>
              <a:t>underlying algorithm</a:t>
            </a:r>
          </a:p>
          <a:p>
            <a:pPr marL="457200" indent="-457200" algn="l">
              <a:buFont typeface="+mj-lt"/>
              <a:buAutoNum type="arabicPeriod"/>
            </a:pPr>
            <a:r>
              <a:rPr lang="en-US" b="1" i="0" u="none" strike="noStrike" baseline="0" dirty="0">
                <a:solidFill>
                  <a:srgbClr val="333333"/>
                </a:solidFill>
                <a:latin typeface="Times New Roman" panose="02020603050405020304" pitchFamily="18" charset="0"/>
                <a:cs typeface="Times New Roman" panose="02020603050405020304" pitchFamily="18" charset="0"/>
              </a:rPr>
              <a:t>Generalization: </a:t>
            </a:r>
            <a:r>
              <a:rPr lang="en-US" b="0" i="0" u="none" strike="noStrike" baseline="0" dirty="0">
                <a:solidFill>
                  <a:srgbClr val="333333"/>
                </a:solidFill>
                <a:latin typeface="Times New Roman" panose="02020603050405020304" pitchFamily="18" charset="0"/>
                <a:cs typeface="Times New Roman" panose="02020603050405020304" pitchFamily="18" charset="0"/>
              </a:rPr>
              <a:t>The abstracted representation is generalized to form a </a:t>
            </a:r>
            <a:r>
              <a:rPr lang="en-IN" b="0" i="0" u="none" strike="noStrike" baseline="0" dirty="0">
                <a:solidFill>
                  <a:srgbClr val="333333"/>
                </a:solidFill>
                <a:latin typeface="Times New Roman" panose="02020603050405020304" pitchFamily="18" charset="0"/>
                <a:cs typeface="Times New Roman" panose="02020603050405020304" pitchFamily="18" charset="0"/>
              </a:rPr>
              <a:t>framework for making decisions</a:t>
            </a:r>
            <a:endParaRPr lang="en-IN" sz="4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3972706-8587-949B-A1C0-17BD85961B92}"/>
              </a:ext>
            </a:extLst>
          </p:cNvPr>
          <p:cNvPicPr>
            <a:picLocks noChangeAspect="1"/>
          </p:cNvPicPr>
          <p:nvPr/>
        </p:nvPicPr>
        <p:blipFill>
          <a:blip r:embed="rId2"/>
          <a:stretch>
            <a:fillRect/>
          </a:stretch>
        </p:blipFill>
        <p:spPr>
          <a:xfrm>
            <a:off x="1043154" y="4524715"/>
            <a:ext cx="9909301" cy="2280017"/>
          </a:xfrm>
          <a:prstGeom prst="rect">
            <a:avLst/>
          </a:prstGeom>
        </p:spPr>
      </p:pic>
    </p:spTree>
    <p:extLst>
      <p:ext uri="{BB962C8B-B14F-4D97-AF65-F5344CB8AC3E}">
        <p14:creationId xmlns:p14="http://schemas.microsoft.com/office/powerpoint/2010/main" val="1732003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BCD46-1381-1BD5-03F5-5B4CC5384574}"/>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B629D710-3ACF-AF40-8757-437AB2246243}"/>
              </a:ext>
            </a:extLst>
          </p:cNvPr>
          <p:cNvSpPr>
            <a:spLocks noGrp="1"/>
          </p:cNvSpPr>
          <p:nvPr>
            <p:ph idx="1"/>
          </p:nvPr>
        </p:nvSpPr>
        <p:spPr>
          <a:xfrm>
            <a:off x="152399" y="1246909"/>
            <a:ext cx="11873345" cy="5523060"/>
          </a:xfrm>
        </p:spPr>
        <p:txBody>
          <a:bodyPr>
            <a:normAutofit lnSpcReduction="10000"/>
          </a:bodyPr>
          <a:lstStyle/>
          <a:p>
            <a:r>
              <a:rPr lang="en-US" dirty="0">
                <a:latin typeface="Times New Roman" panose="02020603050405020304" pitchFamily="18" charset="0"/>
                <a:cs typeface="Times New Roman" panose="02020603050405020304" pitchFamily="18" charset="0"/>
              </a:rPr>
              <a:t>How does a student learn from book and prepare for Examination?</a:t>
            </a:r>
          </a:p>
          <a:p>
            <a:r>
              <a:rPr lang="en-US" dirty="0">
                <a:latin typeface="Times New Roman" panose="02020603050405020304" pitchFamily="18" charset="0"/>
                <a:cs typeface="Times New Roman" panose="02020603050405020304" pitchFamily="18" charset="0"/>
              </a:rPr>
              <a:t>Memorize or Learn By Heart!!! – possible if the content is limited</a:t>
            </a:r>
          </a:p>
          <a:p>
            <a:r>
              <a:rPr lang="en-US" dirty="0">
                <a:latin typeface="Times New Roman" panose="02020603050405020304" pitchFamily="18" charset="0"/>
                <a:cs typeface="Times New Roman" panose="02020603050405020304" pitchFamily="18" charset="0"/>
              </a:rPr>
              <a:t>If scope becomes broader and examination questions are complex???</a:t>
            </a:r>
          </a:p>
          <a:p>
            <a:pPr algn="l"/>
            <a:r>
              <a:rPr lang="en-IN" b="0" i="0" u="none" strike="noStrike" baseline="0" dirty="0">
                <a:solidFill>
                  <a:srgbClr val="333333"/>
                </a:solidFill>
                <a:latin typeface="Times New Roman" panose="02020603050405020304" pitchFamily="18" charset="0"/>
                <a:cs typeface="Times New Roman" panose="02020603050405020304" pitchFamily="18" charset="0"/>
              </a:rPr>
              <a:t>A better learning strategy needs to be adopted:</a:t>
            </a:r>
          </a:p>
          <a:p>
            <a:pPr marL="457200" indent="-457200" algn="l">
              <a:buFont typeface="+mj-lt"/>
              <a:buAutoNum type="arabicPeriod"/>
            </a:pPr>
            <a:r>
              <a:rPr lang="en-US" b="0" i="0" u="none" strike="noStrike" baseline="0" dirty="0">
                <a:solidFill>
                  <a:srgbClr val="333333"/>
                </a:solidFill>
                <a:latin typeface="Times New Roman" panose="02020603050405020304" pitchFamily="18" charset="0"/>
                <a:cs typeface="Times New Roman" panose="02020603050405020304" pitchFamily="18" charset="0"/>
              </a:rPr>
              <a:t>to be able to deal with the vastness of the subject matter and the related </a:t>
            </a:r>
            <a:r>
              <a:rPr lang="en-IN" b="0" i="0" u="none" strike="noStrike" baseline="0" dirty="0">
                <a:solidFill>
                  <a:srgbClr val="333333"/>
                </a:solidFill>
                <a:latin typeface="Times New Roman" panose="02020603050405020304" pitchFamily="18" charset="0"/>
                <a:cs typeface="Times New Roman" panose="02020603050405020304" pitchFamily="18" charset="0"/>
              </a:rPr>
              <a:t>issues in memorizing it</a:t>
            </a:r>
          </a:p>
          <a:p>
            <a:pPr marL="457200" indent="-457200" algn="l">
              <a:buFont typeface="+mj-lt"/>
              <a:buAutoNum type="arabicPeriod"/>
            </a:pPr>
            <a:r>
              <a:rPr lang="en-US" b="0" i="0" u="none" strike="noStrike" baseline="0" dirty="0">
                <a:solidFill>
                  <a:srgbClr val="333333"/>
                </a:solidFill>
                <a:latin typeface="Times New Roman" panose="02020603050405020304" pitchFamily="18" charset="0"/>
                <a:cs typeface="Times New Roman" panose="02020603050405020304" pitchFamily="18" charset="0"/>
              </a:rPr>
              <a:t>to be able to answer questions where a direct answer has not been learnt</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A Solution is to figure out the key points or ideas amongst a vast pool of knowledge which helps in creating an outline of topics and a conceptual mapping of those outlined topics with the entire knowledge pool.</a:t>
            </a:r>
          </a:p>
          <a:p>
            <a:pPr algn="l"/>
            <a:r>
              <a:rPr lang="en-US" dirty="0">
                <a:solidFill>
                  <a:srgbClr val="333333"/>
                </a:solidFill>
                <a:latin typeface="Times New Roman" panose="02020603050405020304" pitchFamily="18" charset="0"/>
                <a:cs typeface="Times New Roman" panose="02020603050405020304" pitchFamily="18" charset="0"/>
              </a:rPr>
              <a:t>Example: A Transportation system – different modes and different vehicles for those modes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7035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2BC48-364E-A696-8015-038677CCD8D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1DB2AE2-BEC4-9441-AD15-B5983105C28B}"/>
              </a:ext>
            </a:extLst>
          </p:cNvPr>
          <p:cNvSpPr>
            <a:spLocks noGrp="1"/>
          </p:cNvSpPr>
          <p:nvPr>
            <p:ph idx="1"/>
          </p:nvPr>
        </p:nvSpPr>
        <p:spPr/>
        <p:txBody>
          <a:bodyPr/>
          <a:lstStyle/>
          <a:p>
            <a:r>
              <a:rPr lang="en-US" dirty="0"/>
              <a:t>Data Input – Transportation systems</a:t>
            </a:r>
          </a:p>
          <a:p>
            <a:r>
              <a:rPr lang="en-US" dirty="0"/>
              <a:t>Abstraction – categorization as </a:t>
            </a:r>
            <a:r>
              <a:rPr lang="en-US" dirty="0" err="1"/>
              <a:t>landways</a:t>
            </a:r>
            <a:r>
              <a:rPr lang="en-US" dirty="0"/>
              <a:t>, airways, waterway and the characteristics of its respective associated vehicles</a:t>
            </a:r>
          </a:p>
          <a:p>
            <a:r>
              <a:rPr lang="en-US" dirty="0"/>
              <a:t>Generalization – Mapping between transportation system and an unlabeled vehicle or vice versa </a:t>
            </a:r>
          </a:p>
          <a:p>
            <a:endParaRPr lang="en-IN" dirty="0"/>
          </a:p>
        </p:txBody>
      </p:sp>
    </p:spTree>
    <p:extLst>
      <p:ext uri="{BB962C8B-B14F-4D97-AF65-F5344CB8AC3E}">
        <p14:creationId xmlns:p14="http://schemas.microsoft.com/office/powerpoint/2010/main" val="36420800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25B8B-F8C7-F7D9-4E13-04D9E270CF98}"/>
              </a:ext>
            </a:extLst>
          </p:cNvPr>
          <p:cNvSpPr>
            <a:spLocks noGrp="1"/>
          </p:cNvSpPr>
          <p:nvPr>
            <p:ph type="title"/>
          </p:nvPr>
        </p:nvSpPr>
        <p:spPr>
          <a:xfrm>
            <a:off x="380992" y="88031"/>
            <a:ext cx="10515600" cy="909493"/>
          </a:xfrm>
        </p:spPr>
        <p:txBody>
          <a:bodyPr>
            <a:normAutofit/>
          </a:bodyPr>
          <a:lstStyle/>
          <a:p>
            <a:r>
              <a:rPr lang="en-IN" dirty="0">
                <a:solidFill>
                  <a:srgbClr val="404040"/>
                </a:solidFill>
                <a:latin typeface="Times New Roman" panose="02020603050405020304" pitchFamily="18" charset="0"/>
                <a:cs typeface="Times New Roman" panose="02020603050405020304" pitchFamily="18" charset="0"/>
              </a:rPr>
              <a:t>Abstraction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137B1C8-A7A4-0111-453D-B3745165F786}"/>
              </a:ext>
            </a:extLst>
          </p:cNvPr>
          <p:cNvSpPr>
            <a:spLocks noGrp="1"/>
          </p:cNvSpPr>
          <p:nvPr>
            <p:ph idx="1"/>
          </p:nvPr>
        </p:nvSpPr>
        <p:spPr/>
        <p:txBody>
          <a:bodyPr>
            <a:noAutofit/>
          </a:bodyPr>
          <a:lstStyle/>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During the machine learning process, knowledge is fed in the form of input data, but the data cannot be used in the original shape and form. </a:t>
            </a:r>
          </a:p>
          <a:p>
            <a:pPr algn="l"/>
            <a:r>
              <a:rPr lang="en-US" dirty="0">
                <a:solidFill>
                  <a:srgbClr val="333333"/>
                </a:solidFill>
                <a:latin typeface="Times New Roman" panose="02020603050405020304" pitchFamily="18" charset="0"/>
                <a:cs typeface="Times New Roman" panose="02020603050405020304" pitchFamily="18" charset="0"/>
              </a:rPr>
              <a:t>A</a:t>
            </a:r>
            <a:r>
              <a:rPr lang="en-US" b="0" i="0" u="none" strike="noStrike" baseline="0" dirty="0">
                <a:solidFill>
                  <a:srgbClr val="333333"/>
                </a:solidFill>
                <a:latin typeface="Times New Roman" panose="02020603050405020304" pitchFamily="18" charset="0"/>
                <a:cs typeface="Times New Roman" panose="02020603050405020304" pitchFamily="18" charset="0"/>
              </a:rPr>
              <a:t>bstraction helps in deriving a conceptual map based on the input data. </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This map, or a </a:t>
            </a:r>
            <a:r>
              <a:rPr lang="en-US" b="1" i="0" u="none" strike="noStrike" baseline="0" dirty="0">
                <a:solidFill>
                  <a:srgbClr val="333333"/>
                </a:solidFill>
                <a:latin typeface="Times New Roman" panose="02020603050405020304" pitchFamily="18" charset="0"/>
                <a:cs typeface="Times New Roman" panose="02020603050405020304" pitchFamily="18" charset="0"/>
              </a:rPr>
              <a:t>model </a:t>
            </a:r>
            <a:r>
              <a:rPr lang="en-US" b="0" i="0" u="none" strike="noStrike" baseline="0" dirty="0">
                <a:solidFill>
                  <a:srgbClr val="333333"/>
                </a:solidFill>
                <a:latin typeface="Times New Roman" panose="02020603050405020304" pitchFamily="18" charset="0"/>
                <a:cs typeface="Times New Roman" panose="02020603050405020304" pitchFamily="18" charset="0"/>
              </a:rPr>
              <a:t>as it is known in the machine learning paradigm, is summarized knowledge representation of the raw data. </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The model may be in any one of the following </a:t>
            </a:r>
            <a:r>
              <a:rPr lang="en-IN" b="0" i="0" u="none" strike="noStrike" baseline="0" dirty="0">
                <a:solidFill>
                  <a:srgbClr val="333333"/>
                </a:solidFill>
                <a:latin typeface="Times New Roman" panose="02020603050405020304" pitchFamily="18" charset="0"/>
                <a:cs typeface="Times New Roman" panose="02020603050405020304" pitchFamily="18" charset="0"/>
              </a:rPr>
              <a:t>forms:</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Computational blocks like if/else rules</a:t>
            </a:r>
          </a:p>
          <a:p>
            <a:pPr algn="l"/>
            <a:r>
              <a:rPr lang="en-IN" b="0" i="0" u="none" strike="noStrike" baseline="0" dirty="0">
                <a:solidFill>
                  <a:srgbClr val="333333"/>
                </a:solidFill>
                <a:latin typeface="Times New Roman" panose="02020603050405020304" pitchFamily="18" charset="0"/>
                <a:cs typeface="Times New Roman" panose="02020603050405020304" pitchFamily="18" charset="0"/>
              </a:rPr>
              <a:t>Mathematical equations</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Specific data structures like trees or graphs</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Logical groupings of similar observations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04041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2BAFCB-B9F6-B888-C64F-EE6B0888F01B}"/>
              </a:ext>
            </a:extLst>
          </p:cNvPr>
          <p:cNvSpPr>
            <a:spLocks noGrp="1"/>
          </p:cNvSpPr>
          <p:nvPr>
            <p:ph idx="1"/>
          </p:nvPr>
        </p:nvSpPr>
        <p:spPr>
          <a:xfrm>
            <a:off x="1" y="299545"/>
            <a:ext cx="12192000" cy="5877418"/>
          </a:xfrm>
        </p:spPr>
        <p:txBody>
          <a:bodyPr>
            <a:noAutofit/>
          </a:bodyPr>
          <a:lstStyle/>
          <a:p>
            <a:pPr algn="l"/>
            <a:r>
              <a:rPr lang="en-US" sz="3200" b="0" i="0" u="none" strike="noStrike" baseline="0" dirty="0">
                <a:solidFill>
                  <a:srgbClr val="333333"/>
                </a:solidFill>
                <a:latin typeface="Times New Roman" panose="02020603050405020304" pitchFamily="18" charset="0"/>
                <a:cs typeface="Times New Roman" panose="02020603050405020304" pitchFamily="18" charset="0"/>
              </a:rPr>
              <a:t>The choice of the model used to solve a specific learning problem is a human task. </a:t>
            </a:r>
          </a:p>
          <a:p>
            <a:pPr algn="l"/>
            <a:r>
              <a:rPr lang="en-US" sz="3200" b="0" i="0" u="none" strike="noStrike" baseline="0" dirty="0">
                <a:solidFill>
                  <a:srgbClr val="333333"/>
                </a:solidFill>
                <a:latin typeface="Times New Roman" panose="02020603050405020304" pitchFamily="18" charset="0"/>
                <a:cs typeface="Times New Roman" panose="02020603050405020304" pitchFamily="18" charset="0"/>
              </a:rPr>
              <a:t>The decision related to the choice of model is taken based on multiple aspects, some of which are </a:t>
            </a:r>
            <a:r>
              <a:rPr lang="en-IN" sz="3200" b="0" i="0" u="none" strike="noStrike" baseline="0" dirty="0">
                <a:solidFill>
                  <a:srgbClr val="333333"/>
                </a:solidFill>
                <a:latin typeface="Times New Roman" panose="02020603050405020304" pitchFamily="18" charset="0"/>
                <a:cs typeface="Times New Roman" panose="02020603050405020304" pitchFamily="18" charset="0"/>
              </a:rPr>
              <a:t>listed below:</a:t>
            </a:r>
          </a:p>
          <a:p>
            <a:pPr lvl="1"/>
            <a:r>
              <a:rPr lang="en-US" sz="2800" b="1" i="0" u="none" strike="noStrike" baseline="0" dirty="0">
                <a:solidFill>
                  <a:srgbClr val="333333"/>
                </a:solidFill>
                <a:latin typeface="Times New Roman" panose="02020603050405020304" pitchFamily="18" charset="0"/>
                <a:cs typeface="Times New Roman" panose="02020603050405020304" pitchFamily="18" charset="0"/>
              </a:rPr>
              <a:t>The type of problem to be solved</a:t>
            </a:r>
            <a:r>
              <a:rPr lang="en-US" sz="2800" b="0" i="0" u="none" strike="noStrike" baseline="0" dirty="0">
                <a:solidFill>
                  <a:srgbClr val="333333"/>
                </a:solidFill>
                <a:latin typeface="Times New Roman" panose="02020603050405020304" pitchFamily="18" charset="0"/>
                <a:cs typeface="Times New Roman" panose="02020603050405020304" pitchFamily="18" charset="0"/>
              </a:rPr>
              <a:t>: Whether the problem is related to forecast or prediction, analysis of trend, understanding the different segments or </a:t>
            </a:r>
            <a:r>
              <a:rPr lang="en-IN" sz="2800" b="0" i="0" u="none" strike="noStrike" baseline="0" dirty="0">
                <a:solidFill>
                  <a:srgbClr val="333333"/>
                </a:solidFill>
                <a:latin typeface="Times New Roman" panose="02020603050405020304" pitchFamily="18" charset="0"/>
                <a:cs typeface="Times New Roman" panose="02020603050405020304" pitchFamily="18" charset="0"/>
              </a:rPr>
              <a:t>groups of objects, etc.</a:t>
            </a:r>
          </a:p>
          <a:p>
            <a:pPr lvl="1"/>
            <a:r>
              <a:rPr lang="en-US" sz="2800" b="1" i="0" u="none" strike="noStrike" baseline="0" dirty="0">
                <a:solidFill>
                  <a:srgbClr val="333333"/>
                </a:solidFill>
                <a:latin typeface="Times New Roman" panose="02020603050405020304" pitchFamily="18" charset="0"/>
                <a:cs typeface="Times New Roman" panose="02020603050405020304" pitchFamily="18" charset="0"/>
              </a:rPr>
              <a:t>Nature of the input data</a:t>
            </a:r>
            <a:r>
              <a:rPr lang="en-US" sz="2800" b="0" i="0" u="none" strike="noStrike" baseline="0" dirty="0">
                <a:solidFill>
                  <a:srgbClr val="333333"/>
                </a:solidFill>
                <a:latin typeface="Times New Roman" panose="02020603050405020304" pitchFamily="18" charset="0"/>
                <a:cs typeface="Times New Roman" panose="02020603050405020304" pitchFamily="18" charset="0"/>
              </a:rPr>
              <a:t>: How exhaustive the input data is, whether the data has no values for many fields, the data types, etc.</a:t>
            </a:r>
          </a:p>
          <a:p>
            <a:pPr lvl="1"/>
            <a:r>
              <a:rPr lang="en-US" sz="2800" b="1" i="0" u="none" strike="noStrike" baseline="0" dirty="0">
                <a:solidFill>
                  <a:srgbClr val="333333"/>
                </a:solidFill>
                <a:latin typeface="Times New Roman" panose="02020603050405020304" pitchFamily="18" charset="0"/>
                <a:cs typeface="Times New Roman" panose="02020603050405020304" pitchFamily="18" charset="0"/>
              </a:rPr>
              <a:t>Domain of the problem</a:t>
            </a:r>
            <a:r>
              <a:rPr lang="en-US" sz="2800" b="0" i="0" u="none" strike="noStrike" baseline="0" dirty="0">
                <a:solidFill>
                  <a:srgbClr val="333333"/>
                </a:solidFill>
                <a:latin typeface="Times New Roman" panose="02020603050405020304" pitchFamily="18" charset="0"/>
                <a:cs typeface="Times New Roman" panose="02020603050405020304" pitchFamily="18" charset="0"/>
              </a:rPr>
              <a:t>: If the problem is in a business critical domain with a high rate of data input and need for immediate inference, e.g. fraud detection </a:t>
            </a:r>
            <a:r>
              <a:rPr lang="en-IN" sz="2800" b="0" i="0" u="none" strike="noStrike" baseline="0" dirty="0">
                <a:solidFill>
                  <a:srgbClr val="333333"/>
                </a:solidFill>
                <a:latin typeface="Times New Roman" panose="02020603050405020304" pitchFamily="18" charset="0"/>
                <a:cs typeface="Times New Roman" panose="02020603050405020304" pitchFamily="18" charset="0"/>
              </a:rPr>
              <a:t>problem in banking domain.</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23673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0E450A-FC13-8749-C45C-53462A35AF99}"/>
              </a:ext>
            </a:extLst>
          </p:cNvPr>
          <p:cNvSpPr>
            <a:spLocks noGrp="1"/>
          </p:cNvSpPr>
          <p:nvPr>
            <p:ph idx="1"/>
          </p:nvPr>
        </p:nvSpPr>
        <p:spPr>
          <a:xfrm>
            <a:off x="152399" y="315310"/>
            <a:ext cx="11873345" cy="5861653"/>
          </a:xfrm>
        </p:spPr>
        <p:txBody>
          <a:bodyPr>
            <a:noAutofit/>
          </a:bodyPr>
          <a:lstStyle/>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Once the model is chosen, the next task is to fit the model based on the input data. </a:t>
            </a:r>
          </a:p>
          <a:p>
            <a:pPr algn="l"/>
            <a:r>
              <a:rPr lang="en-US" dirty="0">
                <a:solidFill>
                  <a:srgbClr val="333333"/>
                </a:solidFill>
                <a:latin typeface="Times New Roman" panose="02020603050405020304" pitchFamily="18" charset="0"/>
                <a:cs typeface="Times New Roman" panose="02020603050405020304" pitchFamily="18" charset="0"/>
              </a:rPr>
              <a:t>E</a:t>
            </a:r>
            <a:r>
              <a:rPr lang="en-US" b="0" i="0" u="none" strike="noStrike" baseline="0" dirty="0">
                <a:solidFill>
                  <a:srgbClr val="333333"/>
                </a:solidFill>
                <a:latin typeface="Times New Roman" panose="02020603050405020304" pitchFamily="18" charset="0"/>
                <a:cs typeface="Times New Roman" panose="02020603050405020304" pitchFamily="18" charset="0"/>
              </a:rPr>
              <a:t>xample</a:t>
            </a:r>
            <a:r>
              <a:rPr lang="en-US" dirty="0">
                <a:solidFill>
                  <a:srgbClr val="333333"/>
                </a:solidFill>
                <a:latin typeface="Times New Roman" panose="02020603050405020304" pitchFamily="18" charset="0"/>
                <a:cs typeface="Times New Roman" panose="02020603050405020304" pitchFamily="18" charset="0"/>
              </a:rPr>
              <a:t>: </a:t>
            </a:r>
            <a:r>
              <a:rPr lang="en-US" b="0" i="0" u="none" strike="noStrike" baseline="0" dirty="0">
                <a:solidFill>
                  <a:srgbClr val="333333"/>
                </a:solidFill>
                <a:latin typeface="Times New Roman" panose="02020603050405020304" pitchFamily="18" charset="0"/>
                <a:cs typeface="Times New Roman" panose="02020603050405020304" pitchFamily="18" charset="0"/>
              </a:rPr>
              <a:t>In a case where the model is represented by a mathematical equation, say ‘</a:t>
            </a:r>
            <a:r>
              <a:rPr lang="en-US" b="0" i="1" u="none" strike="noStrike" baseline="0" dirty="0">
                <a:solidFill>
                  <a:srgbClr val="333333"/>
                </a:solidFill>
                <a:latin typeface="Times New Roman" panose="02020603050405020304" pitchFamily="18" charset="0"/>
                <a:cs typeface="Times New Roman" panose="02020603050405020304" pitchFamily="18" charset="0"/>
              </a:rPr>
              <a:t>y </a:t>
            </a:r>
            <a:r>
              <a:rPr lang="en-US" b="0" i="0" u="none" strike="noStrike" baseline="0" dirty="0">
                <a:solidFill>
                  <a:srgbClr val="333333"/>
                </a:solidFill>
                <a:latin typeface="Times New Roman" panose="02020603050405020304" pitchFamily="18" charset="0"/>
                <a:cs typeface="Times New Roman" panose="02020603050405020304" pitchFamily="18" charset="0"/>
              </a:rPr>
              <a:t>= </a:t>
            </a:r>
            <a:r>
              <a:rPr lang="en-US" b="0" i="1" u="none" strike="noStrike" baseline="0" dirty="0">
                <a:solidFill>
                  <a:srgbClr val="333333"/>
                </a:solidFill>
                <a:latin typeface="Times New Roman" panose="02020603050405020304" pitchFamily="18" charset="0"/>
                <a:cs typeface="Times New Roman" panose="02020603050405020304" pitchFamily="18" charset="0"/>
              </a:rPr>
              <a:t>c1 </a:t>
            </a:r>
            <a:r>
              <a:rPr lang="en-US" b="0" i="0" u="none" strike="noStrike" baseline="0" dirty="0">
                <a:solidFill>
                  <a:srgbClr val="333333"/>
                </a:solidFill>
                <a:latin typeface="Times New Roman" panose="02020603050405020304" pitchFamily="18" charset="0"/>
                <a:cs typeface="Times New Roman" panose="02020603050405020304" pitchFamily="18" charset="0"/>
              </a:rPr>
              <a:t>+ </a:t>
            </a:r>
            <a:r>
              <a:rPr lang="en-US" b="0" i="1" u="none" strike="noStrike" baseline="0" dirty="0">
                <a:solidFill>
                  <a:srgbClr val="333333"/>
                </a:solidFill>
                <a:latin typeface="Times New Roman" panose="02020603050405020304" pitchFamily="18" charset="0"/>
                <a:cs typeface="Times New Roman" panose="02020603050405020304" pitchFamily="18" charset="0"/>
              </a:rPr>
              <a:t>c2 x</a:t>
            </a:r>
            <a:r>
              <a:rPr lang="en-US" b="0" i="0" u="none" strike="noStrike" baseline="0" dirty="0">
                <a:solidFill>
                  <a:srgbClr val="333333"/>
                </a:solidFill>
                <a:latin typeface="Times New Roman" panose="02020603050405020304" pitchFamily="18" charset="0"/>
                <a:cs typeface="Times New Roman" panose="02020603050405020304" pitchFamily="18" charset="0"/>
              </a:rPr>
              <a:t>’ (the model is known as simple linear regression), based on the input data, we have to find out the values of c1 and c2.</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So, fitting the model, in this case, means finding the values of the unknown coefficients or constants of the equation or the model. </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This process of fitting the model based on the input data is known as training. </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Also, the input data based on which the model is being finalized is known as training data.</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81231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E7300-5729-CEB4-C4D7-85D0917FB18E}"/>
              </a:ext>
            </a:extLst>
          </p:cNvPr>
          <p:cNvSpPr>
            <a:spLocks noGrp="1"/>
          </p:cNvSpPr>
          <p:nvPr>
            <p:ph type="title"/>
          </p:nvPr>
        </p:nvSpPr>
        <p:spPr/>
        <p:txBody>
          <a:bodyPr/>
          <a:lstStyle/>
          <a:p>
            <a:r>
              <a:rPr lang="en-US" dirty="0"/>
              <a:t>Generalization</a:t>
            </a:r>
            <a:endParaRPr lang="en-IN" dirty="0"/>
          </a:p>
        </p:txBody>
      </p:sp>
      <p:sp>
        <p:nvSpPr>
          <p:cNvPr id="3" name="Content Placeholder 2">
            <a:extLst>
              <a:ext uri="{FF2B5EF4-FFF2-40B4-BE49-F238E27FC236}">
                <a16:creationId xmlns:a16="http://schemas.microsoft.com/office/drawing/2014/main" id="{ABE747D8-F94B-07FB-4456-EF2CF4B3340D}"/>
              </a:ext>
            </a:extLst>
          </p:cNvPr>
          <p:cNvSpPr>
            <a:spLocks noGrp="1"/>
          </p:cNvSpPr>
          <p:nvPr>
            <p:ph idx="1"/>
          </p:nvPr>
        </p:nvSpPr>
        <p:spPr/>
        <p:txBody>
          <a:bodyPr>
            <a:noAutofit/>
          </a:bodyPr>
          <a:lstStyle/>
          <a:p>
            <a:r>
              <a:rPr lang="en-US" dirty="0">
                <a:solidFill>
                  <a:srgbClr val="333333"/>
                </a:solidFill>
                <a:latin typeface="Times New Roman" panose="02020603050405020304" pitchFamily="18" charset="0"/>
                <a:cs typeface="Times New Roman" panose="02020603050405020304" pitchFamily="18" charset="0"/>
              </a:rPr>
              <a:t>Generalization is </a:t>
            </a:r>
            <a:r>
              <a:rPr lang="en-US" b="0" i="0" u="none" strike="noStrike" baseline="0" dirty="0">
                <a:solidFill>
                  <a:srgbClr val="333333"/>
                </a:solidFill>
                <a:latin typeface="Times New Roman" panose="02020603050405020304" pitchFamily="18" charset="0"/>
                <a:cs typeface="Times New Roman" panose="02020603050405020304" pitchFamily="18" charset="0"/>
              </a:rPr>
              <a:t>to tune up the abstracted knowledge to a form which can be used to take future decisions. </a:t>
            </a:r>
          </a:p>
          <a:p>
            <a:r>
              <a:rPr lang="en-US" b="0" i="0" u="none" strike="noStrike" baseline="0" dirty="0">
                <a:solidFill>
                  <a:srgbClr val="333333"/>
                </a:solidFill>
                <a:latin typeface="Times New Roman" panose="02020603050405020304" pitchFamily="18" charset="0"/>
                <a:cs typeface="Times New Roman" panose="02020603050405020304" pitchFamily="18" charset="0"/>
              </a:rPr>
              <a:t>This part is quite difficult to achieve, since the model is trained based on a finite set of data, which may possess a limited set of characteristics.</a:t>
            </a:r>
          </a:p>
          <a:p>
            <a:r>
              <a:rPr lang="en-US" b="0" i="0" u="none" strike="noStrike" baseline="0" dirty="0">
                <a:solidFill>
                  <a:srgbClr val="333333"/>
                </a:solidFill>
                <a:latin typeface="Times New Roman" panose="02020603050405020304" pitchFamily="18" charset="0"/>
                <a:cs typeface="Times New Roman" panose="02020603050405020304" pitchFamily="18" charset="0"/>
              </a:rPr>
              <a:t>But when the model is to be applied to take decision on a set of unknown data, usually termed as test data, two problems may occur:</a:t>
            </a:r>
          </a:p>
          <a:p>
            <a:pPr marL="514350" indent="-514350" algn="l">
              <a:buFont typeface="+mj-lt"/>
              <a:buAutoNum type="arabicPeriod"/>
            </a:pPr>
            <a:r>
              <a:rPr lang="en-US" b="0" i="0" u="none" strike="noStrike" baseline="0" dirty="0">
                <a:solidFill>
                  <a:srgbClr val="333333"/>
                </a:solidFill>
                <a:latin typeface="Times New Roman" panose="02020603050405020304" pitchFamily="18" charset="0"/>
                <a:cs typeface="Times New Roman" panose="02020603050405020304" pitchFamily="18" charset="0"/>
              </a:rPr>
              <a:t>The trained model is aligned with the training data too much, hence may not portray the actual trend.</a:t>
            </a:r>
          </a:p>
          <a:p>
            <a:pPr marL="514350" indent="-514350" algn="l">
              <a:buFont typeface="+mj-lt"/>
              <a:buAutoNum type="arabicPeriod"/>
            </a:pPr>
            <a:r>
              <a:rPr lang="en-US" b="0" i="0" u="none" strike="noStrike" baseline="0" dirty="0">
                <a:solidFill>
                  <a:srgbClr val="333333"/>
                </a:solidFill>
                <a:latin typeface="Times New Roman" panose="02020603050405020304" pitchFamily="18" charset="0"/>
                <a:cs typeface="Times New Roman" panose="02020603050405020304" pitchFamily="18" charset="0"/>
              </a:rPr>
              <a:t>The test data possess certain characteristics apparently unknown to the </a:t>
            </a:r>
            <a:r>
              <a:rPr lang="en-IN" b="0" i="0" u="none" strike="noStrike" baseline="0" dirty="0">
                <a:solidFill>
                  <a:srgbClr val="333333"/>
                </a:solidFill>
                <a:latin typeface="Times New Roman" panose="02020603050405020304" pitchFamily="18" charset="0"/>
                <a:cs typeface="Times New Roman" panose="02020603050405020304" pitchFamily="18" charset="0"/>
              </a:rPr>
              <a:t>training data.</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27037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0863B9-1D66-D609-CD98-FB9261135553}"/>
              </a:ext>
            </a:extLst>
          </p:cNvPr>
          <p:cNvSpPr>
            <a:spLocks noGrp="1"/>
          </p:cNvSpPr>
          <p:nvPr>
            <p:ph idx="1"/>
          </p:nvPr>
        </p:nvSpPr>
        <p:spPr>
          <a:xfrm>
            <a:off x="152399" y="441434"/>
            <a:ext cx="11873345" cy="5735529"/>
          </a:xfrm>
        </p:spPr>
        <p:txBody>
          <a:bodyPr>
            <a:normAutofit/>
          </a:bodyPr>
          <a:lstStyle/>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Hence, rather than a precise approach of decision-making, an approximate or heuristic approach, much like gut feeling-based decision-making in human beings, has to be adopted. </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This approach has the risk of not making a correct decision – quite obviously because certain assumptions that are made may not be true in reality. </a:t>
            </a:r>
          </a:p>
        </p:txBody>
      </p:sp>
    </p:spTree>
    <p:extLst>
      <p:ext uri="{BB962C8B-B14F-4D97-AF65-F5344CB8AC3E}">
        <p14:creationId xmlns:p14="http://schemas.microsoft.com/office/powerpoint/2010/main" val="32144312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E44AC-327D-1F1B-F8FA-6812147110D4}"/>
              </a:ext>
            </a:extLst>
          </p:cNvPr>
          <p:cNvSpPr>
            <a:spLocks noGrp="1"/>
          </p:cNvSpPr>
          <p:nvPr>
            <p:ph type="title"/>
          </p:nvPr>
        </p:nvSpPr>
        <p:spPr>
          <a:xfrm>
            <a:off x="0" y="0"/>
            <a:ext cx="10515600" cy="681037"/>
          </a:xfrm>
        </p:spPr>
        <p:txBody>
          <a:bodyPr>
            <a:normAutofit fontScale="90000"/>
          </a:bodyPr>
          <a:lstStyle/>
          <a:p>
            <a:r>
              <a:rPr lang="en-IN" dirty="0">
                <a:solidFill>
                  <a:srgbClr val="404040"/>
                </a:solidFill>
                <a:latin typeface="Times New Roman" panose="02020603050405020304" pitchFamily="18" charset="0"/>
                <a:cs typeface="Times New Roman" panose="02020603050405020304" pitchFamily="18" charset="0"/>
              </a:rPr>
              <a:t>TYPES OF MACHINE LEARNING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E6F96C2-83D0-A6A1-AD89-35CE9CF0774D}"/>
              </a:ext>
            </a:extLst>
          </p:cNvPr>
          <p:cNvSpPr>
            <a:spLocks noGrp="1"/>
          </p:cNvSpPr>
          <p:nvPr>
            <p:ph idx="1"/>
          </p:nvPr>
        </p:nvSpPr>
        <p:spPr>
          <a:xfrm>
            <a:off x="152399" y="681038"/>
            <a:ext cx="11873345" cy="5495926"/>
          </a:xfrm>
        </p:spPr>
        <p:txBody>
          <a:bodyPr>
            <a:normAutofit/>
          </a:bodyPr>
          <a:lstStyle/>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Machine learning can be classified into three broad categories:</a:t>
            </a:r>
          </a:p>
          <a:p>
            <a:pPr marL="514350" indent="-514350" algn="l">
              <a:buFont typeface="+mj-lt"/>
              <a:buAutoNum type="arabicPeriod"/>
            </a:pPr>
            <a:r>
              <a:rPr lang="en-US" b="1" i="0" u="none" strike="noStrike" baseline="0" dirty="0">
                <a:solidFill>
                  <a:srgbClr val="333333"/>
                </a:solidFill>
                <a:latin typeface="Times New Roman" panose="02020603050405020304" pitchFamily="18" charset="0"/>
                <a:cs typeface="Times New Roman" panose="02020603050405020304" pitchFamily="18" charset="0"/>
              </a:rPr>
              <a:t>Supervised learning</a:t>
            </a:r>
            <a:r>
              <a:rPr lang="en-US" b="0" i="0" u="none" strike="noStrike" baseline="0" dirty="0">
                <a:solidFill>
                  <a:srgbClr val="333333"/>
                </a:solidFill>
                <a:latin typeface="Times New Roman" panose="02020603050405020304" pitchFamily="18" charset="0"/>
                <a:cs typeface="Times New Roman" panose="02020603050405020304" pitchFamily="18" charset="0"/>
              </a:rPr>
              <a:t> – Also called predictive learning. -  A machine predicts the class of unknown objects based on prior class-related </a:t>
            </a:r>
            <a:r>
              <a:rPr lang="en-IN" b="0" i="0" u="none" strike="noStrike" baseline="0" dirty="0">
                <a:solidFill>
                  <a:srgbClr val="333333"/>
                </a:solidFill>
                <a:latin typeface="Times New Roman" panose="02020603050405020304" pitchFamily="18" charset="0"/>
                <a:cs typeface="Times New Roman" panose="02020603050405020304" pitchFamily="18" charset="0"/>
              </a:rPr>
              <a:t>information of similar objects.</a:t>
            </a:r>
          </a:p>
          <a:p>
            <a:pPr marL="514350" indent="-514350" algn="l">
              <a:buFont typeface="+mj-lt"/>
              <a:buAutoNum type="arabicPeriod"/>
            </a:pPr>
            <a:r>
              <a:rPr lang="en-US" b="1" i="0" u="none" strike="noStrike" baseline="0" dirty="0">
                <a:solidFill>
                  <a:srgbClr val="333333"/>
                </a:solidFill>
                <a:latin typeface="Times New Roman" panose="02020603050405020304" pitchFamily="18" charset="0"/>
                <a:cs typeface="Times New Roman" panose="02020603050405020304" pitchFamily="18" charset="0"/>
              </a:rPr>
              <a:t>Unsupervised learning</a:t>
            </a:r>
            <a:r>
              <a:rPr lang="en-US" b="0" i="0" u="none" strike="noStrike" baseline="0" dirty="0">
                <a:solidFill>
                  <a:srgbClr val="333333"/>
                </a:solidFill>
                <a:latin typeface="Times New Roman" panose="02020603050405020304" pitchFamily="18" charset="0"/>
                <a:cs typeface="Times New Roman" panose="02020603050405020304" pitchFamily="18" charset="0"/>
              </a:rPr>
              <a:t> – Also called descriptive learning - A machine finds patterns in unknown objects by grouping similar objects together.</a:t>
            </a:r>
          </a:p>
          <a:p>
            <a:pPr marL="514350" indent="-514350" algn="l">
              <a:buFont typeface="+mj-lt"/>
              <a:buAutoNum type="arabicPeriod"/>
            </a:pPr>
            <a:r>
              <a:rPr lang="en-US" b="1" i="0" u="none" strike="noStrike" baseline="0" dirty="0">
                <a:solidFill>
                  <a:srgbClr val="333333"/>
                </a:solidFill>
                <a:latin typeface="Times New Roman" panose="02020603050405020304" pitchFamily="18" charset="0"/>
                <a:cs typeface="Times New Roman" panose="02020603050405020304" pitchFamily="18" charset="0"/>
              </a:rPr>
              <a:t>Reinforcement learning</a:t>
            </a:r>
            <a:r>
              <a:rPr lang="en-US" b="0" i="0" u="none" strike="noStrike" baseline="0" dirty="0">
                <a:solidFill>
                  <a:srgbClr val="333333"/>
                </a:solidFill>
                <a:latin typeface="Times New Roman" panose="02020603050405020304" pitchFamily="18" charset="0"/>
                <a:cs typeface="Times New Roman" panose="02020603050405020304" pitchFamily="18" charset="0"/>
              </a:rPr>
              <a:t> – A machine learns to act on its own to achieve </a:t>
            </a:r>
            <a:r>
              <a:rPr lang="en-IN" b="0" i="0" u="none" strike="noStrike" baseline="0" dirty="0">
                <a:solidFill>
                  <a:srgbClr val="333333"/>
                </a:solidFill>
                <a:latin typeface="Times New Roman" panose="02020603050405020304" pitchFamily="18" charset="0"/>
                <a:cs typeface="Times New Roman" panose="02020603050405020304" pitchFamily="18" charset="0"/>
              </a:rPr>
              <a:t>the given goals.</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CA968CA-6F53-0F63-746E-FE47D0697F00}"/>
              </a:ext>
            </a:extLst>
          </p:cNvPr>
          <p:cNvPicPr>
            <a:picLocks noChangeAspect="1"/>
          </p:cNvPicPr>
          <p:nvPr/>
        </p:nvPicPr>
        <p:blipFill>
          <a:blip r:embed="rId2"/>
          <a:stretch>
            <a:fillRect/>
          </a:stretch>
        </p:blipFill>
        <p:spPr>
          <a:xfrm>
            <a:off x="3215972" y="3894083"/>
            <a:ext cx="8325768" cy="2875886"/>
          </a:xfrm>
          <a:prstGeom prst="rect">
            <a:avLst/>
          </a:prstGeom>
        </p:spPr>
      </p:pic>
    </p:spTree>
    <p:extLst>
      <p:ext uri="{BB962C8B-B14F-4D97-AF65-F5344CB8AC3E}">
        <p14:creationId xmlns:p14="http://schemas.microsoft.com/office/powerpoint/2010/main" val="16498437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95526-EE14-2E8A-002B-FA5A12973863}"/>
              </a:ext>
            </a:extLst>
          </p:cNvPr>
          <p:cNvSpPr>
            <a:spLocks noGrp="1"/>
          </p:cNvSpPr>
          <p:nvPr>
            <p:ph type="title"/>
          </p:nvPr>
        </p:nvSpPr>
        <p:spPr>
          <a:xfrm>
            <a:off x="152399" y="88031"/>
            <a:ext cx="11201401" cy="909493"/>
          </a:xfrm>
        </p:spPr>
        <p:txBody>
          <a:bodyPr>
            <a:normAutofit/>
          </a:bodyPr>
          <a:lstStyle/>
          <a:p>
            <a:r>
              <a:rPr lang="en-IN" dirty="0">
                <a:solidFill>
                  <a:srgbClr val="404040"/>
                </a:solidFill>
                <a:latin typeface="Times New Roman" panose="02020603050405020304" pitchFamily="18" charset="0"/>
                <a:cs typeface="Times New Roman" panose="02020603050405020304" pitchFamily="18" charset="0"/>
              </a:rPr>
              <a:t>Supervised learning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859C35C-8234-9B15-77CB-09728CC52205}"/>
              </a:ext>
            </a:extLst>
          </p:cNvPr>
          <p:cNvSpPr>
            <a:spLocks noGrp="1"/>
          </p:cNvSpPr>
          <p:nvPr>
            <p:ph idx="1"/>
          </p:nvPr>
        </p:nvSpPr>
        <p:spPr/>
        <p:txBody>
          <a:bodyPr>
            <a:noAutofit/>
          </a:bodyPr>
          <a:lstStyle/>
          <a:p>
            <a:pPr algn="l"/>
            <a:r>
              <a:rPr lang="en-US" sz="2400" dirty="0">
                <a:solidFill>
                  <a:srgbClr val="333333"/>
                </a:solidFill>
                <a:latin typeface="Times New Roman" panose="02020603050405020304" pitchFamily="18" charset="0"/>
                <a:cs typeface="Times New Roman" panose="02020603050405020304" pitchFamily="18" charset="0"/>
              </a:rPr>
              <a:t>S</a:t>
            </a:r>
            <a:r>
              <a:rPr lang="en-US" sz="2400" b="0" i="0" u="none" strike="noStrike" baseline="0" dirty="0">
                <a:solidFill>
                  <a:srgbClr val="333333"/>
                </a:solidFill>
                <a:latin typeface="Times New Roman" panose="02020603050405020304" pitchFamily="18" charset="0"/>
                <a:cs typeface="Times New Roman" panose="02020603050405020304" pitchFamily="18" charset="0"/>
              </a:rPr>
              <a:t>upervised learning is a technique to learn from past information or experience. </a:t>
            </a: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It is the information about the task which the machine has to execute. </a:t>
            </a: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Example</a:t>
            </a:r>
            <a:r>
              <a:rPr lang="en-US" sz="2400" dirty="0">
                <a:solidFill>
                  <a:srgbClr val="333333"/>
                </a:solidFill>
                <a:latin typeface="Times New Roman" panose="02020603050405020304" pitchFamily="18" charset="0"/>
                <a:cs typeface="Times New Roman" panose="02020603050405020304" pitchFamily="18" charset="0"/>
              </a:rPr>
              <a:t>: </a:t>
            </a:r>
            <a:r>
              <a:rPr lang="en-US" sz="2400" b="0" i="0" u="none" strike="noStrike" baseline="0" dirty="0">
                <a:solidFill>
                  <a:srgbClr val="333333"/>
                </a:solidFill>
                <a:latin typeface="Times New Roman" panose="02020603050405020304" pitchFamily="18" charset="0"/>
                <a:cs typeface="Times New Roman" panose="02020603050405020304" pitchFamily="18" charset="0"/>
              </a:rPr>
              <a:t>Say a machine is getting images of different objects as input and the task is to segregate the images by either shape or </a:t>
            </a:r>
            <a:r>
              <a:rPr lang="en-US" sz="2400" b="0" i="0" u="none" strike="noStrike" baseline="0" dirty="0" err="1">
                <a:solidFill>
                  <a:srgbClr val="333333"/>
                </a:solidFill>
                <a:latin typeface="Times New Roman" panose="02020603050405020304" pitchFamily="18" charset="0"/>
                <a:cs typeface="Times New Roman" panose="02020603050405020304" pitchFamily="18" charset="0"/>
              </a:rPr>
              <a:t>colour</a:t>
            </a:r>
            <a:r>
              <a:rPr lang="en-US" sz="2400" b="0" i="0" u="none" strike="noStrike" baseline="0" dirty="0">
                <a:solidFill>
                  <a:srgbClr val="333333"/>
                </a:solidFill>
                <a:latin typeface="Times New Roman" panose="02020603050405020304" pitchFamily="18" charset="0"/>
                <a:cs typeface="Times New Roman" panose="02020603050405020304" pitchFamily="18" charset="0"/>
              </a:rPr>
              <a:t> of the object. </a:t>
            </a: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If it is by shape, the images which are of round-shaped objects need to be separated from images of triangular-shaped objects, etc. </a:t>
            </a: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If the segregation needs to happen based on </a:t>
            </a:r>
            <a:r>
              <a:rPr lang="en-US" sz="2400" b="0" i="0" u="none" strike="noStrike" baseline="0" dirty="0" err="1">
                <a:solidFill>
                  <a:srgbClr val="333333"/>
                </a:solidFill>
                <a:latin typeface="Times New Roman" panose="02020603050405020304" pitchFamily="18" charset="0"/>
                <a:cs typeface="Times New Roman" panose="02020603050405020304" pitchFamily="18" charset="0"/>
              </a:rPr>
              <a:t>colour</a:t>
            </a:r>
            <a:r>
              <a:rPr lang="en-US" sz="2400" b="0" i="0" u="none" strike="noStrike" baseline="0" dirty="0">
                <a:solidFill>
                  <a:srgbClr val="333333"/>
                </a:solidFill>
                <a:latin typeface="Times New Roman" panose="02020603050405020304" pitchFamily="18" charset="0"/>
                <a:cs typeface="Times New Roman" panose="02020603050405020304" pitchFamily="18" charset="0"/>
              </a:rPr>
              <a:t>, images of blue objects need to be separated from images of green objects. </a:t>
            </a: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A machine is to be guided with the basic information on shape and </a:t>
            </a:r>
            <a:r>
              <a:rPr lang="en-US" sz="2400" b="0" i="0" u="none" strike="noStrike" baseline="0" dirty="0" err="1">
                <a:solidFill>
                  <a:srgbClr val="333333"/>
                </a:solidFill>
                <a:latin typeface="Times New Roman" panose="02020603050405020304" pitchFamily="18" charset="0"/>
                <a:cs typeface="Times New Roman" panose="02020603050405020304" pitchFamily="18" charset="0"/>
              </a:rPr>
              <a:t>colour</a:t>
            </a:r>
            <a:r>
              <a:rPr lang="en-US" sz="2400" b="0" i="0" u="none" strike="noStrike" baseline="0" dirty="0">
                <a:solidFill>
                  <a:srgbClr val="333333"/>
                </a:solidFill>
                <a:latin typeface="Times New Roman" panose="02020603050405020304" pitchFamily="18" charset="0"/>
                <a:cs typeface="Times New Roman" panose="02020603050405020304" pitchFamily="18" charset="0"/>
              </a:rPr>
              <a:t> before it can start doing the task.</a:t>
            </a: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Supervised machine learning is as good as the data used to train it. </a:t>
            </a: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If the training data is of poor quality, the prediction will also be far from being precise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71230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2FE8E6-A9E8-6C51-EB29-4AD024283F9C}"/>
              </a:ext>
            </a:extLst>
          </p:cNvPr>
          <p:cNvSpPr>
            <a:spLocks noGrp="1"/>
          </p:cNvSpPr>
          <p:nvPr>
            <p:ph idx="1"/>
          </p:nvPr>
        </p:nvSpPr>
        <p:spPr>
          <a:xfrm>
            <a:off x="0" y="0"/>
            <a:ext cx="11873345" cy="3110593"/>
          </a:xfrm>
        </p:spPr>
        <p:txBody>
          <a:bodyPr>
            <a:noAutofit/>
          </a:bodyPr>
          <a:lstStyle/>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A machine needs the basic information to be provided to it. </a:t>
            </a: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This basic input, or the experience is given in the form of </a:t>
            </a:r>
            <a:r>
              <a:rPr lang="en-US" sz="2400" b="1" i="0" u="none" strike="noStrike" baseline="0" dirty="0">
                <a:solidFill>
                  <a:srgbClr val="333333"/>
                </a:solidFill>
                <a:latin typeface="Times New Roman" panose="02020603050405020304" pitchFamily="18" charset="0"/>
                <a:cs typeface="Times New Roman" panose="02020603050405020304" pitchFamily="18" charset="0"/>
              </a:rPr>
              <a:t>training data</a:t>
            </a:r>
            <a:r>
              <a:rPr lang="en-US" sz="2400" b="0" i="0" u="none" strike="noStrike" baseline="0" dirty="0">
                <a:solidFill>
                  <a:srgbClr val="333333"/>
                </a:solidFill>
                <a:latin typeface="Times New Roman" panose="02020603050405020304" pitchFamily="18" charset="0"/>
                <a:cs typeface="Times New Roman" panose="02020603050405020304" pitchFamily="18" charset="0"/>
              </a:rPr>
              <a:t>. </a:t>
            </a: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Training data is the past information on a specific task. </a:t>
            </a: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In context of the image segregation problem, training data will have past data on different aspects or features on a number of images, along with a tag on whether the image is round or triangular, or blue or green in </a:t>
            </a:r>
            <a:r>
              <a:rPr lang="en-US" sz="2400" b="0" i="0" u="none" strike="noStrike" baseline="0" dirty="0" err="1">
                <a:solidFill>
                  <a:srgbClr val="333333"/>
                </a:solidFill>
                <a:latin typeface="Times New Roman" panose="02020603050405020304" pitchFamily="18" charset="0"/>
                <a:cs typeface="Times New Roman" panose="02020603050405020304" pitchFamily="18" charset="0"/>
              </a:rPr>
              <a:t>colour</a:t>
            </a:r>
            <a:r>
              <a:rPr lang="en-US" sz="2400" b="0" i="0" u="none" strike="noStrike" baseline="0" dirty="0">
                <a:solidFill>
                  <a:srgbClr val="333333"/>
                </a:solidFill>
                <a:latin typeface="Times New Roman" panose="02020603050405020304" pitchFamily="18" charset="0"/>
                <a:cs typeface="Times New Roman" panose="02020603050405020304" pitchFamily="18" charset="0"/>
              </a:rPr>
              <a:t>. </a:t>
            </a: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The tag is called ‘ </a:t>
            </a:r>
            <a:r>
              <a:rPr lang="en-US" sz="2400" b="1" i="0" u="none" strike="noStrike" baseline="0" dirty="0">
                <a:solidFill>
                  <a:srgbClr val="333333"/>
                </a:solidFill>
                <a:latin typeface="Times New Roman" panose="02020603050405020304" pitchFamily="18" charset="0"/>
                <a:cs typeface="Times New Roman" panose="02020603050405020304" pitchFamily="18" charset="0"/>
              </a:rPr>
              <a:t>label’ </a:t>
            </a:r>
            <a:r>
              <a:rPr lang="en-US" sz="2400" b="0" i="0" u="none" strike="noStrike" baseline="0" dirty="0">
                <a:solidFill>
                  <a:srgbClr val="333333"/>
                </a:solidFill>
                <a:latin typeface="Times New Roman" panose="02020603050405020304" pitchFamily="18" charset="0"/>
                <a:cs typeface="Times New Roman" panose="02020603050405020304" pitchFamily="18" charset="0"/>
              </a:rPr>
              <a:t>and the training data is labelled in case of supervised learning.</a:t>
            </a: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9DB1AC5-6BD0-7CF2-661A-BB58CD4897FB}"/>
              </a:ext>
            </a:extLst>
          </p:cNvPr>
          <p:cNvPicPr>
            <a:picLocks noChangeAspect="1"/>
          </p:cNvPicPr>
          <p:nvPr/>
        </p:nvPicPr>
        <p:blipFill>
          <a:blip r:embed="rId2"/>
          <a:stretch>
            <a:fillRect/>
          </a:stretch>
        </p:blipFill>
        <p:spPr>
          <a:xfrm>
            <a:off x="2764663" y="3038481"/>
            <a:ext cx="6221681" cy="3774619"/>
          </a:xfrm>
          <a:prstGeom prst="rect">
            <a:avLst/>
          </a:prstGeom>
        </p:spPr>
      </p:pic>
    </p:spTree>
    <p:extLst>
      <p:ext uri="{BB962C8B-B14F-4D97-AF65-F5344CB8AC3E}">
        <p14:creationId xmlns:p14="http://schemas.microsoft.com/office/powerpoint/2010/main" val="37669519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B56B85-0AAD-59BF-14F6-44678A55A100}"/>
              </a:ext>
            </a:extLst>
          </p:cNvPr>
          <p:cNvSpPr>
            <a:spLocks noGrp="1"/>
          </p:cNvSpPr>
          <p:nvPr>
            <p:ph idx="1"/>
          </p:nvPr>
        </p:nvSpPr>
        <p:spPr>
          <a:xfrm>
            <a:off x="152399" y="457200"/>
            <a:ext cx="11873345" cy="5719763"/>
          </a:xfrm>
        </p:spPr>
        <p:txBody>
          <a:bodyPr>
            <a:normAutofit/>
          </a:bodyPr>
          <a:lstStyle/>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Some examples of supervised learning are</a:t>
            </a:r>
          </a:p>
          <a:p>
            <a:pPr marL="457200" indent="-457200" algn="l">
              <a:buFont typeface="+mj-lt"/>
              <a:buAutoNum type="arabicPeriod"/>
            </a:pPr>
            <a:r>
              <a:rPr lang="en-US" sz="2400" b="0" i="0" u="none" strike="noStrike" baseline="0" dirty="0">
                <a:solidFill>
                  <a:srgbClr val="333333"/>
                </a:solidFill>
                <a:latin typeface="Times New Roman" panose="02020603050405020304" pitchFamily="18" charset="0"/>
                <a:cs typeface="Times New Roman" panose="02020603050405020304" pitchFamily="18" charset="0"/>
              </a:rPr>
              <a:t>Predicting the results of a game</a:t>
            </a:r>
          </a:p>
          <a:p>
            <a:pPr marL="457200" indent="-457200" algn="l">
              <a:buFont typeface="+mj-lt"/>
              <a:buAutoNum type="arabicPeriod"/>
            </a:pPr>
            <a:r>
              <a:rPr lang="en-US" sz="2400" b="0" i="0" u="none" strike="noStrike" baseline="0" dirty="0">
                <a:solidFill>
                  <a:srgbClr val="333333"/>
                </a:solidFill>
                <a:latin typeface="Times New Roman" panose="02020603050405020304" pitchFamily="18" charset="0"/>
                <a:cs typeface="Times New Roman" panose="02020603050405020304" pitchFamily="18" charset="0"/>
              </a:rPr>
              <a:t>Predicting whether a tumor is malignant or benign</a:t>
            </a:r>
          </a:p>
          <a:p>
            <a:pPr marL="457200" indent="-457200" algn="l">
              <a:buFont typeface="+mj-lt"/>
              <a:buAutoNum type="arabicPeriod"/>
            </a:pPr>
            <a:r>
              <a:rPr lang="en-US" sz="2400" b="0" i="0" u="none" strike="noStrike" baseline="0" dirty="0">
                <a:solidFill>
                  <a:srgbClr val="333333"/>
                </a:solidFill>
                <a:latin typeface="Times New Roman" panose="02020603050405020304" pitchFamily="18" charset="0"/>
                <a:cs typeface="Times New Roman" panose="02020603050405020304" pitchFamily="18" charset="0"/>
              </a:rPr>
              <a:t>Predicting the price of domains like real estate, stocks, etc.</a:t>
            </a:r>
          </a:p>
          <a:p>
            <a:pPr marL="457200" indent="-457200" algn="l">
              <a:buFont typeface="+mj-lt"/>
              <a:buAutoNum type="arabicPeriod"/>
            </a:pPr>
            <a:r>
              <a:rPr lang="en-US" sz="2400" b="0" i="0" u="none" strike="noStrike" baseline="0" dirty="0">
                <a:solidFill>
                  <a:srgbClr val="333333"/>
                </a:solidFill>
                <a:latin typeface="Times New Roman" panose="02020603050405020304" pitchFamily="18" charset="0"/>
                <a:cs typeface="Times New Roman" panose="02020603050405020304" pitchFamily="18" charset="0"/>
              </a:rPr>
              <a:t>Classifying texts such as classifying a set of emails as spam or non-spam</a:t>
            </a:r>
          </a:p>
          <a:p>
            <a:r>
              <a:rPr lang="en-US" sz="2400" dirty="0">
                <a:solidFill>
                  <a:srgbClr val="333333"/>
                </a:solidFill>
                <a:latin typeface="Times New Roman" panose="02020603050405020304" pitchFamily="18" charset="0"/>
                <a:cs typeface="Times New Roman" panose="02020603050405020304" pitchFamily="18" charset="0"/>
              </a:rPr>
              <a:t>Considering example 2 and 3, are they both the same? </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45444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BC59A-19D6-2D1A-7F73-E90015C26FA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FAFA2AB-83A1-A9D8-C94B-C3B4C21C2248}"/>
              </a:ext>
            </a:extLst>
          </p:cNvPr>
          <p:cNvSpPr>
            <a:spLocks noGrp="1"/>
          </p:cNvSpPr>
          <p:nvPr>
            <p:ph idx="1"/>
          </p:nvPr>
        </p:nvSpPr>
        <p:spPr/>
        <p:txBody>
          <a:bodyPr>
            <a:normAutofit/>
          </a:bodyPr>
          <a:lstStyle/>
          <a:p>
            <a:pPr algn="l"/>
            <a:r>
              <a:rPr lang="en-IN" b="0" i="0" u="none" strike="noStrike" baseline="0" dirty="0">
                <a:solidFill>
                  <a:srgbClr val="333333"/>
                </a:solidFill>
                <a:latin typeface="Times New Roman" panose="02020603050405020304" pitchFamily="18" charset="0"/>
                <a:cs typeface="Times New Roman" panose="02020603050405020304" pitchFamily="18" charset="0"/>
              </a:rPr>
              <a:t>Though both of </a:t>
            </a:r>
            <a:r>
              <a:rPr lang="en-US" b="0" i="0" u="none" strike="noStrike" baseline="0" dirty="0">
                <a:solidFill>
                  <a:srgbClr val="333333"/>
                </a:solidFill>
                <a:latin typeface="Times New Roman" panose="02020603050405020304" pitchFamily="18" charset="0"/>
                <a:cs typeface="Times New Roman" panose="02020603050405020304" pitchFamily="18" charset="0"/>
              </a:rPr>
              <a:t>them are prediction problems, one case deals with prediction on which category or class an unknown data belongs to  whereas in the other case the prediction is an absolute value and not a class. </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When the prediction of test data is on a categorical or nominal variable, the problem is known as a </a:t>
            </a:r>
            <a:r>
              <a:rPr lang="en-US" b="1" i="0" u="none" strike="noStrike" baseline="0" dirty="0">
                <a:solidFill>
                  <a:srgbClr val="333333"/>
                </a:solidFill>
                <a:latin typeface="Times New Roman" panose="02020603050405020304" pitchFamily="18" charset="0"/>
                <a:cs typeface="Times New Roman" panose="02020603050405020304" pitchFamily="18" charset="0"/>
              </a:rPr>
              <a:t>classification </a:t>
            </a:r>
            <a:r>
              <a:rPr lang="en-US" b="0" i="0" u="none" strike="noStrike" baseline="0" dirty="0">
                <a:solidFill>
                  <a:srgbClr val="333333"/>
                </a:solidFill>
                <a:latin typeface="Times New Roman" panose="02020603050405020304" pitchFamily="18" charset="0"/>
                <a:cs typeface="Times New Roman" panose="02020603050405020304" pitchFamily="18" charset="0"/>
              </a:rPr>
              <a:t>problem and </a:t>
            </a:r>
            <a:r>
              <a:rPr lang="en-US" sz="2800" b="0" i="0" u="none" strike="noStrike" baseline="0" dirty="0">
                <a:solidFill>
                  <a:srgbClr val="333333"/>
                </a:solidFill>
                <a:latin typeface="Times New Roman" panose="02020603050405020304" pitchFamily="18" charset="0"/>
                <a:cs typeface="Times New Roman" panose="02020603050405020304" pitchFamily="18" charset="0"/>
              </a:rPr>
              <a:t>The target categorical feature is known as </a:t>
            </a:r>
            <a:r>
              <a:rPr lang="en-US" sz="2800" b="1" i="0" u="none" strike="noStrike" baseline="0" dirty="0">
                <a:solidFill>
                  <a:srgbClr val="333333"/>
                </a:solidFill>
                <a:latin typeface="Times New Roman" panose="02020603050405020304" pitchFamily="18" charset="0"/>
                <a:cs typeface="Times New Roman" panose="02020603050405020304" pitchFamily="18" charset="0"/>
              </a:rPr>
              <a:t>class</a:t>
            </a:r>
            <a:r>
              <a:rPr lang="en-US" sz="2800" b="0" i="0" u="none" strike="noStrike" baseline="0" dirty="0">
                <a:solidFill>
                  <a:srgbClr val="333333"/>
                </a:solidFill>
                <a:latin typeface="Times New Roman" panose="02020603050405020304" pitchFamily="18" charset="0"/>
                <a:cs typeface="Times New Roman" panose="02020603050405020304" pitchFamily="18" charset="0"/>
              </a:rPr>
              <a:t>.</a:t>
            </a:r>
            <a:endParaRPr lang="en-US" b="0" i="0" u="none" strike="noStrike" baseline="0" dirty="0">
              <a:solidFill>
                <a:srgbClr val="333333"/>
              </a:solidFill>
              <a:latin typeface="Times New Roman" panose="02020603050405020304" pitchFamily="18" charset="0"/>
              <a:cs typeface="Times New Roman" panose="02020603050405020304" pitchFamily="18" charset="0"/>
            </a:endParaRP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Whereas when the prediction is a real-valued variable, the problem falls under the category of </a:t>
            </a:r>
            <a:r>
              <a:rPr lang="en-IN" b="1" i="0" u="none" strike="noStrike" baseline="0" dirty="0">
                <a:solidFill>
                  <a:srgbClr val="333333"/>
                </a:solidFill>
                <a:latin typeface="Times New Roman" panose="02020603050405020304" pitchFamily="18" charset="0"/>
                <a:cs typeface="Times New Roman" panose="02020603050405020304" pitchFamily="18" charset="0"/>
              </a:rPr>
              <a:t>regression.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71841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E59FA-CB98-5144-CAC4-209BE79CF33D}"/>
              </a:ext>
            </a:extLst>
          </p:cNvPr>
          <p:cNvSpPr>
            <a:spLocks noGrp="1"/>
          </p:cNvSpPr>
          <p:nvPr>
            <p:ph type="title"/>
          </p:nvPr>
        </p:nvSpPr>
        <p:spPr>
          <a:xfrm>
            <a:off x="60433" y="0"/>
            <a:ext cx="4734911" cy="909493"/>
          </a:xfrm>
        </p:spPr>
        <p:txBody>
          <a:bodyPr>
            <a:normAutofit/>
          </a:bodyPr>
          <a:lstStyle/>
          <a:p>
            <a:r>
              <a:rPr lang="en-IN" dirty="0">
                <a:solidFill>
                  <a:srgbClr val="404040"/>
                </a:solidFill>
                <a:latin typeface="Times New Roman" panose="02020603050405020304" pitchFamily="18" charset="0"/>
                <a:cs typeface="Times New Roman" panose="02020603050405020304" pitchFamily="18" charset="0"/>
              </a:rPr>
              <a:t>Classification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A3925CC-F357-2120-39B7-A05AF22CB46E}"/>
              </a:ext>
            </a:extLst>
          </p:cNvPr>
          <p:cNvSpPr>
            <a:spLocks noGrp="1"/>
          </p:cNvSpPr>
          <p:nvPr>
            <p:ph idx="1"/>
          </p:nvPr>
        </p:nvSpPr>
        <p:spPr>
          <a:xfrm>
            <a:off x="0" y="1089254"/>
            <a:ext cx="4734911" cy="5642622"/>
          </a:xfrm>
        </p:spPr>
        <p:txBody>
          <a:bodyPr>
            <a:noAutofit/>
          </a:bodyPr>
          <a:lstStyle/>
          <a:p>
            <a:pPr algn="l"/>
            <a:r>
              <a:rPr lang="en-US" sz="2400" b="0" u="none" strike="noStrike" baseline="0" dirty="0">
                <a:solidFill>
                  <a:srgbClr val="333333"/>
                </a:solidFill>
                <a:latin typeface="Times New Roman" panose="02020603050405020304" pitchFamily="18" charset="0"/>
                <a:cs typeface="Times New Roman" panose="02020603050405020304" pitchFamily="18" charset="0"/>
              </a:rPr>
              <a:t>Since the training data has a label or category defined for each and every image, the machine has to map a new image or test data to a set of images to which it is similar to and assign the same label or category to the test data.</a:t>
            </a:r>
          </a:p>
          <a:p>
            <a:pPr algn="l"/>
            <a:r>
              <a:rPr lang="en-US" sz="2400" dirty="0">
                <a:solidFill>
                  <a:srgbClr val="333333"/>
                </a:solidFill>
                <a:latin typeface="Times New Roman" panose="02020603050405020304" pitchFamily="18" charset="0"/>
                <a:cs typeface="Times New Roman" panose="02020603050405020304" pitchFamily="18" charset="0"/>
              </a:rPr>
              <a:t>T</a:t>
            </a:r>
            <a:r>
              <a:rPr lang="en-US" sz="2400" b="0" u="none" strike="noStrike" baseline="0" dirty="0">
                <a:solidFill>
                  <a:srgbClr val="333333"/>
                </a:solidFill>
                <a:latin typeface="Times New Roman" panose="02020603050405020304" pitchFamily="18" charset="0"/>
                <a:cs typeface="Times New Roman" panose="02020603050405020304" pitchFamily="18" charset="0"/>
              </a:rPr>
              <a:t>he whole problem revolves around assigning a label or category or class to a test data based on the label or category or class information that is imparted by the training data. </a:t>
            </a:r>
          </a:p>
          <a:p>
            <a:pPr algn="l"/>
            <a:r>
              <a:rPr lang="en-US" sz="2400" b="0" u="none" strike="noStrike" baseline="0" dirty="0">
                <a:solidFill>
                  <a:srgbClr val="333333"/>
                </a:solidFill>
                <a:latin typeface="Times New Roman" panose="02020603050405020304" pitchFamily="18" charset="0"/>
                <a:cs typeface="Times New Roman" panose="02020603050405020304" pitchFamily="18" charset="0"/>
              </a:rPr>
              <a:t>Since the target objective is to assign a class label, this type of problem as classification problem.</a:t>
            </a: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FA8830F-0DFE-2CA7-DBA2-C87D99797855}"/>
              </a:ext>
            </a:extLst>
          </p:cNvPr>
          <p:cNvPicPr>
            <a:picLocks noChangeAspect="1"/>
          </p:cNvPicPr>
          <p:nvPr/>
        </p:nvPicPr>
        <p:blipFill>
          <a:blip r:embed="rId2"/>
          <a:stretch>
            <a:fillRect/>
          </a:stretch>
        </p:blipFill>
        <p:spPr>
          <a:xfrm>
            <a:off x="4820947" y="0"/>
            <a:ext cx="7371053" cy="4403486"/>
          </a:xfrm>
          <a:prstGeom prst="rect">
            <a:avLst/>
          </a:prstGeom>
        </p:spPr>
      </p:pic>
      <p:sp>
        <p:nvSpPr>
          <p:cNvPr id="7" name="TextBox 6">
            <a:extLst>
              <a:ext uri="{FF2B5EF4-FFF2-40B4-BE49-F238E27FC236}">
                <a16:creationId xmlns:a16="http://schemas.microsoft.com/office/drawing/2014/main" id="{DA0DF314-2CA3-FE59-F20D-96210653D57F}"/>
              </a:ext>
            </a:extLst>
          </p:cNvPr>
          <p:cNvSpPr txBox="1"/>
          <p:nvPr/>
        </p:nvSpPr>
        <p:spPr>
          <a:xfrm>
            <a:off x="5143500" y="4734562"/>
            <a:ext cx="7048500" cy="1815882"/>
          </a:xfrm>
          <a:prstGeom prst="rect">
            <a:avLst/>
          </a:prstGeom>
          <a:solidFill>
            <a:srgbClr val="FFFF00"/>
          </a:solidFill>
        </p:spPr>
        <p:txBody>
          <a:bodyPr wrap="square">
            <a:spAutoFit/>
          </a:bodyPr>
          <a:lstStyle/>
          <a:p>
            <a:pPr algn="l"/>
            <a:r>
              <a:rPr lang="en-US" sz="2800" b="0" i="0" u="none" strike="noStrike" baseline="0" dirty="0">
                <a:solidFill>
                  <a:srgbClr val="333333"/>
                </a:solidFill>
                <a:latin typeface="Times New Roman" panose="02020603050405020304" pitchFamily="18" charset="0"/>
                <a:cs typeface="Times New Roman" panose="02020603050405020304" pitchFamily="18" charset="0"/>
              </a:rPr>
              <a:t>There are number of popular machine learning classification  algorithms like, Naïve Bayes, Decision tree, and k-Nearest </a:t>
            </a:r>
            <a:r>
              <a:rPr lang="en-US" sz="2800" b="0" i="0" u="none" strike="noStrike" baseline="0" dirty="0" err="1">
                <a:solidFill>
                  <a:srgbClr val="333333"/>
                </a:solidFill>
                <a:latin typeface="Times New Roman" panose="02020603050405020304" pitchFamily="18" charset="0"/>
                <a:cs typeface="Times New Roman" panose="02020603050405020304" pitchFamily="18" charset="0"/>
              </a:rPr>
              <a:t>Neighbour</a:t>
            </a:r>
            <a:r>
              <a:rPr lang="en-US" sz="2800" b="0" i="0" u="none" strike="noStrike" baseline="0" dirty="0">
                <a:solidFill>
                  <a:srgbClr val="333333"/>
                </a:solidFill>
                <a:latin typeface="Times New Roman" panose="02020603050405020304" pitchFamily="18" charset="0"/>
                <a:cs typeface="Times New Roman" panose="02020603050405020304" pitchFamily="18" charset="0"/>
              </a:rPr>
              <a:t> </a:t>
            </a:r>
            <a:r>
              <a:rPr lang="en-IN" sz="2800" b="0" i="0" u="none" strike="noStrike" baseline="0" dirty="0">
                <a:solidFill>
                  <a:srgbClr val="333333"/>
                </a:solidFill>
                <a:latin typeface="Times New Roman" panose="02020603050405020304" pitchFamily="18" charset="0"/>
                <a:cs typeface="Times New Roman" panose="02020603050405020304" pitchFamily="18" charset="0"/>
              </a:rPr>
              <a:t>algorithms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11559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01A4A-5A45-E566-4165-3D3315B65D0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F9C7509-6858-2428-3284-04B9B4399987}"/>
              </a:ext>
            </a:extLst>
          </p:cNvPr>
          <p:cNvSpPr>
            <a:spLocks noGrp="1"/>
          </p:cNvSpPr>
          <p:nvPr>
            <p:ph idx="1"/>
          </p:nvPr>
        </p:nvSpPr>
        <p:spPr/>
        <p:txBody>
          <a:bodyPr>
            <a:normAutofit/>
          </a:bodyPr>
          <a:lstStyle/>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Some typical classification problems include:</a:t>
            </a:r>
          </a:p>
          <a:p>
            <a:pPr algn="l"/>
            <a:r>
              <a:rPr lang="en-IN" b="0" i="0" u="none" strike="noStrike" baseline="0" dirty="0">
                <a:solidFill>
                  <a:srgbClr val="333333"/>
                </a:solidFill>
                <a:latin typeface="Times New Roman" panose="02020603050405020304" pitchFamily="18" charset="0"/>
                <a:cs typeface="Times New Roman" panose="02020603050405020304" pitchFamily="18" charset="0"/>
              </a:rPr>
              <a:t>Image classification</a:t>
            </a:r>
          </a:p>
          <a:p>
            <a:pPr algn="l"/>
            <a:r>
              <a:rPr lang="en-IN" b="0" i="0" u="none" strike="noStrike" baseline="0" dirty="0">
                <a:solidFill>
                  <a:srgbClr val="333333"/>
                </a:solidFill>
                <a:latin typeface="Times New Roman" panose="02020603050405020304" pitchFamily="18" charset="0"/>
                <a:cs typeface="Times New Roman" panose="02020603050405020304" pitchFamily="18" charset="0"/>
              </a:rPr>
              <a:t>Prediction of disease</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Win–loss prediction of games</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Prediction of natural calamity like earthquake, flood, etc.</a:t>
            </a:r>
          </a:p>
          <a:p>
            <a:pPr algn="l"/>
            <a:r>
              <a:rPr lang="en-IN" b="0" i="0" u="none" strike="noStrike" baseline="0" dirty="0">
                <a:solidFill>
                  <a:srgbClr val="333333"/>
                </a:solidFill>
                <a:latin typeface="Times New Roman" panose="02020603050405020304" pitchFamily="18" charset="0"/>
                <a:cs typeface="Times New Roman" panose="02020603050405020304" pitchFamily="18" charset="0"/>
              </a:rPr>
              <a:t>Recognition of handwriting</a:t>
            </a:r>
          </a:p>
          <a:p>
            <a:pPr marL="0" indent="0" algn="l">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28347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4D6E5-6357-0CCE-A752-6B8895C943E3}"/>
              </a:ext>
            </a:extLst>
          </p:cNvPr>
          <p:cNvSpPr>
            <a:spLocks noGrp="1"/>
          </p:cNvSpPr>
          <p:nvPr>
            <p:ph type="title"/>
          </p:nvPr>
        </p:nvSpPr>
        <p:spPr>
          <a:xfrm>
            <a:off x="152399" y="88031"/>
            <a:ext cx="11201401" cy="909493"/>
          </a:xfrm>
        </p:spPr>
        <p:txBody>
          <a:bodyPr>
            <a:normAutofit/>
          </a:bodyPr>
          <a:lstStyle/>
          <a:p>
            <a:r>
              <a:rPr lang="en-IN" dirty="0">
                <a:solidFill>
                  <a:srgbClr val="404040"/>
                </a:solidFill>
                <a:latin typeface="Times New Roman" panose="02020603050405020304" pitchFamily="18" charset="0"/>
                <a:cs typeface="Times New Roman" panose="02020603050405020304" pitchFamily="18" charset="0"/>
              </a:rPr>
              <a:t>Regression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F9AA60E-F587-E3BD-438A-F0934757342B}"/>
              </a:ext>
            </a:extLst>
          </p:cNvPr>
          <p:cNvSpPr>
            <a:spLocks noGrp="1"/>
          </p:cNvSpPr>
          <p:nvPr>
            <p:ph idx="1"/>
          </p:nvPr>
        </p:nvSpPr>
        <p:spPr/>
        <p:txBody>
          <a:bodyPr>
            <a:normAutofit/>
          </a:bodyPr>
          <a:lstStyle/>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In linear regression, the objective is to predict numerical features like real estate or stock price, temperature, marks in an examination, sales revenue, etc. </a:t>
            </a: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The underlying predictor variable and the target variable are continuous in nature. </a:t>
            </a: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In case of linear regression, a straight line relationship is ‘fitted’ between the predictor variables and the target variables, using the statistical concept of least squares method. </a:t>
            </a: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As in the case of least squares method, the sum of square of error between actual and predicted values of the target variable is tried to be minimized. </a:t>
            </a: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In case of simple linear regression, there is only one predictor variable whereas in case of multiple linear regression, multiple predictor variables can be included in the </a:t>
            </a:r>
            <a:r>
              <a:rPr lang="en-IN" sz="2400" b="0" i="0" u="none" strike="noStrike" baseline="0" dirty="0">
                <a:solidFill>
                  <a:srgbClr val="333333"/>
                </a:solidFill>
                <a:latin typeface="Times New Roman" panose="02020603050405020304" pitchFamily="18" charset="0"/>
                <a:cs typeface="Times New Roman" panose="02020603050405020304" pitchFamily="18" charset="0"/>
              </a:rPr>
              <a:t>model.</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53530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E305F-B6DC-CA1F-3C5E-5C0A37661EF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ADD7CD7-CDA2-6EAE-CD0F-3049D1CBE397}"/>
              </a:ext>
            </a:extLst>
          </p:cNvPr>
          <p:cNvSpPr>
            <a:spLocks noGrp="1"/>
          </p:cNvSpPr>
          <p:nvPr>
            <p:ph idx="1"/>
          </p:nvPr>
        </p:nvSpPr>
        <p:spPr/>
        <p:txBody>
          <a:bodyPr>
            <a:normAutofit/>
          </a:bodyPr>
          <a:lstStyle/>
          <a:p>
            <a:pPr algn="l"/>
            <a:r>
              <a:rPr lang="en-IN" b="0" i="0" u="none" strike="noStrike" baseline="0" dirty="0">
                <a:solidFill>
                  <a:srgbClr val="333333"/>
                </a:solidFill>
                <a:latin typeface="Times New Roman" panose="02020603050405020304" pitchFamily="18" charset="0"/>
                <a:cs typeface="Times New Roman" panose="02020603050405020304" pitchFamily="18" charset="0"/>
              </a:rPr>
              <a:t>A typical </a:t>
            </a:r>
            <a:r>
              <a:rPr lang="en-US" b="0" i="0" u="none" strike="noStrike" baseline="0" dirty="0">
                <a:solidFill>
                  <a:srgbClr val="333333"/>
                </a:solidFill>
                <a:latin typeface="Times New Roman" panose="02020603050405020304" pitchFamily="18" charset="0"/>
                <a:cs typeface="Times New Roman" panose="02020603050405020304" pitchFamily="18" charset="0"/>
              </a:rPr>
              <a:t>linear regression model can be represented in the form – </a:t>
            </a:r>
          </a:p>
          <a:p>
            <a:pPr algn="l"/>
            <a:endParaRPr lang="en-US" b="0" i="0" u="none" strike="noStrike" baseline="0" dirty="0">
              <a:solidFill>
                <a:srgbClr val="333333"/>
              </a:solidFill>
              <a:latin typeface="Times New Roman" panose="02020603050405020304" pitchFamily="18" charset="0"/>
              <a:cs typeface="Times New Roman" panose="02020603050405020304" pitchFamily="18" charset="0"/>
            </a:endParaRP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where ‘</a:t>
            </a:r>
            <a:r>
              <a:rPr lang="en-US" b="0" i="1" u="none" strike="noStrike" baseline="0" dirty="0">
                <a:solidFill>
                  <a:srgbClr val="333333"/>
                </a:solidFill>
                <a:latin typeface="Times New Roman" panose="02020603050405020304" pitchFamily="18" charset="0"/>
                <a:cs typeface="Times New Roman" panose="02020603050405020304" pitchFamily="18" charset="0"/>
              </a:rPr>
              <a:t>x</a:t>
            </a:r>
            <a:r>
              <a:rPr lang="en-US" b="0" i="0" u="none" strike="noStrike" baseline="0" dirty="0">
                <a:solidFill>
                  <a:srgbClr val="333333"/>
                </a:solidFill>
                <a:latin typeface="Times New Roman" panose="02020603050405020304" pitchFamily="18" charset="0"/>
                <a:cs typeface="Times New Roman" panose="02020603050405020304" pitchFamily="18" charset="0"/>
              </a:rPr>
              <a:t>’ is the predictor variable and ‘y’ is the target variable.</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Typical applications of regression can be seen in</a:t>
            </a:r>
          </a:p>
          <a:p>
            <a:pPr algn="l"/>
            <a:r>
              <a:rPr lang="en-IN" b="0" i="0" u="none" strike="noStrike" baseline="0" dirty="0">
                <a:solidFill>
                  <a:srgbClr val="333333"/>
                </a:solidFill>
                <a:latin typeface="Times New Roman" panose="02020603050405020304" pitchFamily="18" charset="0"/>
                <a:cs typeface="Times New Roman" panose="02020603050405020304" pitchFamily="18" charset="0"/>
              </a:rPr>
              <a:t>Demand forecasting in retails</a:t>
            </a:r>
          </a:p>
          <a:p>
            <a:pPr algn="l"/>
            <a:r>
              <a:rPr lang="en-IN" b="0" i="0" u="none" strike="noStrike" baseline="0" dirty="0">
                <a:solidFill>
                  <a:srgbClr val="333333"/>
                </a:solidFill>
                <a:latin typeface="Times New Roman" panose="02020603050405020304" pitchFamily="18" charset="0"/>
                <a:cs typeface="Times New Roman" panose="02020603050405020304" pitchFamily="18" charset="0"/>
              </a:rPr>
              <a:t>Sales prediction for managers</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Price prediction in real estate</a:t>
            </a:r>
          </a:p>
          <a:p>
            <a:pPr algn="l"/>
            <a:r>
              <a:rPr lang="en-IN" b="0" i="0" u="none" strike="noStrike" baseline="0" dirty="0">
                <a:solidFill>
                  <a:srgbClr val="333333"/>
                </a:solidFill>
                <a:latin typeface="Times New Roman" panose="02020603050405020304" pitchFamily="18" charset="0"/>
                <a:cs typeface="Times New Roman" panose="02020603050405020304" pitchFamily="18" charset="0"/>
              </a:rPr>
              <a:t>Weather forecast</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Skill demand forecast in job market</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FD93120-F1E6-8EF1-6AEF-63A9C46734BD}"/>
              </a:ext>
            </a:extLst>
          </p:cNvPr>
          <p:cNvPicPr>
            <a:picLocks noChangeAspect="1"/>
          </p:cNvPicPr>
          <p:nvPr/>
        </p:nvPicPr>
        <p:blipFill>
          <a:blip r:embed="rId2"/>
          <a:stretch>
            <a:fillRect/>
          </a:stretch>
        </p:blipFill>
        <p:spPr>
          <a:xfrm>
            <a:off x="4570124" y="1749259"/>
            <a:ext cx="2319407" cy="421712"/>
          </a:xfrm>
          <a:prstGeom prst="rect">
            <a:avLst/>
          </a:prstGeom>
        </p:spPr>
      </p:pic>
    </p:spTree>
    <p:extLst>
      <p:ext uri="{BB962C8B-B14F-4D97-AF65-F5344CB8AC3E}">
        <p14:creationId xmlns:p14="http://schemas.microsoft.com/office/powerpoint/2010/main" val="3108027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C5B01-D9AE-CE57-A2A3-EA61053BD7ED}"/>
              </a:ext>
            </a:extLst>
          </p:cNvPr>
          <p:cNvSpPr>
            <a:spLocks noGrp="1"/>
          </p:cNvSpPr>
          <p:nvPr>
            <p:ph type="title"/>
          </p:nvPr>
        </p:nvSpPr>
        <p:spPr>
          <a:xfrm>
            <a:off x="59267" y="88031"/>
            <a:ext cx="6036733" cy="909493"/>
          </a:xfrm>
        </p:spPr>
        <p:txBody>
          <a:bodyPr>
            <a:normAutofit/>
          </a:bodyPr>
          <a:lstStyle/>
          <a:p>
            <a:r>
              <a:rPr lang="en-IN" sz="4800" dirty="0">
                <a:solidFill>
                  <a:srgbClr val="404040"/>
                </a:solidFill>
                <a:latin typeface="Times New Roman" panose="02020603050405020304" pitchFamily="18" charset="0"/>
                <a:cs typeface="Times New Roman" panose="02020603050405020304" pitchFamily="18" charset="0"/>
              </a:rPr>
              <a:t>Unsupervised learning</a:t>
            </a:r>
            <a:endParaRPr lang="en-IN" sz="4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DAD1A7A-900F-8351-A441-4E721E3AD833}"/>
              </a:ext>
            </a:extLst>
          </p:cNvPr>
          <p:cNvSpPr>
            <a:spLocks noGrp="1"/>
          </p:cNvSpPr>
          <p:nvPr>
            <p:ph idx="1"/>
          </p:nvPr>
        </p:nvSpPr>
        <p:spPr>
          <a:xfrm>
            <a:off x="186905" y="1259458"/>
            <a:ext cx="11873345" cy="5124542"/>
          </a:xfrm>
        </p:spPr>
        <p:txBody>
          <a:bodyPr>
            <a:noAutofit/>
          </a:bodyPr>
          <a:lstStyle/>
          <a:p>
            <a:pPr algn="l"/>
            <a:r>
              <a:rPr lang="en-US" dirty="0">
                <a:solidFill>
                  <a:srgbClr val="333333"/>
                </a:solidFill>
                <a:latin typeface="Times New Roman" panose="02020603050405020304" pitchFamily="18" charset="0"/>
                <a:cs typeface="Times New Roman" panose="02020603050405020304" pitchFamily="18" charset="0"/>
              </a:rPr>
              <a:t>I</a:t>
            </a:r>
            <a:r>
              <a:rPr lang="en-US" b="0" i="0" u="none" strike="noStrike" baseline="0" dirty="0">
                <a:solidFill>
                  <a:srgbClr val="333333"/>
                </a:solidFill>
                <a:latin typeface="Times New Roman" panose="02020603050405020304" pitchFamily="18" charset="0"/>
                <a:cs typeface="Times New Roman" panose="02020603050405020304" pitchFamily="18" charset="0"/>
              </a:rPr>
              <a:t>n unsupervised learning, there is no labelled training data to learn from and no prediction to be made.</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In unsupervised learning, the objective is to take a dataset as input and try to find natural </a:t>
            </a:r>
            <a:r>
              <a:rPr lang="en-US" b="1" i="0" u="none" strike="noStrike" baseline="0" dirty="0">
                <a:solidFill>
                  <a:srgbClr val="333333"/>
                </a:solidFill>
                <a:latin typeface="Times New Roman" panose="02020603050405020304" pitchFamily="18" charset="0"/>
                <a:cs typeface="Times New Roman" panose="02020603050405020304" pitchFamily="18" charset="0"/>
              </a:rPr>
              <a:t>groupings</a:t>
            </a:r>
            <a:r>
              <a:rPr lang="en-US" b="0" i="0" u="none" strike="noStrike" baseline="0" dirty="0">
                <a:solidFill>
                  <a:srgbClr val="333333"/>
                </a:solidFill>
                <a:latin typeface="Times New Roman" panose="02020603050405020304" pitchFamily="18" charset="0"/>
                <a:cs typeface="Times New Roman" panose="02020603050405020304" pitchFamily="18" charset="0"/>
              </a:rPr>
              <a:t> or </a:t>
            </a:r>
            <a:r>
              <a:rPr lang="en-US" b="1" i="0" u="none" strike="noStrike" baseline="0" dirty="0">
                <a:solidFill>
                  <a:srgbClr val="333333"/>
                </a:solidFill>
                <a:latin typeface="Times New Roman" panose="02020603050405020304" pitchFamily="18" charset="0"/>
                <a:cs typeface="Times New Roman" panose="02020603050405020304" pitchFamily="18" charset="0"/>
              </a:rPr>
              <a:t>patterns </a:t>
            </a:r>
            <a:r>
              <a:rPr lang="en-US" b="0" i="0" u="none" strike="noStrike" baseline="0" dirty="0">
                <a:solidFill>
                  <a:srgbClr val="333333"/>
                </a:solidFill>
                <a:latin typeface="Times New Roman" panose="02020603050405020304" pitchFamily="18" charset="0"/>
                <a:cs typeface="Times New Roman" panose="02020603050405020304" pitchFamily="18" charset="0"/>
              </a:rPr>
              <a:t>within the data elements or records. </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Therefore, unsupervised learning is often termed as </a:t>
            </a:r>
            <a:r>
              <a:rPr lang="en-US" b="1" i="0" u="none" strike="noStrike" baseline="0" dirty="0">
                <a:solidFill>
                  <a:srgbClr val="333333"/>
                </a:solidFill>
                <a:latin typeface="Times New Roman" panose="02020603050405020304" pitchFamily="18" charset="0"/>
                <a:cs typeface="Times New Roman" panose="02020603050405020304" pitchFamily="18" charset="0"/>
              </a:rPr>
              <a:t>descriptive model </a:t>
            </a:r>
            <a:endParaRPr lang="en-US" dirty="0">
              <a:solidFill>
                <a:srgbClr val="333333"/>
              </a:solidFill>
              <a:latin typeface="Times New Roman" panose="02020603050405020304" pitchFamily="18" charset="0"/>
              <a:cs typeface="Times New Roman" panose="02020603050405020304" pitchFamily="18" charset="0"/>
            </a:endParaRPr>
          </a:p>
          <a:p>
            <a:pPr algn="l"/>
            <a:r>
              <a:rPr lang="en-US" dirty="0">
                <a:solidFill>
                  <a:srgbClr val="333333"/>
                </a:solidFill>
                <a:latin typeface="Times New Roman" panose="02020603050405020304" pitchFamily="18" charset="0"/>
                <a:cs typeface="Times New Roman" panose="02020603050405020304" pitchFamily="18" charset="0"/>
              </a:rPr>
              <a:t>T</a:t>
            </a:r>
            <a:r>
              <a:rPr lang="en-US" b="0" i="0" u="none" strike="noStrike" baseline="0" dirty="0">
                <a:solidFill>
                  <a:srgbClr val="333333"/>
                </a:solidFill>
                <a:latin typeface="Times New Roman" panose="02020603050405020304" pitchFamily="18" charset="0"/>
                <a:cs typeface="Times New Roman" panose="02020603050405020304" pitchFamily="18" charset="0"/>
              </a:rPr>
              <a:t>he process of unsupervised learning is referred as </a:t>
            </a:r>
            <a:r>
              <a:rPr lang="en-US" b="1" i="0" u="none" strike="noStrike" baseline="0" dirty="0">
                <a:solidFill>
                  <a:srgbClr val="333333"/>
                </a:solidFill>
                <a:latin typeface="Times New Roman" panose="02020603050405020304" pitchFamily="18" charset="0"/>
                <a:cs typeface="Times New Roman" panose="02020603050405020304" pitchFamily="18" charset="0"/>
              </a:rPr>
              <a:t>pattern discovery </a:t>
            </a:r>
            <a:r>
              <a:rPr lang="en-US" b="0" i="0" u="none" strike="noStrike" baseline="0" dirty="0">
                <a:solidFill>
                  <a:srgbClr val="333333"/>
                </a:solidFill>
                <a:latin typeface="Times New Roman" panose="02020603050405020304" pitchFamily="18" charset="0"/>
                <a:cs typeface="Times New Roman" panose="02020603050405020304" pitchFamily="18" charset="0"/>
              </a:rPr>
              <a:t>or </a:t>
            </a:r>
            <a:r>
              <a:rPr lang="en-US" b="1" i="0" u="none" strike="noStrike" baseline="0" dirty="0">
                <a:solidFill>
                  <a:srgbClr val="333333"/>
                </a:solidFill>
                <a:latin typeface="Times New Roman" panose="02020603050405020304" pitchFamily="18" charset="0"/>
                <a:cs typeface="Times New Roman" panose="02020603050405020304" pitchFamily="18" charset="0"/>
              </a:rPr>
              <a:t>knowledge discovery</a:t>
            </a:r>
            <a:r>
              <a:rPr lang="en-US" b="0" i="0" u="none" strike="noStrike" baseline="0" dirty="0">
                <a:solidFill>
                  <a:srgbClr val="333333"/>
                </a:solidFill>
                <a:latin typeface="Times New Roman" panose="02020603050405020304" pitchFamily="18" charset="0"/>
                <a:cs typeface="Times New Roman" panose="02020603050405020304" pitchFamily="18" charset="0"/>
              </a:rPr>
              <a:t>. </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One critical application of unsupervised learning is customer segmentation.</a:t>
            </a:r>
          </a:p>
          <a:p>
            <a:pPr algn="l"/>
            <a:r>
              <a:rPr lang="en-US" b="1" i="0" u="none" strike="noStrike" baseline="0" dirty="0">
                <a:solidFill>
                  <a:srgbClr val="333333"/>
                </a:solidFill>
                <a:latin typeface="Times New Roman" panose="02020603050405020304" pitchFamily="18" charset="0"/>
                <a:cs typeface="Times New Roman" panose="02020603050405020304" pitchFamily="18" charset="0"/>
              </a:rPr>
              <a:t>Clustering</a:t>
            </a:r>
            <a:r>
              <a:rPr lang="en-US" b="0" i="0" u="none" strike="noStrike" baseline="0" dirty="0">
                <a:solidFill>
                  <a:srgbClr val="333333"/>
                </a:solidFill>
                <a:latin typeface="Times New Roman" panose="02020603050405020304" pitchFamily="18" charset="0"/>
                <a:cs typeface="Times New Roman" panose="02020603050405020304" pitchFamily="18" charset="0"/>
              </a:rPr>
              <a:t> is the main type of unsupervised learning, which intends to group or organize similar objects together. </a:t>
            </a:r>
          </a:p>
          <a:p>
            <a:pPr algn="l"/>
            <a:r>
              <a:rPr lang="en-IN" b="1" dirty="0">
                <a:solidFill>
                  <a:srgbClr val="333333"/>
                </a:solidFill>
                <a:latin typeface="Times New Roman" panose="02020603050405020304" pitchFamily="18" charset="0"/>
                <a:cs typeface="Times New Roman" panose="02020603050405020304" pitchFamily="18" charset="0"/>
              </a:rPr>
              <a:t>Association analysis </a:t>
            </a:r>
            <a:r>
              <a:rPr lang="en-IN" dirty="0">
                <a:solidFill>
                  <a:srgbClr val="333333"/>
                </a:solidFill>
                <a:latin typeface="Times New Roman" panose="02020603050405020304" pitchFamily="18" charset="0"/>
                <a:cs typeface="Times New Roman" panose="02020603050405020304" pitchFamily="18" charset="0"/>
              </a:rPr>
              <a:t>is another </a:t>
            </a:r>
            <a:r>
              <a:rPr lang="en-US" b="0" i="0" u="none" strike="noStrike" baseline="0" dirty="0">
                <a:solidFill>
                  <a:srgbClr val="333333"/>
                </a:solidFill>
                <a:latin typeface="Times New Roman" panose="02020603050405020304" pitchFamily="18" charset="0"/>
                <a:cs typeface="Times New Roman" panose="02020603050405020304" pitchFamily="18" charset="0"/>
              </a:rPr>
              <a:t>unsupervised learning, where </a:t>
            </a:r>
            <a:r>
              <a:rPr lang="en-IN" b="0" i="0" u="none" strike="noStrike" baseline="0" dirty="0">
                <a:solidFill>
                  <a:srgbClr val="333333"/>
                </a:solidFill>
                <a:latin typeface="Times New Roman" panose="02020603050405020304" pitchFamily="18" charset="0"/>
                <a:cs typeface="Times New Roman" panose="02020603050405020304" pitchFamily="18" charset="0"/>
              </a:rPr>
              <a:t>the </a:t>
            </a:r>
            <a:r>
              <a:rPr lang="en-US" b="0" i="0" u="none" strike="noStrike" baseline="0" dirty="0">
                <a:solidFill>
                  <a:srgbClr val="333333"/>
                </a:solidFill>
                <a:latin typeface="Times New Roman" panose="02020603050405020304" pitchFamily="18" charset="0"/>
                <a:cs typeface="Times New Roman" panose="02020603050405020304" pitchFamily="18" charset="0"/>
              </a:rPr>
              <a:t>association between data elements is identified</a:t>
            </a:r>
            <a:r>
              <a:rPr lang="en-IN" b="0" i="0" u="none" strike="noStrike" baseline="0" dirty="0">
                <a:solidFill>
                  <a:srgbClr val="333333"/>
                </a:solidFill>
                <a:latin typeface="Times New Roman" panose="02020603050405020304" pitchFamily="18" charset="0"/>
                <a:cs typeface="Times New Roman" panose="02020603050405020304" pitchFamily="18" charset="0"/>
              </a:rPr>
              <a:t>.</a:t>
            </a:r>
            <a:endParaRPr lang="en-US" b="0" i="0" u="none" strike="noStrike" baseline="0" dirty="0">
              <a:solidFill>
                <a:srgbClr val="333333"/>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11478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F46D9A-E8BD-5795-8409-A9B3210F1974}"/>
              </a:ext>
            </a:extLst>
          </p:cNvPr>
          <p:cNvSpPr>
            <a:spLocks noGrp="1"/>
          </p:cNvSpPr>
          <p:nvPr>
            <p:ph idx="1"/>
          </p:nvPr>
        </p:nvSpPr>
        <p:spPr>
          <a:xfrm>
            <a:off x="152399" y="258792"/>
            <a:ext cx="11873345" cy="5918171"/>
          </a:xfrm>
        </p:spPr>
        <p:txBody>
          <a:bodyPr>
            <a:normAutofit/>
          </a:bodyPr>
          <a:lstStyle/>
          <a:p>
            <a:pPr algn="l"/>
            <a:r>
              <a:rPr lang="en-US" sz="2800" b="0" i="0" u="none" strike="noStrike" baseline="0" dirty="0">
                <a:solidFill>
                  <a:srgbClr val="333333"/>
                </a:solidFill>
                <a:latin typeface="Times New Roman" panose="02020603050405020304" pitchFamily="18" charset="0"/>
                <a:cs typeface="Times New Roman" panose="02020603050405020304" pitchFamily="18" charset="0"/>
              </a:rPr>
              <a:t>Objects belonging to the same cluster are </a:t>
            </a:r>
            <a:r>
              <a:rPr lang="en-US" sz="2800" b="1" i="0" u="none" strike="noStrike" baseline="0" dirty="0">
                <a:solidFill>
                  <a:srgbClr val="333333"/>
                </a:solidFill>
                <a:latin typeface="Times New Roman" panose="02020603050405020304" pitchFamily="18" charset="0"/>
                <a:cs typeface="Times New Roman" panose="02020603050405020304" pitchFamily="18" charset="0"/>
              </a:rPr>
              <a:t>similar</a:t>
            </a:r>
            <a:r>
              <a:rPr lang="en-US" sz="2800" b="0" i="0" u="none" strike="noStrike" baseline="0" dirty="0">
                <a:solidFill>
                  <a:srgbClr val="333333"/>
                </a:solidFill>
                <a:latin typeface="Times New Roman" panose="02020603050405020304" pitchFamily="18" charset="0"/>
                <a:cs typeface="Times New Roman" panose="02020603050405020304" pitchFamily="18" charset="0"/>
              </a:rPr>
              <a:t> to each other while objects belonging to different clusters are </a:t>
            </a:r>
            <a:r>
              <a:rPr lang="en-US" sz="2800" b="1" i="0" u="none" strike="noStrike" baseline="0" dirty="0">
                <a:solidFill>
                  <a:srgbClr val="333333"/>
                </a:solidFill>
                <a:latin typeface="Times New Roman" panose="02020603050405020304" pitchFamily="18" charset="0"/>
                <a:cs typeface="Times New Roman" panose="02020603050405020304" pitchFamily="18" charset="0"/>
              </a:rPr>
              <a:t>dissimilar</a:t>
            </a:r>
            <a:r>
              <a:rPr lang="en-US" sz="2800" b="0" i="0" u="none" strike="noStrike" baseline="0" dirty="0">
                <a:solidFill>
                  <a:srgbClr val="333333"/>
                </a:solidFill>
                <a:latin typeface="Times New Roman" panose="02020603050405020304" pitchFamily="18" charset="0"/>
                <a:cs typeface="Times New Roman" panose="02020603050405020304" pitchFamily="18" charset="0"/>
              </a:rPr>
              <a:t>. </a:t>
            </a:r>
          </a:p>
          <a:p>
            <a:pPr algn="l"/>
            <a:r>
              <a:rPr lang="en-US" sz="2800" b="0" i="0" u="none" strike="noStrike" baseline="0" dirty="0">
                <a:solidFill>
                  <a:srgbClr val="333333"/>
                </a:solidFill>
                <a:latin typeface="Times New Roman" panose="02020603050405020304" pitchFamily="18" charset="0"/>
                <a:cs typeface="Times New Roman" panose="02020603050405020304" pitchFamily="18" charset="0"/>
              </a:rPr>
              <a:t>Hence, the objective of clustering to discover the intrinsic grouping of </a:t>
            </a:r>
            <a:r>
              <a:rPr lang="en-US" sz="2800" b="0" i="0" u="none" strike="noStrike" baseline="0" dirty="0" err="1">
                <a:solidFill>
                  <a:srgbClr val="333333"/>
                </a:solidFill>
                <a:latin typeface="Times New Roman" panose="02020603050405020304" pitchFamily="18" charset="0"/>
                <a:cs typeface="Times New Roman" panose="02020603050405020304" pitchFamily="18" charset="0"/>
              </a:rPr>
              <a:t>unlabelled</a:t>
            </a:r>
            <a:r>
              <a:rPr lang="en-US" sz="2800" b="0" i="0" u="none" strike="noStrike" baseline="0" dirty="0">
                <a:solidFill>
                  <a:srgbClr val="333333"/>
                </a:solidFill>
                <a:latin typeface="Times New Roman" panose="02020603050405020304" pitchFamily="18" charset="0"/>
                <a:cs typeface="Times New Roman" panose="02020603050405020304" pitchFamily="18" charset="0"/>
              </a:rPr>
              <a:t> data and form clusters, as depicted in </a:t>
            </a:r>
            <a:r>
              <a:rPr lang="en-US" sz="2800" b="0" i="0" u="none" strike="noStrike" baseline="0" dirty="0">
                <a:solidFill>
                  <a:srgbClr val="070707"/>
                </a:solidFill>
                <a:latin typeface="Times New Roman" panose="02020603050405020304" pitchFamily="18" charset="0"/>
                <a:cs typeface="Times New Roman" panose="02020603050405020304" pitchFamily="18" charset="0"/>
              </a:rPr>
              <a:t>Figure 1</a:t>
            </a:r>
            <a:r>
              <a:rPr lang="en-US" sz="2800" b="0" i="0" u="none" strike="noStrike" baseline="0" dirty="0">
                <a:solidFill>
                  <a:srgbClr val="333333"/>
                </a:solidFill>
                <a:latin typeface="Times New Roman" panose="02020603050405020304" pitchFamily="18" charset="0"/>
                <a:cs typeface="Times New Roman" panose="02020603050405020304" pitchFamily="18" charset="0"/>
              </a:rPr>
              <a:t>.</a:t>
            </a:r>
          </a:p>
          <a:p>
            <a:pPr algn="l"/>
            <a:r>
              <a:rPr lang="en-US" sz="2800" b="0" i="0" u="none" strike="noStrike" baseline="0" dirty="0">
                <a:solidFill>
                  <a:srgbClr val="333333"/>
                </a:solidFill>
                <a:latin typeface="Times New Roman" panose="02020603050405020304" pitchFamily="18" charset="0"/>
                <a:cs typeface="Times New Roman" panose="02020603050405020304" pitchFamily="18" charset="0"/>
              </a:rPr>
              <a:t>Different measures of similarity can be applied for clustering, of which most common is distance. </a:t>
            </a:r>
          </a:p>
          <a:p>
            <a:pPr algn="l"/>
            <a:r>
              <a:rPr lang="en-US" sz="2800" b="0" i="0" u="none" strike="noStrike" baseline="0" dirty="0">
                <a:solidFill>
                  <a:srgbClr val="333333"/>
                </a:solidFill>
                <a:latin typeface="Times New Roman" panose="02020603050405020304" pitchFamily="18" charset="0"/>
                <a:cs typeface="Times New Roman" panose="02020603050405020304" pitchFamily="18" charset="0"/>
              </a:rPr>
              <a:t>Two data items are considered as a part of the same cluster if the distance between them is less.</a:t>
            </a:r>
          </a:p>
          <a:p>
            <a:pPr algn="l"/>
            <a:r>
              <a:rPr lang="en-US" sz="2800" b="0" i="0" u="none" strike="noStrike" baseline="0" dirty="0">
                <a:solidFill>
                  <a:srgbClr val="333333"/>
                </a:solidFill>
                <a:latin typeface="Times New Roman" panose="02020603050405020304" pitchFamily="18" charset="0"/>
                <a:cs typeface="Times New Roman" panose="02020603050405020304" pitchFamily="18" charset="0"/>
              </a:rPr>
              <a:t> In the same way, if the distance between the data items is high, the items do not generally belong to the same cluster.</a:t>
            </a:r>
          </a:p>
          <a:p>
            <a:pPr algn="l"/>
            <a:r>
              <a:rPr lang="en-US" sz="2800" b="0" i="0" u="none" strike="noStrike" baseline="0" dirty="0">
                <a:solidFill>
                  <a:srgbClr val="333333"/>
                </a:solidFill>
                <a:latin typeface="Times New Roman" panose="02020603050405020304" pitchFamily="18" charset="0"/>
                <a:cs typeface="Times New Roman" panose="02020603050405020304" pitchFamily="18" charset="0"/>
              </a:rPr>
              <a:t>This is also known as distance-based clustering. </a:t>
            </a:r>
          </a:p>
          <a:p>
            <a:pPr algn="l"/>
            <a:r>
              <a:rPr lang="en-US" sz="2800" b="0" i="0" u="none" strike="noStrike" baseline="0" dirty="0">
                <a:solidFill>
                  <a:srgbClr val="070707"/>
                </a:solidFill>
                <a:latin typeface="Times New Roman" panose="02020603050405020304" pitchFamily="18" charset="0"/>
                <a:cs typeface="Times New Roman" panose="02020603050405020304" pitchFamily="18" charset="0"/>
              </a:rPr>
              <a:t>Figure 2 </a:t>
            </a:r>
            <a:r>
              <a:rPr lang="en-US" sz="2800" b="0" i="0" u="none" strike="noStrike" baseline="0" dirty="0">
                <a:solidFill>
                  <a:srgbClr val="333333"/>
                </a:solidFill>
                <a:latin typeface="Times New Roman" panose="02020603050405020304" pitchFamily="18" charset="0"/>
                <a:cs typeface="Times New Roman" panose="02020603050405020304" pitchFamily="18" charset="0"/>
              </a:rPr>
              <a:t>depicts the process of clustering at a high level.</a:t>
            </a:r>
            <a:endParaRPr lang="en-IN" sz="28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7976261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C59CFBB5-6537-2E51-B256-1E018B0DC915}"/>
              </a:ext>
            </a:extLst>
          </p:cNvPr>
          <p:cNvPicPr>
            <a:picLocks noGrp="1" noChangeAspect="1"/>
          </p:cNvPicPr>
          <p:nvPr>
            <p:ph idx="1"/>
          </p:nvPr>
        </p:nvPicPr>
        <p:blipFill>
          <a:blip r:embed="rId2"/>
          <a:stretch>
            <a:fillRect/>
          </a:stretch>
        </p:blipFill>
        <p:spPr>
          <a:xfrm>
            <a:off x="6353212" y="2685535"/>
            <a:ext cx="5838788" cy="4170564"/>
          </a:xfrm>
        </p:spPr>
      </p:pic>
      <p:pic>
        <p:nvPicPr>
          <p:cNvPr id="5" name="Picture 4">
            <a:extLst>
              <a:ext uri="{FF2B5EF4-FFF2-40B4-BE49-F238E27FC236}">
                <a16:creationId xmlns:a16="http://schemas.microsoft.com/office/drawing/2014/main" id="{0457902C-9E80-EA6B-C81E-2EFC19806078}"/>
              </a:ext>
            </a:extLst>
          </p:cNvPr>
          <p:cNvPicPr>
            <a:picLocks noChangeAspect="1"/>
          </p:cNvPicPr>
          <p:nvPr/>
        </p:nvPicPr>
        <p:blipFill>
          <a:blip r:embed="rId3"/>
          <a:stretch>
            <a:fillRect/>
          </a:stretch>
        </p:blipFill>
        <p:spPr>
          <a:xfrm>
            <a:off x="0" y="138022"/>
            <a:ext cx="6353212" cy="3733543"/>
          </a:xfrm>
          <a:prstGeom prst="rect">
            <a:avLst/>
          </a:prstGeom>
        </p:spPr>
      </p:pic>
      <p:sp>
        <p:nvSpPr>
          <p:cNvPr id="8" name="TextBox 7">
            <a:extLst>
              <a:ext uri="{FF2B5EF4-FFF2-40B4-BE49-F238E27FC236}">
                <a16:creationId xmlns:a16="http://schemas.microsoft.com/office/drawing/2014/main" id="{21A1A9A8-A913-649A-8E46-EB93CD37288F}"/>
              </a:ext>
            </a:extLst>
          </p:cNvPr>
          <p:cNvSpPr txBox="1"/>
          <p:nvPr/>
        </p:nvSpPr>
        <p:spPr>
          <a:xfrm>
            <a:off x="2415397" y="3933643"/>
            <a:ext cx="1535502"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Figure 1</a:t>
            </a:r>
            <a:endParaRPr lang="en-IN" sz="24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3CCFC5CB-A279-4512-FF85-BB0776B647EF}"/>
              </a:ext>
            </a:extLst>
          </p:cNvPr>
          <p:cNvSpPr txBox="1"/>
          <p:nvPr/>
        </p:nvSpPr>
        <p:spPr>
          <a:xfrm>
            <a:off x="8451003" y="2395267"/>
            <a:ext cx="1535502"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Figure 2</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51605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9B603-5B22-4000-5FE5-5A72DD58CB0A}"/>
              </a:ext>
            </a:extLst>
          </p:cNvPr>
          <p:cNvSpPr>
            <a:spLocks noGrp="1"/>
          </p:cNvSpPr>
          <p:nvPr>
            <p:ph type="title"/>
          </p:nvPr>
        </p:nvSpPr>
        <p:spPr>
          <a:xfrm>
            <a:off x="152399" y="88031"/>
            <a:ext cx="11201401" cy="909493"/>
          </a:xfrm>
        </p:spPr>
        <p:txBody>
          <a:bodyPr>
            <a:normAutofit/>
          </a:bodyPr>
          <a:lstStyle/>
          <a:p>
            <a:r>
              <a:rPr lang="en-IN" dirty="0">
                <a:solidFill>
                  <a:srgbClr val="404040"/>
                </a:solidFill>
                <a:latin typeface="Times New Roman" panose="02020603050405020304" pitchFamily="18" charset="0"/>
                <a:cs typeface="Times New Roman" panose="02020603050405020304" pitchFamily="18" charset="0"/>
              </a:rPr>
              <a:t>Reinforcement learning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0002B42-4C7F-A863-0211-84D48249E7F7}"/>
              </a:ext>
            </a:extLst>
          </p:cNvPr>
          <p:cNvSpPr>
            <a:spLocks noGrp="1"/>
          </p:cNvSpPr>
          <p:nvPr>
            <p:ph idx="1"/>
          </p:nvPr>
        </p:nvSpPr>
        <p:spPr/>
        <p:txBody>
          <a:bodyPr>
            <a:noAutofit/>
          </a:bodyPr>
          <a:lstStyle/>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We have seen babies learn to walk without any prior knowledge of how to do it. </a:t>
            </a:r>
          </a:p>
          <a:p>
            <a:pPr algn="l"/>
            <a:r>
              <a:rPr lang="en-US" dirty="0">
                <a:solidFill>
                  <a:srgbClr val="333333"/>
                </a:solidFill>
                <a:latin typeface="Times New Roman" panose="02020603050405020304" pitchFamily="18" charset="0"/>
                <a:cs typeface="Times New Roman" panose="02020603050405020304" pitchFamily="18" charset="0"/>
              </a:rPr>
              <a:t>M</a:t>
            </a:r>
            <a:r>
              <a:rPr lang="en-US" b="0" i="0" u="none" strike="noStrike" baseline="0" dirty="0">
                <a:solidFill>
                  <a:srgbClr val="333333"/>
                </a:solidFill>
                <a:latin typeface="Times New Roman" panose="02020603050405020304" pitchFamily="18" charset="0"/>
                <a:cs typeface="Times New Roman" panose="02020603050405020304" pitchFamily="18" charset="0"/>
              </a:rPr>
              <a:t>achines often learn to do tasks autonomously. </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Let’s try to understand in context of the example of the child learning to walk. </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The action tried to be achieved is walking, the child is the agent and the place with hurdles on which the child is trying to walk is the environment. </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It tries to improve its performance of doing the task. </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When a sub-task is accomplished successfully, a reward is given. When a sub-task is not executed correctly, obviously no reward is given. </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This continues till the machine is able to complete execution of the whole task. </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This process of learning is known as reinforcement learning. </a:t>
            </a:r>
          </a:p>
          <a:p>
            <a:pPr algn="l"/>
            <a:r>
              <a:rPr lang="en-US" b="0" i="0" u="none" strike="noStrike" baseline="0" dirty="0">
                <a:solidFill>
                  <a:srgbClr val="070707"/>
                </a:solidFill>
                <a:latin typeface="Times New Roman" panose="02020603050405020304" pitchFamily="18" charset="0"/>
                <a:cs typeface="Times New Roman" panose="02020603050405020304" pitchFamily="18" charset="0"/>
              </a:rPr>
              <a:t>Figure </a:t>
            </a:r>
            <a:r>
              <a:rPr lang="en-US" b="0" i="0" u="none" strike="noStrike" baseline="0" dirty="0">
                <a:solidFill>
                  <a:srgbClr val="333333"/>
                </a:solidFill>
                <a:latin typeface="Times New Roman" panose="02020603050405020304" pitchFamily="18" charset="0"/>
                <a:cs typeface="Times New Roman" panose="02020603050405020304" pitchFamily="18" charset="0"/>
              </a:rPr>
              <a:t>captures the high-level process of reinforcement learning.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58471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5CED416-676C-80C4-463D-4F000B12A1F0}"/>
              </a:ext>
            </a:extLst>
          </p:cNvPr>
          <p:cNvPicPr>
            <a:picLocks noChangeAspect="1"/>
          </p:cNvPicPr>
          <p:nvPr/>
        </p:nvPicPr>
        <p:blipFill>
          <a:blip r:embed="rId2"/>
          <a:stretch>
            <a:fillRect/>
          </a:stretch>
        </p:blipFill>
        <p:spPr>
          <a:xfrm>
            <a:off x="3900248" y="255078"/>
            <a:ext cx="8227278" cy="5356013"/>
          </a:xfrm>
          <a:prstGeom prst="rect">
            <a:avLst/>
          </a:prstGeom>
        </p:spPr>
      </p:pic>
      <p:sp>
        <p:nvSpPr>
          <p:cNvPr id="7" name="Content Placeholder 6">
            <a:extLst>
              <a:ext uri="{FF2B5EF4-FFF2-40B4-BE49-F238E27FC236}">
                <a16:creationId xmlns:a16="http://schemas.microsoft.com/office/drawing/2014/main" id="{3F45F980-85AB-EFFB-345B-B08C5CB8DB57}"/>
              </a:ext>
            </a:extLst>
          </p:cNvPr>
          <p:cNvSpPr>
            <a:spLocks noGrp="1"/>
          </p:cNvSpPr>
          <p:nvPr>
            <p:ph idx="1"/>
          </p:nvPr>
        </p:nvSpPr>
        <p:spPr>
          <a:xfrm>
            <a:off x="152399" y="0"/>
            <a:ext cx="3659924" cy="6176963"/>
          </a:xfrm>
        </p:spPr>
        <p:txBody>
          <a:bodyPr>
            <a:noAutofit/>
          </a:bodyPr>
          <a:lstStyle/>
          <a:p>
            <a:pPr algn="l" fontAlgn="base">
              <a:spcBef>
                <a:spcPts val="1800"/>
              </a:spcBef>
              <a:spcAft>
                <a:spcPts val="1800"/>
              </a:spcAft>
            </a:pPr>
            <a:r>
              <a:rPr lang="en-US" b="1" i="0" dirty="0">
                <a:solidFill>
                  <a:srgbClr val="273239"/>
                </a:solidFill>
                <a:effectLst/>
                <a:latin typeface="Times New Roman" panose="02020603050405020304" pitchFamily="18" charset="0"/>
                <a:cs typeface="Times New Roman" panose="02020603050405020304" pitchFamily="18" charset="0"/>
              </a:rPr>
              <a:t>Key Concepts of Reinforcement Learning</a:t>
            </a:r>
          </a:p>
          <a:p>
            <a:pPr algn="l" fontAlgn="base">
              <a:spcAft>
                <a:spcPts val="1800"/>
              </a:spcAft>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Agent:</a:t>
            </a:r>
            <a:r>
              <a:rPr lang="en-US" b="0" i="0" dirty="0">
                <a:solidFill>
                  <a:srgbClr val="273239"/>
                </a:solidFill>
                <a:effectLst/>
                <a:latin typeface="Times New Roman" panose="02020603050405020304" pitchFamily="18" charset="0"/>
                <a:cs typeface="Times New Roman" panose="02020603050405020304" pitchFamily="18" charset="0"/>
              </a:rPr>
              <a:t> The learner or decision-maker.</a:t>
            </a:r>
          </a:p>
          <a:p>
            <a:pPr algn="l" fontAlgn="base">
              <a:spcAft>
                <a:spcPts val="1800"/>
              </a:spcAft>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Environment: </a:t>
            </a:r>
            <a:r>
              <a:rPr lang="en-US" b="0" i="0" dirty="0">
                <a:solidFill>
                  <a:srgbClr val="273239"/>
                </a:solidFill>
                <a:effectLst/>
                <a:latin typeface="Times New Roman" panose="02020603050405020304" pitchFamily="18" charset="0"/>
                <a:cs typeface="Times New Roman" panose="02020603050405020304" pitchFamily="18" charset="0"/>
              </a:rPr>
              <a:t>Everything the agent interacts with.</a:t>
            </a:r>
          </a:p>
          <a:p>
            <a:pPr algn="l" fontAlgn="base">
              <a:spcAft>
                <a:spcPts val="1800"/>
              </a:spcAft>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State:</a:t>
            </a:r>
            <a:r>
              <a:rPr lang="en-US" b="0" i="0" dirty="0">
                <a:solidFill>
                  <a:srgbClr val="273239"/>
                </a:solidFill>
                <a:effectLst/>
                <a:latin typeface="Times New Roman" panose="02020603050405020304" pitchFamily="18" charset="0"/>
                <a:cs typeface="Times New Roman" panose="02020603050405020304" pitchFamily="18" charset="0"/>
              </a:rPr>
              <a:t> A specific situation in which the agent finds itself.</a:t>
            </a:r>
          </a:p>
          <a:p>
            <a:pPr algn="l" fontAlgn="base">
              <a:spcAft>
                <a:spcPts val="1800"/>
              </a:spcAft>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Action: </a:t>
            </a:r>
            <a:r>
              <a:rPr lang="en-US" b="0" i="0" dirty="0">
                <a:solidFill>
                  <a:srgbClr val="273239"/>
                </a:solidFill>
                <a:effectLst/>
                <a:latin typeface="Times New Roman" panose="02020603050405020304" pitchFamily="18" charset="0"/>
                <a:cs typeface="Times New Roman" panose="02020603050405020304" pitchFamily="18" charset="0"/>
              </a:rPr>
              <a:t>All possible moves the agent can make.</a:t>
            </a:r>
          </a:p>
          <a:p>
            <a:pPr algn="l" fontAlgn="base">
              <a:spcAft>
                <a:spcPts val="1800"/>
              </a:spcAft>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Reward: </a:t>
            </a:r>
            <a:r>
              <a:rPr lang="en-US" b="0" i="0" dirty="0">
                <a:solidFill>
                  <a:srgbClr val="273239"/>
                </a:solidFill>
                <a:effectLst/>
                <a:latin typeface="Times New Roman" panose="02020603050405020304" pitchFamily="18" charset="0"/>
                <a:cs typeface="Times New Roman" panose="02020603050405020304" pitchFamily="18" charset="0"/>
              </a:rPr>
              <a:t>Feedback from the environment based on the action taken.</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88466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DABC2CA-5838-DA23-04D8-502878CCA94D}"/>
              </a:ext>
            </a:extLst>
          </p:cNvPr>
          <p:cNvPicPr>
            <a:picLocks noChangeAspect="1"/>
          </p:cNvPicPr>
          <p:nvPr/>
        </p:nvPicPr>
        <p:blipFill>
          <a:blip r:embed="rId2"/>
          <a:stretch>
            <a:fillRect/>
          </a:stretch>
        </p:blipFill>
        <p:spPr>
          <a:xfrm>
            <a:off x="3006969" y="46452"/>
            <a:ext cx="6348046" cy="6842820"/>
          </a:xfrm>
          <a:prstGeom prst="rect">
            <a:avLst/>
          </a:prstGeom>
        </p:spPr>
      </p:pic>
    </p:spTree>
    <p:extLst>
      <p:ext uri="{BB962C8B-B14F-4D97-AF65-F5344CB8AC3E}">
        <p14:creationId xmlns:p14="http://schemas.microsoft.com/office/powerpoint/2010/main" val="5193304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A13E6-5FE9-46D2-27B6-1E35766D1BB4}"/>
              </a:ext>
            </a:extLst>
          </p:cNvPr>
          <p:cNvSpPr>
            <a:spLocks noGrp="1"/>
          </p:cNvSpPr>
          <p:nvPr>
            <p:ph type="title"/>
          </p:nvPr>
        </p:nvSpPr>
        <p:spPr>
          <a:xfrm>
            <a:off x="-1" y="88031"/>
            <a:ext cx="12192001" cy="909493"/>
          </a:xfrm>
        </p:spPr>
        <p:txBody>
          <a:bodyPr>
            <a:normAutofit fontScale="90000"/>
          </a:bodyPr>
          <a:lstStyle/>
          <a:p>
            <a:r>
              <a:rPr lang="en-US" dirty="0">
                <a:solidFill>
                  <a:srgbClr val="404040"/>
                </a:solidFill>
                <a:latin typeface="Times New Roman" panose="02020603050405020304" pitchFamily="18" charset="0"/>
                <a:cs typeface="Times New Roman" panose="02020603050405020304" pitchFamily="18" charset="0"/>
              </a:rPr>
              <a:t>PROBLEMS NOT TO BE SOLVED USING MACHINE LEARNING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F453D68-B61A-9A6A-398E-6C3DA560DFF5}"/>
              </a:ext>
            </a:extLst>
          </p:cNvPr>
          <p:cNvSpPr>
            <a:spLocks noGrp="1"/>
          </p:cNvSpPr>
          <p:nvPr>
            <p:ph idx="1"/>
          </p:nvPr>
        </p:nvSpPr>
        <p:spPr/>
        <p:txBody>
          <a:bodyPr>
            <a:noAutofit/>
          </a:bodyPr>
          <a:lstStyle/>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Machine learning should not be applied to tasks in which humans are very effective or frequent human intervention is needed.</a:t>
            </a:r>
          </a:p>
          <a:p>
            <a:pPr algn="l"/>
            <a:r>
              <a:rPr lang="en-US" sz="2400" dirty="0">
                <a:solidFill>
                  <a:srgbClr val="333333"/>
                </a:solidFill>
                <a:latin typeface="Times New Roman" panose="02020603050405020304" pitchFamily="18" charset="0"/>
                <a:cs typeface="Times New Roman" panose="02020603050405020304" pitchFamily="18" charset="0"/>
              </a:rPr>
              <a:t>A</a:t>
            </a:r>
            <a:r>
              <a:rPr lang="en-US" sz="2400" b="0" i="0" u="none" strike="noStrike" baseline="0" dirty="0">
                <a:solidFill>
                  <a:srgbClr val="333333"/>
                </a:solidFill>
                <a:latin typeface="Times New Roman" panose="02020603050405020304" pitchFamily="18" charset="0"/>
                <a:cs typeface="Times New Roman" panose="02020603050405020304" pitchFamily="18" charset="0"/>
              </a:rPr>
              <a:t>ir traffic control is a very complex task needing intense human involvement.</a:t>
            </a: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Simple rule-driven or formula-based applications like price calculator engine, dispute tracking application, etc. do not need machine learning techniques.</a:t>
            </a: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Machine learning should be used only when the business process has some lapses. </a:t>
            </a: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If the task is already optimized, incorporating machine learning will not serve to justify the </a:t>
            </a:r>
            <a:r>
              <a:rPr lang="en-IN" sz="2400" b="0" i="0" u="none" strike="noStrike" baseline="0" dirty="0">
                <a:solidFill>
                  <a:srgbClr val="333333"/>
                </a:solidFill>
                <a:latin typeface="Times New Roman" panose="02020603050405020304" pitchFamily="18" charset="0"/>
                <a:cs typeface="Times New Roman" panose="02020603050405020304" pitchFamily="18" charset="0"/>
              </a:rPr>
              <a:t>return on investment.</a:t>
            </a: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For situations where training data is not sufficient, machine learning cannot be used effectively. </a:t>
            </a: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This is because, with small training data sets, the impact of bad data is exponentially worse. </a:t>
            </a: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For the quality of prediction or recommendation to be good, the training data should be sizeable.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6033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EBDEC-1BE3-B535-FC8D-0F03A8B1D1F2}"/>
              </a:ext>
            </a:extLst>
          </p:cNvPr>
          <p:cNvSpPr>
            <a:spLocks noGrp="1"/>
          </p:cNvSpPr>
          <p:nvPr>
            <p:ph type="title"/>
          </p:nvPr>
        </p:nvSpPr>
        <p:spPr/>
        <p:txBody>
          <a:bodyPr>
            <a:normAutofit/>
          </a:bodyPr>
          <a:lstStyle/>
          <a:p>
            <a:r>
              <a:rPr lang="en-US" dirty="0"/>
              <a:t>Applications</a:t>
            </a:r>
            <a:endParaRPr lang="en-IN" dirty="0"/>
          </a:p>
        </p:txBody>
      </p:sp>
      <p:sp>
        <p:nvSpPr>
          <p:cNvPr id="3" name="Content Placeholder 2">
            <a:extLst>
              <a:ext uri="{FF2B5EF4-FFF2-40B4-BE49-F238E27FC236}">
                <a16:creationId xmlns:a16="http://schemas.microsoft.com/office/drawing/2014/main" id="{2D219BAB-2BAA-9D31-8CD6-F7702A70197C}"/>
              </a:ext>
            </a:extLst>
          </p:cNvPr>
          <p:cNvSpPr>
            <a:spLocks noGrp="1"/>
          </p:cNvSpPr>
          <p:nvPr>
            <p:ph idx="1"/>
          </p:nvPr>
        </p:nvSpPr>
        <p:spPr/>
        <p:txBody>
          <a:bodyPr>
            <a:normAutofit/>
          </a:bodyPr>
          <a:lstStyle/>
          <a:p>
            <a:pPr algn="l"/>
            <a:r>
              <a:rPr lang="en-US" dirty="0">
                <a:latin typeface="Times New Roman" panose="02020603050405020304" pitchFamily="18" charset="0"/>
                <a:cs typeface="Times New Roman" panose="02020603050405020304" pitchFamily="18" charset="0"/>
              </a:rPr>
              <a:t>Banking and Finance – </a:t>
            </a:r>
            <a:r>
              <a:rPr lang="en-IN" b="0" i="0" u="none" strike="noStrike" baseline="0" dirty="0">
                <a:solidFill>
                  <a:srgbClr val="333333"/>
                </a:solidFill>
                <a:latin typeface="Times New Roman" panose="02020603050405020304" pitchFamily="18" charset="0"/>
                <a:cs typeface="Times New Roman" panose="02020603050405020304" pitchFamily="18" charset="0"/>
              </a:rPr>
              <a:t>fraudulent </a:t>
            </a:r>
            <a:r>
              <a:rPr lang="en-US" b="0" i="0" u="none" strike="noStrike" baseline="0" dirty="0">
                <a:solidFill>
                  <a:srgbClr val="333333"/>
                </a:solidFill>
                <a:latin typeface="Times New Roman" panose="02020603050405020304" pitchFamily="18" charset="0"/>
                <a:cs typeface="Times New Roman" panose="02020603050405020304" pitchFamily="18" charset="0"/>
              </a:rPr>
              <a:t>transactions are spotted and prevented right at the time of </a:t>
            </a:r>
            <a:r>
              <a:rPr lang="en-IN" b="0" i="0" u="none" strike="noStrike" baseline="0" dirty="0">
                <a:solidFill>
                  <a:srgbClr val="333333"/>
                </a:solidFill>
                <a:latin typeface="Times New Roman" panose="02020603050405020304" pitchFamily="18" charset="0"/>
                <a:cs typeface="Times New Roman" panose="02020603050405020304" pitchFamily="18" charset="0"/>
              </a:rPr>
              <a:t>occurrence</a:t>
            </a:r>
            <a:endParaRPr lang="en-US" dirty="0">
              <a:latin typeface="Times New Roman" panose="02020603050405020304" pitchFamily="18" charset="0"/>
              <a:cs typeface="Times New Roman" panose="02020603050405020304" pitchFamily="18" charset="0"/>
            </a:endParaRPr>
          </a:p>
          <a:p>
            <a:pPr algn="l"/>
            <a:r>
              <a:rPr lang="en-US" dirty="0">
                <a:latin typeface="Times New Roman" panose="02020603050405020304" pitchFamily="18" charset="0"/>
                <a:cs typeface="Times New Roman" panose="02020603050405020304" pitchFamily="18" charset="0"/>
              </a:rPr>
              <a:t>Insurance - </a:t>
            </a:r>
            <a:r>
              <a:rPr lang="en-US" b="0" i="0" u="none" strike="noStrike" baseline="0" dirty="0">
                <a:solidFill>
                  <a:srgbClr val="333333"/>
                </a:solidFill>
                <a:latin typeface="Times New Roman" panose="02020603050405020304" pitchFamily="18" charset="0"/>
                <a:cs typeface="Times New Roman" panose="02020603050405020304" pitchFamily="18" charset="0"/>
              </a:rPr>
              <a:t>Two major areas in the insurance industry where machine learning is used are risk prediction during new customer </a:t>
            </a:r>
            <a:r>
              <a:rPr lang="en-IN" b="0" i="0" u="none" strike="noStrike" baseline="0" dirty="0">
                <a:solidFill>
                  <a:srgbClr val="333333"/>
                </a:solidFill>
                <a:latin typeface="Times New Roman" panose="02020603050405020304" pitchFamily="18" charset="0"/>
                <a:cs typeface="Times New Roman" panose="02020603050405020304" pitchFamily="18" charset="0"/>
              </a:rPr>
              <a:t>onboarding and claims management.</a:t>
            </a:r>
            <a:endParaRPr lang="en-US" dirty="0">
              <a:latin typeface="Times New Roman" panose="02020603050405020304" pitchFamily="18" charset="0"/>
              <a:cs typeface="Times New Roman" panose="02020603050405020304" pitchFamily="18" charset="0"/>
            </a:endParaRPr>
          </a:p>
          <a:p>
            <a:pPr algn="l"/>
            <a:r>
              <a:rPr lang="en-US" dirty="0">
                <a:latin typeface="Times New Roman" panose="02020603050405020304" pitchFamily="18" charset="0"/>
                <a:cs typeface="Times New Roman" panose="02020603050405020304" pitchFamily="18" charset="0"/>
              </a:rPr>
              <a:t>Health Care - </a:t>
            </a:r>
            <a:r>
              <a:rPr lang="en-US" b="0" i="0" u="none" strike="noStrike" baseline="0" dirty="0">
                <a:solidFill>
                  <a:srgbClr val="333333"/>
                </a:solidFill>
                <a:latin typeface="Times New Roman" panose="02020603050405020304" pitchFamily="18" charset="0"/>
                <a:cs typeface="Times New Roman" panose="02020603050405020304" pitchFamily="18" charset="0"/>
              </a:rPr>
              <a:t>Wearable device data form a rich source for applying machine learning and predict the health conditions of the person real </a:t>
            </a:r>
            <a:r>
              <a:rPr lang="en-IN" b="0" i="0" u="none" strike="noStrike" baseline="0" dirty="0">
                <a:solidFill>
                  <a:srgbClr val="333333"/>
                </a:solidFill>
                <a:latin typeface="Times New Roman" panose="02020603050405020304" pitchFamily="18" charset="0"/>
                <a:cs typeface="Times New Roman" panose="02020603050405020304" pitchFamily="18" charset="0"/>
              </a:rPr>
              <a:t>time.</a:t>
            </a:r>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98584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6AED0-9EB3-D26F-E836-A6688BDA2BA0}"/>
              </a:ext>
            </a:extLst>
          </p:cNvPr>
          <p:cNvSpPr>
            <a:spLocks noGrp="1"/>
          </p:cNvSpPr>
          <p:nvPr>
            <p:ph type="title"/>
          </p:nvPr>
        </p:nvSpPr>
        <p:spPr/>
        <p:txBody>
          <a:bodyPr/>
          <a:lstStyle/>
          <a:p>
            <a:r>
              <a:rPr lang="en-US" dirty="0"/>
              <a:t>Issues of Machine Learning</a:t>
            </a:r>
            <a:endParaRPr lang="en-IN" dirty="0"/>
          </a:p>
        </p:txBody>
      </p:sp>
      <p:sp>
        <p:nvSpPr>
          <p:cNvPr id="3" name="Content Placeholder 2">
            <a:extLst>
              <a:ext uri="{FF2B5EF4-FFF2-40B4-BE49-F238E27FC236}">
                <a16:creationId xmlns:a16="http://schemas.microsoft.com/office/drawing/2014/main" id="{A74B1632-D337-E96E-6240-91AB91F84C87}"/>
              </a:ext>
            </a:extLst>
          </p:cNvPr>
          <p:cNvSpPr>
            <a:spLocks noGrp="1"/>
          </p:cNvSpPr>
          <p:nvPr>
            <p:ph idx="1"/>
          </p:nvPr>
        </p:nvSpPr>
        <p:spPr/>
        <p:txBody>
          <a:bodyPr>
            <a:noAutofit/>
          </a:bodyPr>
          <a:lstStyle/>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The biggest fear and issue arising out of machine learning is related to privacy and the breach of it a well as adverse reactions. </a:t>
            </a: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The primary focus of learning is on analyzing data, both past and current, and coming up with insight from the data which may be related to people and the facts revealed might be private enough to be kept confidential. </a:t>
            </a: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Also, different people have a different preference when it comes to sharing of information.</a:t>
            </a: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While some people may be open to sharing some level of information publicly, some other people may not want to share it even to all friends and keep it restricted just to family members. </a:t>
            </a: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When machine learning algorithms are implemented using those information, inadvertently people may get upset. </a:t>
            </a:r>
          </a:p>
          <a:p>
            <a:pPr algn="l"/>
            <a:r>
              <a:rPr lang="en-US" sz="2400" dirty="0">
                <a:solidFill>
                  <a:srgbClr val="333333"/>
                </a:solidFill>
                <a:latin typeface="Times New Roman" panose="02020603050405020304" pitchFamily="18" charset="0"/>
                <a:cs typeface="Times New Roman" panose="02020603050405020304" pitchFamily="18" charset="0"/>
              </a:rPr>
              <a:t>A</a:t>
            </a:r>
            <a:r>
              <a:rPr lang="en-US" sz="2400" b="0" i="0" u="none" strike="noStrike" baseline="0" dirty="0">
                <a:solidFill>
                  <a:srgbClr val="333333"/>
                </a:solidFill>
                <a:latin typeface="Times New Roman" panose="02020603050405020304" pitchFamily="18" charset="0"/>
                <a:cs typeface="Times New Roman" panose="02020603050405020304" pitchFamily="18" charset="0"/>
              </a:rPr>
              <a:t> very critical consideration before applying machine learning is that proper human judgement should be exercised before using any outcome from machine learning. </a:t>
            </a: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Only then the decision taken will be beneficial and also not result in any </a:t>
            </a:r>
            <a:r>
              <a:rPr lang="en-IN" sz="2400" b="0" i="0" u="none" strike="noStrike" baseline="0" dirty="0">
                <a:solidFill>
                  <a:srgbClr val="333333"/>
                </a:solidFill>
                <a:latin typeface="Times New Roman" panose="02020603050405020304" pitchFamily="18" charset="0"/>
                <a:cs typeface="Times New Roman" panose="02020603050405020304" pitchFamily="18" charset="0"/>
              </a:rPr>
              <a:t>adverse impact.</a:t>
            </a:r>
            <a:endParaRPr lang="en-IN" sz="2400" dirty="0">
              <a:latin typeface="Times New Roman" panose="02020603050405020304" pitchFamily="18" charset="0"/>
              <a:cs typeface="Times New Roman" panose="02020603050405020304" pitchFamily="18" charset="0"/>
            </a:endParaRPr>
          </a:p>
          <a:p>
            <a:pPr algn="l"/>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01758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C4B01-C7B4-584A-BF91-098EB78B9B07}"/>
              </a:ext>
            </a:extLst>
          </p:cNvPr>
          <p:cNvSpPr>
            <a:spLocks noGrp="1"/>
          </p:cNvSpPr>
          <p:nvPr>
            <p:ph type="title"/>
          </p:nvPr>
        </p:nvSpPr>
        <p:spPr>
          <a:xfrm>
            <a:off x="169981" y="88031"/>
            <a:ext cx="10515600" cy="909493"/>
          </a:xfrm>
        </p:spPr>
        <p:txBody>
          <a:bodyPr/>
          <a:lstStyle/>
          <a:p>
            <a:r>
              <a:rPr lang="en-US" dirty="0"/>
              <a:t>Machine Learning Activities</a:t>
            </a:r>
            <a:endParaRPr lang="en-IN" dirty="0"/>
          </a:p>
        </p:txBody>
      </p:sp>
      <p:sp>
        <p:nvSpPr>
          <p:cNvPr id="3" name="Content Placeholder 2">
            <a:extLst>
              <a:ext uri="{FF2B5EF4-FFF2-40B4-BE49-F238E27FC236}">
                <a16:creationId xmlns:a16="http://schemas.microsoft.com/office/drawing/2014/main" id="{317F57FA-F56A-DDC4-315D-E65898228E0C}"/>
              </a:ext>
            </a:extLst>
          </p:cNvPr>
          <p:cNvSpPr>
            <a:spLocks noGrp="1"/>
          </p:cNvSpPr>
          <p:nvPr>
            <p:ph idx="1"/>
          </p:nvPr>
        </p:nvSpPr>
        <p:spPr/>
        <p:txBody>
          <a:bodyPr>
            <a:noAutofit/>
          </a:bodyPr>
          <a:lstStyle/>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The first step in machine learning activity starts with data. </a:t>
            </a: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In case of supervised learning, it is the labelled training data set followed by test data which is not labelled. </a:t>
            </a: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In case of unsupervised learning, there is no question of labelled data but the task is to find patterns in the input data. </a:t>
            </a: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A thorough review and exploration of the data is needed to understand the type of the data, the quality of the data and relationship between the different data elements. </a:t>
            </a: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Based on that, multiple pre-processing activities may need to be done on the input data before going ahead with core machine learning activities. </a:t>
            </a:r>
          </a:p>
        </p:txBody>
      </p:sp>
    </p:spTree>
    <p:extLst>
      <p:ext uri="{BB962C8B-B14F-4D97-AF65-F5344CB8AC3E}">
        <p14:creationId xmlns:p14="http://schemas.microsoft.com/office/powerpoint/2010/main" val="15795319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13E234-17AF-B35F-25A5-B881B97B85B8}"/>
              </a:ext>
            </a:extLst>
          </p:cNvPr>
          <p:cNvSpPr>
            <a:spLocks noGrp="1"/>
          </p:cNvSpPr>
          <p:nvPr>
            <p:ph idx="1"/>
          </p:nvPr>
        </p:nvSpPr>
        <p:spPr>
          <a:xfrm>
            <a:off x="152399" y="299544"/>
            <a:ext cx="11873345" cy="6558455"/>
          </a:xfrm>
        </p:spPr>
        <p:txBody>
          <a:bodyPr>
            <a:noAutofit/>
          </a:bodyPr>
          <a:lstStyle/>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Following are the typical </a:t>
            </a:r>
            <a:r>
              <a:rPr lang="en-US" b="1" i="0" u="none" strike="noStrike" baseline="0" dirty="0">
                <a:solidFill>
                  <a:srgbClr val="333333"/>
                </a:solidFill>
                <a:latin typeface="Times New Roman" panose="02020603050405020304" pitchFamily="18" charset="0"/>
                <a:cs typeface="Times New Roman" panose="02020603050405020304" pitchFamily="18" charset="0"/>
              </a:rPr>
              <a:t>preparation </a:t>
            </a:r>
            <a:r>
              <a:rPr lang="en-US" b="0" i="0" u="none" strike="noStrike" baseline="0" dirty="0">
                <a:solidFill>
                  <a:srgbClr val="333333"/>
                </a:solidFill>
                <a:latin typeface="Times New Roman" panose="02020603050405020304" pitchFamily="18" charset="0"/>
                <a:cs typeface="Times New Roman" panose="02020603050405020304" pitchFamily="18" charset="0"/>
              </a:rPr>
              <a:t>activities done once the input data comes into the machine learning system:</a:t>
            </a:r>
          </a:p>
          <a:p>
            <a:pPr lvl="1"/>
            <a:r>
              <a:rPr lang="en-US" b="0" i="0" u="none" strike="noStrike" baseline="0" dirty="0">
                <a:solidFill>
                  <a:srgbClr val="333333"/>
                </a:solidFill>
                <a:latin typeface="Times New Roman" panose="02020603050405020304" pitchFamily="18" charset="0"/>
                <a:cs typeface="Times New Roman" panose="02020603050405020304" pitchFamily="18" charset="0"/>
              </a:rPr>
              <a:t>Understand the type of data in the given input data set.</a:t>
            </a:r>
          </a:p>
          <a:p>
            <a:pPr lvl="1"/>
            <a:r>
              <a:rPr lang="en-US" b="0" i="0" u="none" strike="noStrike" baseline="0" dirty="0">
                <a:solidFill>
                  <a:srgbClr val="333333"/>
                </a:solidFill>
                <a:latin typeface="Times New Roman" panose="02020603050405020304" pitchFamily="18" charset="0"/>
                <a:cs typeface="Times New Roman" panose="02020603050405020304" pitchFamily="18" charset="0"/>
              </a:rPr>
              <a:t>Explore the data to understand the nature and quality.</a:t>
            </a:r>
          </a:p>
          <a:p>
            <a:pPr lvl="1"/>
            <a:r>
              <a:rPr lang="en-US" b="0" i="0" u="none" strike="noStrike" baseline="0" dirty="0">
                <a:solidFill>
                  <a:srgbClr val="333333"/>
                </a:solidFill>
                <a:latin typeface="Times New Roman" panose="02020603050405020304" pitchFamily="18" charset="0"/>
                <a:cs typeface="Times New Roman" panose="02020603050405020304" pitchFamily="18" charset="0"/>
              </a:rPr>
              <a:t>Explore the relationships amongst the data elements, e.g. inter-feature </a:t>
            </a:r>
            <a:r>
              <a:rPr lang="en-IN" b="0" i="0" u="none" strike="noStrike" baseline="0" dirty="0">
                <a:solidFill>
                  <a:srgbClr val="333333"/>
                </a:solidFill>
                <a:latin typeface="Times New Roman" panose="02020603050405020304" pitchFamily="18" charset="0"/>
                <a:cs typeface="Times New Roman" panose="02020603050405020304" pitchFamily="18" charset="0"/>
              </a:rPr>
              <a:t>relationship.</a:t>
            </a:r>
          </a:p>
          <a:p>
            <a:pPr lvl="1"/>
            <a:r>
              <a:rPr lang="en-US" b="0" i="0" u="none" strike="noStrike" baseline="0" dirty="0">
                <a:solidFill>
                  <a:srgbClr val="333333"/>
                </a:solidFill>
                <a:latin typeface="Times New Roman" panose="02020603050405020304" pitchFamily="18" charset="0"/>
                <a:cs typeface="Times New Roman" panose="02020603050405020304" pitchFamily="18" charset="0"/>
              </a:rPr>
              <a:t>Find potential issues in data.</a:t>
            </a:r>
          </a:p>
          <a:p>
            <a:pPr lvl="1"/>
            <a:r>
              <a:rPr lang="en-US" b="0" i="0" u="none" strike="noStrike" baseline="0" dirty="0">
                <a:solidFill>
                  <a:srgbClr val="333333"/>
                </a:solidFill>
                <a:latin typeface="Times New Roman" panose="02020603050405020304" pitchFamily="18" charset="0"/>
                <a:cs typeface="Times New Roman" panose="02020603050405020304" pitchFamily="18" charset="0"/>
              </a:rPr>
              <a:t>Do the necessary remediation, e.g. impute missing data values, etc., if </a:t>
            </a:r>
            <a:r>
              <a:rPr lang="en-IN" b="0" i="0" u="none" strike="noStrike" baseline="0" dirty="0">
                <a:solidFill>
                  <a:srgbClr val="333333"/>
                </a:solidFill>
                <a:latin typeface="Times New Roman" panose="02020603050405020304" pitchFamily="18" charset="0"/>
                <a:cs typeface="Times New Roman" panose="02020603050405020304" pitchFamily="18" charset="0"/>
              </a:rPr>
              <a:t>needed.</a:t>
            </a:r>
          </a:p>
          <a:p>
            <a:pPr lvl="1"/>
            <a:r>
              <a:rPr lang="en-US" b="0" i="0" u="none" strike="noStrike" baseline="0" dirty="0">
                <a:solidFill>
                  <a:srgbClr val="333333"/>
                </a:solidFill>
                <a:latin typeface="Times New Roman" panose="02020603050405020304" pitchFamily="18" charset="0"/>
                <a:cs typeface="Times New Roman" panose="02020603050405020304" pitchFamily="18" charset="0"/>
              </a:rPr>
              <a:t>Apply pre-processing steps, as necessary.</a:t>
            </a:r>
          </a:p>
          <a:p>
            <a:pPr lvl="1"/>
            <a:r>
              <a:rPr lang="en-US" b="0" i="0" u="none" strike="noStrike" baseline="0" dirty="0">
                <a:solidFill>
                  <a:srgbClr val="333333"/>
                </a:solidFill>
                <a:latin typeface="Times New Roman" panose="02020603050405020304" pitchFamily="18" charset="0"/>
                <a:cs typeface="Times New Roman" panose="02020603050405020304" pitchFamily="18" charset="0"/>
              </a:rPr>
              <a:t>Once the data is prepared for modelling, then the learning tasks start off and as a part of it, do the following activities:</a:t>
            </a:r>
          </a:p>
          <a:p>
            <a:pPr lvl="2"/>
            <a:r>
              <a:rPr lang="en-US" sz="2400" b="0" i="0" u="none" strike="noStrike" baseline="0" dirty="0">
                <a:solidFill>
                  <a:srgbClr val="333333"/>
                </a:solidFill>
                <a:latin typeface="Times New Roman" panose="02020603050405020304" pitchFamily="18" charset="0"/>
                <a:cs typeface="Times New Roman" panose="02020603050405020304" pitchFamily="18" charset="0"/>
              </a:rPr>
              <a:t>The input data is first divided into parts – the training data and the test data (called holdout) ( applicable for supervised learning </a:t>
            </a:r>
            <a:r>
              <a:rPr lang="en-IN" sz="2400" b="0" i="0" u="none" strike="noStrike" baseline="0" dirty="0">
                <a:solidFill>
                  <a:srgbClr val="333333"/>
                </a:solidFill>
                <a:latin typeface="Times New Roman" panose="02020603050405020304" pitchFamily="18" charset="0"/>
                <a:cs typeface="Times New Roman" panose="02020603050405020304" pitchFamily="18" charset="0"/>
              </a:rPr>
              <a:t>only.</a:t>
            </a:r>
          </a:p>
          <a:p>
            <a:pPr lvl="2"/>
            <a:r>
              <a:rPr lang="en-US" sz="2400" b="0" i="0" u="none" strike="noStrike" baseline="0" dirty="0">
                <a:solidFill>
                  <a:srgbClr val="333333"/>
                </a:solidFill>
                <a:latin typeface="Times New Roman" panose="02020603050405020304" pitchFamily="18" charset="0"/>
                <a:cs typeface="Times New Roman" panose="02020603050405020304" pitchFamily="18" charset="0"/>
              </a:rPr>
              <a:t>Consider different models or learning algorithms for selection.</a:t>
            </a:r>
          </a:p>
          <a:p>
            <a:pPr lvl="2"/>
            <a:r>
              <a:rPr lang="en-US" sz="2400" b="0" i="0" u="none" strike="noStrike" baseline="0" dirty="0">
                <a:solidFill>
                  <a:srgbClr val="333333"/>
                </a:solidFill>
                <a:latin typeface="Times New Roman" panose="02020603050405020304" pitchFamily="18" charset="0"/>
                <a:cs typeface="Times New Roman" panose="02020603050405020304" pitchFamily="18" charset="0"/>
              </a:rPr>
              <a:t>Train the model based on the training data for supervised learning problem and apply to unknown data. </a:t>
            </a:r>
          </a:p>
          <a:p>
            <a:pPr lvl="2"/>
            <a:r>
              <a:rPr lang="en-US" sz="2400" b="0" i="0" u="none" strike="noStrike" baseline="0" dirty="0">
                <a:solidFill>
                  <a:srgbClr val="333333"/>
                </a:solidFill>
                <a:latin typeface="Times New Roman" panose="02020603050405020304" pitchFamily="18" charset="0"/>
                <a:cs typeface="Times New Roman" panose="02020603050405020304" pitchFamily="18" charset="0"/>
              </a:rPr>
              <a:t>Directly apply the chosen unsupervised model on the input data for unsupervised learning </a:t>
            </a:r>
            <a:r>
              <a:rPr lang="en-IN" sz="2400" b="0" i="0" u="none" strike="noStrike" baseline="0" dirty="0">
                <a:solidFill>
                  <a:srgbClr val="333333"/>
                </a:solidFill>
                <a:latin typeface="Times New Roman" panose="02020603050405020304" pitchFamily="18" charset="0"/>
                <a:cs typeface="Times New Roman" panose="02020603050405020304" pitchFamily="18" charset="0"/>
              </a:rPr>
              <a:t>problem.</a:t>
            </a:r>
            <a:endParaRPr lang="en-IN" sz="24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20325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B99059-15F8-6AF0-AE47-8AC16DBD24DA}"/>
              </a:ext>
            </a:extLst>
          </p:cNvPr>
          <p:cNvSpPr>
            <a:spLocks noGrp="1"/>
          </p:cNvSpPr>
          <p:nvPr>
            <p:ph idx="1"/>
          </p:nvPr>
        </p:nvSpPr>
        <p:spPr>
          <a:xfrm>
            <a:off x="152399" y="283779"/>
            <a:ext cx="11873345" cy="5893184"/>
          </a:xfrm>
        </p:spPr>
        <p:txBody>
          <a:bodyPr>
            <a:normAutofit/>
          </a:bodyPr>
          <a:lstStyle/>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After the model is selected, trained (for supervised learning), and applied on input data, the performance of the model is evaluated. </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Based on options available, specific actions can be taken to improve the performance of the model, </a:t>
            </a:r>
            <a:r>
              <a:rPr lang="en-IN" b="0" i="0" u="none" strike="noStrike" baseline="0" dirty="0">
                <a:solidFill>
                  <a:srgbClr val="333333"/>
                </a:solidFill>
                <a:latin typeface="Times New Roman" panose="02020603050405020304" pitchFamily="18" charset="0"/>
                <a:cs typeface="Times New Roman" panose="02020603050405020304" pitchFamily="18" charset="0"/>
              </a:rPr>
              <a:t>if possible.</a:t>
            </a:r>
          </a:p>
          <a:p>
            <a:pPr algn="l"/>
            <a:r>
              <a:rPr lang="en-US" b="0" i="0" u="none" strike="noStrike" baseline="0" dirty="0">
                <a:solidFill>
                  <a:srgbClr val="070707"/>
                </a:solidFill>
                <a:latin typeface="Times New Roman" panose="02020603050405020304" pitchFamily="18" charset="0"/>
                <a:cs typeface="Times New Roman" panose="02020603050405020304" pitchFamily="18" charset="0"/>
              </a:rPr>
              <a:t>Figure </a:t>
            </a:r>
            <a:r>
              <a:rPr lang="en-US" b="0" i="0" u="none" strike="noStrike" baseline="0" dirty="0">
                <a:solidFill>
                  <a:srgbClr val="333333"/>
                </a:solidFill>
                <a:latin typeface="Times New Roman" panose="02020603050405020304" pitchFamily="18" charset="0"/>
                <a:cs typeface="Times New Roman" panose="02020603050405020304" pitchFamily="18" charset="0"/>
              </a:rPr>
              <a:t>depicts the four-step process of machine learning.</a:t>
            </a:r>
            <a:endParaRPr lang="en-IN" sz="4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D039C48-AF3C-3FC0-C3F1-DEB31222F92F}"/>
              </a:ext>
            </a:extLst>
          </p:cNvPr>
          <p:cNvPicPr>
            <a:picLocks noChangeAspect="1"/>
          </p:cNvPicPr>
          <p:nvPr/>
        </p:nvPicPr>
        <p:blipFill>
          <a:blip r:embed="rId2"/>
          <a:stretch>
            <a:fillRect/>
          </a:stretch>
        </p:blipFill>
        <p:spPr>
          <a:xfrm>
            <a:off x="1335939" y="2822028"/>
            <a:ext cx="7281739" cy="3878317"/>
          </a:xfrm>
          <a:prstGeom prst="rect">
            <a:avLst/>
          </a:prstGeom>
        </p:spPr>
      </p:pic>
    </p:spTree>
    <p:extLst>
      <p:ext uri="{BB962C8B-B14F-4D97-AF65-F5344CB8AC3E}">
        <p14:creationId xmlns:p14="http://schemas.microsoft.com/office/powerpoint/2010/main" val="37645921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FAE8108-45A4-DFAE-5E1B-9662301588D1}"/>
              </a:ext>
            </a:extLst>
          </p:cNvPr>
          <p:cNvPicPr>
            <a:picLocks noChangeAspect="1"/>
          </p:cNvPicPr>
          <p:nvPr/>
        </p:nvPicPr>
        <p:blipFill>
          <a:blip r:embed="rId2"/>
          <a:stretch>
            <a:fillRect/>
          </a:stretch>
        </p:blipFill>
        <p:spPr>
          <a:xfrm>
            <a:off x="422816" y="141891"/>
            <a:ext cx="11400785" cy="6605750"/>
          </a:xfrm>
          <a:prstGeom prst="rect">
            <a:avLst/>
          </a:prstGeom>
        </p:spPr>
      </p:pic>
    </p:spTree>
    <p:extLst>
      <p:ext uri="{BB962C8B-B14F-4D97-AF65-F5344CB8AC3E}">
        <p14:creationId xmlns:p14="http://schemas.microsoft.com/office/powerpoint/2010/main" val="37705097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752DA-9407-F08F-46EE-512FDAA43424}"/>
              </a:ext>
            </a:extLst>
          </p:cNvPr>
          <p:cNvSpPr>
            <a:spLocks noGrp="1"/>
          </p:cNvSpPr>
          <p:nvPr>
            <p:ph type="title"/>
          </p:nvPr>
        </p:nvSpPr>
        <p:spPr>
          <a:xfrm>
            <a:off x="-1" y="88031"/>
            <a:ext cx="11662612" cy="794285"/>
          </a:xfrm>
        </p:spPr>
        <p:txBody>
          <a:bodyPr>
            <a:normAutofit fontScale="90000"/>
          </a:bodyPr>
          <a:lstStyle/>
          <a:p>
            <a:r>
              <a:rPr lang="en-US" dirty="0">
                <a:solidFill>
                  <a:srgbClr val="404040"/>
                </a:solidFill>
                <a:latin typeface="Times New Roman" panose="02020603050405020304" pitchFamily="18" charset="0"/>
                <a:cs typeface="Times New Roman" panose="02020603050405020304" pitchFamily="18" charset="0"/>
              </a:rPr>
              <a:t>BASIC TYPES OF DATA IN MACHINE LEARNING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503B3C6-B96A-F0AE-F0C9-BF954535E1A8}"/>
              </a:ext>
            </a:extLst>
          </p:cNvPr>
          <p:cNvSpPr>
            <a:spLocks noGrp="1"/>
          </p:cNvSpPr>
          <p:nvPr>
            <p:ph idx="1"/>
          </p:nvPr>
        </p:nvSpPr>
        <p:spPr>
          <a:xfrm>
            <a:off x="-1" y="997524"/>
            <a:ext cx="12025745" cy="5179439"/>
          </a:xfrm>
        </p:spPr>
        <p:txBody>
          <a:bodyPr>
            <a:noAutofit/>
          </a:bodyPr>
          <a:lstStyle/>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A data set is a collection of related information or records. </a:t>
            </a: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The information may be on some entity or some subject area. </a:t>
            </a: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Each row of a data set is called a record. </a:t>
            </a: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Each data set also has multiple attributes, each of which gives information on a specific characteristic. </a:t>
            </a: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For example, in the data set on students, there are four attributes namely Roll Number, Name, Gender, and Age, each of which is a specific characteristic about the student entity. </a:t>
            </a: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Attributes can also be termed as feature, variable, dimension or field. </a:t>
            </a: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Both the data sets, Student and Student Performance, are having four features or dimensions; hence they are told to have four dimensional data space. </a:t>
            </a: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A row or record represents a point in the four-dimensional data space as each row has specific values for each of the four attributes or features. </a:t>
            </a: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Value of an attribute, may vary from record to </a:t>
            </a:r>
            <a:r>
              <a:rPr lang="en-IN" sz="2400" b="0" i="0" u="none" strike="noStrike" baseline="0" dirty="0">
                <a:solidFill>
                  <a:srgbClr val="333333"/>
                </a:solidFill>
                <a:latin typeface="Times New Roman" panose="02020603050405020304" pitchFamily="18" charset="0"/>
                <a:cs typeface="Times New Roman" panose="02020603050405020304" pitchFamily="18" charset="0"/>
              </a:rPr>
              <a:t>record.</a:t>
            </a:r>
            <a:endParaRPr lang="en-US" sz="2400" b="0" i="0" u="none" strike="noStrike" baseline="0" dirty="0">
              <a:solidFill>
                <a:srgbClr val="333333"/>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71099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6F627-C207-91E0-C0F3-BBC2D27DC19A}"/>
              </a:ext>
            </a:extLst>
          </p:cNvPr>
          <p:cNvSpPr>
            <a:spLocks noGrp="1"/>
          </p:cNvSpPr>
          <p:nvPr>
            <p:ph type="title"/>
          </p:nvPr>
        </p:nvSpPr>
        <p:spPr/>
        <p:txBody>
          <a:bodyPr/>
          <a:lstStyle/>
          <a:p>
            <a:r>
              <a:rPr lang="en-US" dirty="0"/>
              <a:t>Data types</a:t>
            </a:r>
            <a:endParaRPr lang="en-IN" dirty="0"/>
          </a:p>
        </p:txBody>
      </p:sp>
      <p:sp>
        <p:nvSpPr>
          <p:cNvPr id="3" name="Content Placeholder 2">
            <a:extLst>
              <a:ext uri="{FF2B5EF4-FFF2-40B4-BE49-F238E27FC236}">
                <a16:creationId xmlns:a16="http://schemas.microsoft.com/office/drawing/2014/main" id="{2D6BDB0D-DD3A-6182-48C8-3EA0561573D5}"/>
              </a:ext>
            </a:extLst>
          </p:cNvPr>
          <p:cNvSpPr>
            <a:spLocks noGrp="1"/>
          </p:cNvSpPr>
          <p:nvPr>
            <p:ph idx="1"/>
          </p:nvPr>
        </p:nvSpPr>
        <p:spPr/>
        <p:txBody>
          <a:bodyPr>
            <a:normAutofit/>
          </a:bodyPr>
          <a:lstStyle/>
          <a:p>
            <a:pPr algn="l"/>
            <a:r>
              <a:rPr lang="en-US" dirty="0">
                <a:solidFill>
                  <a:srgbClr val="333333"/>
                </a:solidFill>
                <a:latin typeface="Times New Roman" panose="02020603050405020304" pitchFamily="18" charset="0"/>
                <a:cs typeface="Times New Roman" panose="02020603050405020304" pitchFamily="18" charset="0"/>
              </a:rPr>
              <a:t>D</a:t>
            </a:r>
            <a:r>
              <a:rPr lang="en-US" b="0" i="0" u="none" strike="noStrike" baseline="0" dirty="0">
                <a:solidFill>
                  <a:srgbClr val="333333"/>
                </a:solidFill>
                <a:latin typeface="Times New Roman" panose="02020603050405020304" pitchFamily="18" charset="0"/>
                <a:cs typeface="Times New Roman" panose="02020603050405020304" pitchFamily="18" charset="0"/>
              </a:rPr>
              <a:t>ifferent types of data broadly divided into following two types:</a:t>
            </a:r>
          </a:p>
          <a:p>
            <a:pPr marL="342900" indent="-342900" algn="l">
              <a:buFont typeface="+mj-lt"/>
              <a:buAutoNum type="arabicPeriod"/>
            </a:pPr>
            <a:r>
              <a:rPr lang="en-IN" b="0" i="0" u="none" strike="noStrike" baseline="0" dirty="0">
                <a:solidFill>
                  <a:srgbClr val="333333"/>
                </a:solidFill>
                <a:latin typeface="Times New Roman" panose="02020603050405020304" pitchFamily="18" charset="0"/>
                <a:cs typeface="Times New Roman" panose="02020603050405020304" pitchFamily="18" charset="0"/>
              </a:rPr>
              <a:t>Qualitative data</a:t>
            </a:r>
          </a:p>
          <a:p>
            <a:pPr marL="342900" indent="-342900" algn="l">
              <a:buFont typeface="+mj-lt"/>
              <a:buAutoNum type="arabicPeriod"/>
            </a:pPr>
            <a:r>
              <a:rPr lang="en-IN" b="0" i="0" u="none" strike="noStrike" baseline="0" dirty="0">
                <a:solidFill>
                  <a:srgbClr val="333333"/>
                </a:solidFill>
                <a:latin typeface="Times New Roman" panose="02020603050405020304" pitchFamily="18" charset="0"/>
                <a:cs typeface="Times New Roman" panose="02020603050405020304" pitchFamily="18" charset="0"/>
              </a:rPr>
              <a:t>Quantitative data</a:t>
            </a:r>
          </a:p>
        </p:txBody>
      </p:sp>
    </p:spTree>
    <p:extLst>
      <p:ext uri="{BB962C8B-B14F-4D97-AF65-F5344CB8AC3E}">
        <p14:creationId xmlns:p14="http://schemas.microsoft.com/office/powerpoint/2010/main" val="21573243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E7DFD-D9A1-2F70-EA30-6CDE335184B7}"/>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Qualitative Data</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477E804-718C-0C09-9E7B-C0F395983BFE}"/>
              </a:ext>
            </a:extLst>
          </p:cNvPr>
          <p:cNvSpPr>
            <a:spLocks noGrp="1"/>
          </p:cNvSpPr>
          <p:nvPr>
            <p:ph idx="1"/>
          </p:nvPr>
        </p:nvSpPr>
        <p:spPr/>
        <p:txBody>
          <a:bodyPr>
            <a:noAutofit/>
          </a:bodyPr>
          <a:lstStyle/>
          <a:p>
            <a:pPr algn="l"/>
            <a:r>
              <a:rPr lang="en-US" sz="2400" b="1" i="0" u="none" strike="noStrike" baseline="0" dirty="0">
                <a:solidFill>
                  <a:srgbClr val="333333"/>
                </a:solidFill>
                <a:latin typeface="Times New Roman" panose="02020603050405020304" pitchFamily="18" charset="0"/>
                <a:cs typeface="Times New Roman" panose="02020603050405020304" pitchFamily="18" charset="0"/>
              </a:rPr>
              <a:t>Qualitative data </a:t>
            </a:r>
            <a:r>
              <a:rPr lang="en-US" sz="2400" b="0" i="0" u="none" strike="noStrike" baseline="0" dirty="0">
                <a:solidFill>
                  <a:srgbClr val="333333"/>
                </a:solidFill>
                <a:latin typeface="Times New Roman" panose="02020603050405020304" pitchFamily="18" charset="0"/>
                <a:cs typeface="Times New Roman" panose="02020603050405020304" pitchFamily="18" charset="0"/>
              </a:rPr>
              <a:t>provides information about the quality of an object or information which cannot be measured.</a:t>
            </a: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For example,  the quality of performance of students in terms of ‘Good’, ‘Average’, and ‘Poor’. Also, name or roll number of</a:t>
            </a: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students cannot be measured using some scale of measurement. </a:t>
            </a:r>
          </a:p>
          <a:p>
            <a:pPr algn="l"/>
            <a:r>
              <a:rPr lang="en-IN" sz="2400" b="0" i="0" u="none" strike="noStrike" baseline="0" dirty="0">
                <a:solidFill>
                  <a:srgbClr val="333333"/>
                </a:solidFill>
                <a:latin typeface="Times New Roman" panose="02020603050405020304" pitchFamily="18" charset="0"/>
                <a:cs typeface="Times New Roman" panose="02020603050405020304" pitchFamily="18" charset="0"/>
              </a:rPr>
              <a:t>Qualitative data is also called </a:t>
            </a:r>
            <a:r>
              <a:rPr lang="en-IN" sz="2400" b="1" i="0" u="none" strike="noStrike" baseline="0" dirty="0">
                <a:solidFill>
                  <a:srgbClr val="333333"/>
                </a:solidFill>
                <a:latin typeface="Times New Roman" panose="02020603050405020304" pitchFamily="18" charset="0"/>
                <a:cs typeface="Times New Roman" panose="02020603050405020304" pitchFamily="18" charset="0"/>
              </a:rPr>
              <a:t>categorical data</a:t>
            </a:r>
            <a:r>
              <a:rPr lang="en-IN" sz="2400" b="0" i="0" u="none" strike="noStrike" baseline="0" dirty="0">
                <a:solidFill>
                  <a:srgbClr val="333333"/>
                </a:solidFill>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333333"/>
                </a:solidFill>
                <a:latin typeface="Times New Roman" panose="02020603050405020304" pitchFamily="18" charset="0"/>
                <a:cs typeface="Times New Roman" panose="02020603050405020304" pitchFamily="18" charset="0"/>
              </a:rPr>
              <a:t>Qualitative data can be further subdivided into two types as </a:t>
            </a:r>
            <a:r>
              <a:rPr lang="en-IN" sz="2400" b="0" i="0" u="none" strike="noStrike" baseline="0" dirty="0">
                <a:solidFill>
                  <a:srgbClr val="333333"/>
                </a:solidFill>
                <a:latin typeface="Times New Roman" panose="02020603050405020304" pitchFamily="18" charset="0"/>
                <a:cs typeface="Times New Roman" panose="02020603050405020304" pitchFamily="18" charset="0"/>
              </a:rPr>
              <a:t>follows:</a:t>
            </a:r>
          </a:p>
          <a:p>
            <a:pPr marL="0" indent="0" algn="l">
              <a:buNone/>
            </a:pPr>
            <a:r>
              <a:rPr lang="en-IN" sz="2400" b="1" i="0" u="none" strike="noStrike" baseline="0" dirty="0">
                <a:solidFill>
                  <a:srgbClr val="333333"/>
                </a:solidFill>
                <a:latin typeface="Times New Roman" panose="02020603050405020304" pitchFamily="18" charset="0"/>
                <a:cs typeface="Times New Roman" panose="02020603050405020304" pitchFamily="18" charset="0"/>
              </a:rPr>
              <a:t>1. Nominal data</a:t>
            </a:r>
          </a:p>
          <a:p>
            <a:pPr marL="0" indent="0" algn="l">
              <a:buNone/>
            </a:pPr>
            <a:r>
              <a:rPr lang="en-IN" sz="2400" b="1" i="0" u="none" strike="noStrike" baseline="0" dirty="0">
                <a:solidFill>
                  <a:srgbClr val="333333"/>
                </a:solidFill>
                <a:latin typeface="Times New Roman" panose="02020603050405020304" pitchFamily="18" charset="0"/>
                <a:cs typeface="Times New Roman" panose="02020603050405020304" pitchFamily="18" charset="0"/>
              </a:rPr>
              <a:t>2. Ordinal data</a:t>
            </a:r>
          </a:p>
        </p:txBody>
      </p:sp>
    </p:spTree>
    <p:extLst>
      <p:ext uri="{BB962C8B-B14F-4D97-AF65-F5344CB8AC3E}">
        <p14:creationId xmlns:p14="http://schemas.microsoft.com/office/powerpoint/2010/main" val="34051486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24DC2-3ED9-3CB6-CC5A-F434ADBAB27B}"/>
              </a:ext>
            </a:extLst>
          </p:cNvPr>
          <p:cNvSpPr>
            <a:spLocks noGrp="1"/>
          </p:cNvSpPr>
          <p:nvPr>
            <p:ph type="title"/>
          </p:nvPr>
        </p:nvSpPr>
        <p:spPr>
          <a:xfrm>
            <a:off x="838200" y="88031"/>
            <a:ext cx="10515600" cy="810327"/>
          </a:xfrm>
        </p:spPr>
        <p:txBody>
          <a:bodyPr/>
          <a:lstStyle/>
          <a:p>
            <a:r>
              <a:rPr lang="en-US" dirty="0"/>
              <a:t>Nominal Data</a:t>
            </a:r>
            <a:endParaRPr lang="en-IN" dirty="0"/>
          </a:p>
        </p:txBody>
      </p:sp>
      <p:sp>
        <p:nvSpPr>
          <p:cNvPr id="3" name="Content Placeholder 2">
            <a:extLst>
              <a:ext uri="{FF2B5EF4-FFF2-40B4-BE49-F238E27FC236}">
                <a16:creationId xmlns:a16="http://schemas.microsoft.com/office/drawing/2014/main" id="{1A4AF830-DE03-CFBB-8A6C-5131F68FA015}"/>
              </a:ext>
            </a:extLst>
          </p:cNvPr>
          <p:cNvSpPr>
            <a:spLocks noGrp="1"/>
          </p:cNvSpPr>
          <p:nvPr>
            <p:ph idx="1"/>
          </p:nvPr>
        </p:nvSpPr>
        <p:spPr>
          <a:xfrm>
            <a:off x="152399" y="1058779"/>
            <a:ext cx="11873345" cy="5711190"/>
          </a:xfrm>
        </p:spPr>
        <p:txBody>
          <a:bodyPr>
            <a:noAutofit/>
          </a:bodyPr>
          <a:lstStyle/>
          <a:p>
            <a:pPr algn="l"/>
            <a:r>
              <a:rPr lang="en-US" b="1" i="0" u="none" strike="noStrike" baseline="0" dirty="0">
                <a:solidFill>
                  <a:srgbClr val="333333"/>
                </a:solidFill>
                <a:latin typeface="Times New Roman" panose="02020603050405020304" pitchFamily="18" charset="0"/>
                <a:cs typeface="Times New Roman" panose="02020603050405020304" pitchFamily="18" charset="0"/>
              </a:rPr>
              <a:t>Nominal data </a:t>
            </a:r>
            <a:r>
              <a:rPr lang="en-US" b="0" i="0" u="none" strike="noStrike" baseline="0" dirty="0">
                <a:solidFill>
                  <a:srgbClr val="333333"/>
                </a:solidFill>
                <a:latin typeface="Times New Roman" panose="02020603050405020304" pitchFamily="18" charset="0"/>
                <a:cs typeface="Times New Roman" panose="02020603050405020304" pitchFamily="18" charset="0"/>
              </a:rPr>
              <a:t>is one which has no numeric value, but a named value. </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It is used for assigning named values to attributes.</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 Nominal values cannot be quantified. </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Examples of </a:t>
            </a:r>
            <a:r>
              <a:rPr lang="en-IN" b="0" i="0" u="none" strike="noStrike" baseline="0" dirty="0">
                <a:solidFill>
                  <a:srgbClr val="333333"/>
                </a:solidFill>
                <a:latin typeface="Times New Roman" panose="02020603050405020304" pitchFamily="18" charset="0"/>
                <a:cs typeface="Times New Roman" panose="02020603050405020304" pitchFamily="18" charset="0"/>
              </a:rPr>
              <a:t>nominal data are</a:t>
            </a:r>
          </a:p>
          <a:p>
            <a:pPr algn="l"/>
            <a:r>
              <a:rPr lang="en-IN" b="0" i="0" u="none" strike="noStrike" baseline="0" dirty="0">
                <a:solidFill>
                  <a:srgbClr val="333333"/>
                </a:solidFill>
                <a:latin typeface="Times New Roman" panose="02020603050405020304" pitchFamily="18" charset="0"/>
                <a:cs typeface="Times New Roman" panose="02020603050405020304" pitchFamily="18" charset="0"/>
              </a:rPr>
              <a:t>Blood group: A, B, O, AB, etc.</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Nationality: Indian, American, British, etc.</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Gender: Male, Female, Other</a:t>
            </a:r>
          </a:p>
          <a:p>
            <a:pPr algn="l"/>
            <a:r>
              <a:rPr lang="en-US" i="0" u="none" strike="noStrike" baseline="0" dirty="0">
                <a:solidFill>
                  <a:srgbClr val="333333"/>
                </a:solidFill>
                <a:latin typeface="Times New Roman" panose="02020603050405020304" pitchFamily="18" charset="0"/>
                <a:cs typeface="Times New Roman" panose="02020603050405020304" pitchFamily="18" charset="0"/>
              </a:rPr>
              <a:t>A special case of nominal data is when </a:t>
            </a:r>
            <a:r>
              <a:rPr lang="en-US" b="1" i="0" u="none" strike="noStrike" baseline="0" dirty="0">
                <a:solidFill>
                  <a:srgbClr val="333333"/>
                </a:solidFill>
                <a:latin typeface="Times New Roman" panose="02020603050405020304" pitchFamily="18" charset="0"/>
                <a:cs typeface="Times New Roman" panose="02020603050405020304" pitchFamily="18" charset="0"/>
              </a:rPr>
              <a:t>only two labels </a:t>
            </a:r>
            <a:r>
              <a:rPr lang="en-US" i="0" u="none" strike="noStrike" baseline="0" dirty="0">
                <a:solidFill>
                  <a:srgbClr val="333333"/>
                </a:solidFill>
                <a:latin typeface="Times New Roman" panose="02020603050405020304" pitchFamily="18" charset="0"/>
                <a:cs typeface="Times New Roman" panose="02020603050405020304" pitchFamily="18" charset="0"/>
              </a:rPr>
              <a:t>are possible, e.g. pass/fail as a result of an examination. </a:t>
            </a:r>
          </a:p>
          <a:p>
            <a:pPr algn="l"/>
            <a:r>
              <a:rPr lang="en-US" i="0" u="none" strike="noStrike" baseline="0" dirty="0">
                <a:solidFill>
                  <a:srgbClr val="333333"/>
                </a:solidFill>
                <a:latin typeface="Times New Roman" panose="02020603050405020304" pitchFamily="18" charset="0"/>
                <a:cs typeface="Times New Roman" panose="02020603050405020304" pitchFamily="18" charset="0"/>
              </a:rPr>
              <a:t>This sub-type of nominal data is called ‘</a:t>
            </a:r>
            <a:r>
              <a:rPr lang="en-US" b="1" i="0" u="none" strike="noStrike" baseline="0" dirty="0">
                <a:solidFill>
                  <a:srgbClr val="333333"/>
                </a:solidFill>
                <a:latin typeface="Times New Roman" panose="02020603050405020304" pitchFamily="18" charset="0"/>
                <a:cs typeface="Times New Roman" panose="02020603050405020304" pitchFamily="18" charset="0"/>
              </a:rPr>
              <a:t>dichotomous</a:t>
            </a:r>
            <a:r>
              <a:rPr lang="en-US" i="0" u="none" strike="noStrike" baseline="0" dirty="0">
                <a:solidFill>
                  <a:srgbClr val="333333"/>
                </a:solidFill>
                <a:latin typeface="Times New Roman" panose="02020603050405020304" pitchFamily="18" charset="0"/>
                <a:cs typeface="Times New Roman" panose="02020603050405020304" pitchFamily="18" charset="0"/>
              </a:rPr>
              <a:t>’.</a:t>
            </a:r>
          </a:p>
          <a:p>
            <a:r>
              <a:rPr lang="en-US" dirty="0">
                <a:solidFill>
                  <a:srgbClr val="333333"/>
                </a:solidFill>
                <a:latin typeface="Times New Roman" panose="02020603050405020304" pitchFamily="18" charset="0"/>
                <a:cs typeface="Times New Roman" panose="02020603050405020304" pitchFamily="18" charset="0"/>
              </a:rPr>
              <a:t>Mathematical operations and statistical functions </a:t>
            </a:r>
            <a:r>
              <a:rPr lang="en-US" b="0" i="0" u="none" strike="noStrike" baseline="0" dirty="0">
                <a:solidFill>
                  <a:srgbClr val="333333"/>
                </a:solidFill>
                <a:latin typeface="Times New Roman" panose="02020603050405020304" pitchFamily="18" charset="0"/>
                <a:cs typeface="Times New Roman" panose="02020603050405020304" pitchFamily="18" charset="0"/>
              </a:rPr>
              <a:t>cannot be performed on nominal data, but only basic count, is possible.</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18852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9183D-5523-F882-4E1D-1365B6505D2C}"/>
              </a:ext>
            </a:extLst>
          </p:cNvPr>
          <p:cNvSpPr>
            <a:spLocks noGrp="1"/>
          </p:cNvSpPr>
          <p:nvPr>
            <p:ph type="title"/>
          </p:nvPr>
        </p:nvSpPr>
        <p:spPr>
          <a:xfrm>
            <a:off x="838200" y="88032"/>
            <a:ext cx="10515600" cy="649906"/>
          </a:xfrm>
        </p:spPr>
        <p:txBody>
          <a:bodyPr>
            <a:normAutofit fontScale="90000"/>
          </a:bodyPr>
          <a:lstStyle/>
          <a:p>
            <a:r>
              <a:rPr lang="en-US" dirty="0"/>
              <a:t>Ordinal Data</a:t>
            </a:r>
            <a:endParaRPr lang="en-IN" dirty="0"/>
          </a:p>
        </p:txBody>
      </p:sp>
      <p:sp>
        <p:nvSpPr>
          <p:cNvPr id="3" name="Content Placeholder 2">
            <a:extLst>
              <a:ext uri="{FF2B5EF4-FFF2-40B4-BE49-F238E27FC236}">
                <a16:creationId xmlns:a16="http://schemas.microsoft.com/office/drawing/2014/main" id="{9D7743D6-FCDD-A5B5-C9D1-62BC1D7CE8D3}"/>
              </a:ext>
            </a:extLst>
          </p:cNvPr>
          <p:cNvSpPr>
            <a:spLocks noGrp="1"/>
          </p:cNvSpPr>
          <p:nvPr>
            <p:ph idx="1"/>
          </p:nvPr>
        </p:nvSpPr>
        <p:spPr>
          <a:xfrm>
            <a:off x="159327" y="997524"/>
            <a:ext cx="12032673" cy="5659950"/>
          </a:xfrm>
        </p:spPr>
        <p:txBody>
          <a:bodyPr>
            <a:noAutofit/>
          </a:bodyPr>
          <a:lstStyle/>
          <a:p>
            <a:pPr algn="l"/>
            <a:r>
              <a:rPr lang="en-US" b="1" i="0" u="none" strike="noStrike" baseline="0" dirty="0">
                <a:solidFill>
                  <a:srgbClr val="333333"/>
                </a:solidFill>
                <a:latin typeface="Times New Roman" panose="02020603050405020304" pitchFamily="18" charset="0"/>
                <a:cs typeface="Times New Roman" panose="02020603050405020304" pitchFamily="18" charset="0"/>
              </a:rPr>
              <a:t>Ordinal data</a:t>
            </a:r>
            <a:r>
              <a:rPr lang="en-US" b="0" i="0" u="none" strike="noStrike" baseline="0" dirty="0">
                <a:solidFill>
                  <a:srgbClr val="333333"/>
                </a:solidFill>
                <a:latin typeface="Times New Roman" panose="02020603050405020304" pitchFamily="18" charset="0"/>
                <a:cs typeface="Times New Roman" panose="02020603050405020304" pitchFamily="18" charset="0"/>
              </a:rPr>
              <a:t>, having the properties of nominal data, can be naturally ordered. </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Ordinal data assigns named values to attributes but, they can be arranged in a sequence of increasing or decreasing value, so that a value can be compared to be better than or greater than another value. </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Examples of ordinal </a:t>
            </a:r>
            <a:r>
              <a:rPr lang="en-IN" b="0" i="0" u="none" strike="noStrike" baseline="0" dirty="0">
                <a:solidFill>
                  <a:srgbClr val="333333"/>
                </a:solidFill>
                <a:latin typeface="Times New Roman" panose="02020603050405020304" pitchFamily="18" charset="0"/>
                <a:cs typeface="Times New Roman" panose="02020603050405020304" pitchFamily="18" charset="0"/>
              </a:rPr>
              <a:t>data are</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Customer satisfaction: ‘Very Happy’, ‘Happy’, ‘Unhappy’, etc.</a:t>
            </a:r>
          </a:p>
          <a:p>
            <a:pPr algn="l"/>
            <a:r>
              <a:rPr lang="en-IN" b="0" i="0" u="none" strike="noStrike" baseline="0" dirty="0">
                <a:solidFill>
                  <a:srgbClr val="333333"/>
                </a:solidFill>
                <a:latin typeface="Times New Roman" panose="02020603050405020304" pitchFamily="18" charset="0"/>
                <a:cs typeface="Times New Roman" panose="02020603050405020304" pitchFamily="18" charset="0"/>
              </a:rPr>
              <a:t>Grades: A, B, C, etc.</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Hardness of Metal: ‘Very Hard’, ‘Hard’, ‘Soft’, etc.</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Basic counting is possible for ordinal data, hence, the mode can be identified. </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Since ordering is possible in ordinal data, median, and quartiles can be identified in addition. </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Mean can still not be calculated.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75073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96010-E851-D0B4-3AFA-8D7E3241BA79}"/>
              </a:ext>
            </a:extLst>
          </p:cNvPr>
          <p:cNvSpPr>
            <a:spLocks noGrp="1"/>
          </p:cNvSpPr>
          <p:nvPr>
            <p:ph type="title"/>
          </p:nvPr>
        </p:nvSpPr>
        <p:spPr/>
        <p:txBody>
          <a:bodyPr/>
          <a:lstStyle/>
          <a:p>
            <a:r>
              <a:rPr lang="en-US" dirty="0"/>
              <a:t>Quantitative Data</a:t>
            </a:r>
            <a:endParaRPr lang="en-IN" dirty="0"/>
          </a:p>
        </p:txBody>
      </p:sp>
      <p:sp>
        <p:nvSpPr>
          <p:cNvPr id="3" name="Content Placeholder 2">
            <a:extLst>
              <a:ext uri="{FF2B5EF4-FFF2-40B4-BE49-F238E27FC236}">
                <a16:creationId xmlns:a16="http://schemas.microsoft.com/office/drawing/2014/main" id="{6DA5B32C-1AEE-D9C7-F47C-523C3CDBAE7B}"/>
              </a:ext>
            </a:extLst>
          </p:cNvPr>
          <p:cNvSpPr>
            <a:spLocks noGrp="1"/>
          </p:cNvSpPr>
          <p:nvPr>
            <p:ph idx="1"/>
          </p:nvPr>
        </p:nvSpPr>
        <p:spPr/>
        <p:txBody>
          <a:bodyPr>
            <a:normAutofit/>
          </a:bodyPr>
          <a:lstStyle/>
          <a:p>
            <a:pPr algn="l"/>
            <a:r>
              <a:rPr lang="en-IN" b="1" i="0" u="none" strike="noStrike" baseline="0" dirty="0">
                <a:solidFill>
                  <a:srgbClr val="333333"/>
                </a:solidFill>
                <a:latin typeface="Times New Roman" panose="02020603050405020304" pitchFamily="18" charset="0"/>
                <a:cs typeface="Times New Roman" panose="02020603050405020304" pitchFamily="18" charset="0"/>
              </a:rPr>
              <a:t>Quantitative data </a:t>
            </a:r>
            <a:r>
              <a:rPr lang="en-IN" b="0" i="0" u="none" strike="noStrike" baseline="0" dirty="0">
                <a:solidFill>
                  <a:srgbClr val="333333"/>
                </a:solidFill>
                <a:latin typeface="Times New Roman" panose="02020603050405020304" pitchFamily="18" charset="0"/>
                <a:cs typeface="Times New Roman" panose="02020603050405020304" pitchFamily="18" charset="0"/>
              </a:rPr>
              <a:t>relates to information about the quantity </a:t>
            </a:r>
            <a:r>
              <a:rPr lang="en-US" b="0" i="0" u="none" strike="noStrike" baseline="0" dirty="0">
                <a:solidFill>
                  <a:srgbClr val="333333"/>
                </a:solidFill>
                <a:latin typeface="Times New Roman" panose="02020603050405020304" pitchFamily="18" charset="0"/>
                <a:cs typeface="Times New Roman" panose="02020603050405020304" pitchFamily="18" charset="0"/>
              </a:rPr>
              <a:t>of an object – hence it can be measured. </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For example, consider the attribute ‘marks’, it can be measured using a scale of measurement. </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Quantitative data is also termed as numeric data. </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There are two types of quantitative data:</a:t>
            </a:r>
          </a:p>
          <a:p>
            <a:pPr marL="0" indent="0" algn="l">
              <a:buNone/>
            </a:pPr>
            <a:r>
              <a:rPr lang="en-IN" b="0" i="0" u="none" strike="noStrike" baseline="0" dirty="0">
                <a:solidFill>
                  <a:srgbClr val="333333"/>
                </a:solidFill>
                <a:latin typeface="Times New Roman" panose="02020603050405020304" pitchFamily="18" charset="0"/>
                <a:cs typeface="Times New Roman" panose="02020603050405020304" pitchFamily="18" charset="0"/>
              </a:rPr>
              <a:t>1. Interval data</a:t>
            </a:r>
          </a:p>
          <a:p>
            <a:pPr marL="0" indent="0" algn="l">
              <a:buNone/>
            </a:pPr>
            <a:r>
              <a:rPr lang="en-IN" b="0" i="0" u="none" strike="noStrike" baseline="0" dirty="0">
                <a:solidFill>
                  <a:srgbClr val="333333"/>
                </a:solidFill>
                <a:latin typeface="Times New Roman" panose="02020603050405020304" pitchFamily="18" charset="0"/>
                <a:cs typeface="Times New Roman" panose="02020603050405020304" pitchFamily="18" charset="0"/>
              </a:rPr>
              <a:t>2. Ratio data</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15303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15BB0-940A-DA94-46B6-04F9428BCBA3}"/>
              </a:ext>
            </a:extLst>
          </p:cNvPr>
          <p:cNvSpPr>
            <a:spLocks noGrp="1"/>
          </p:cNvSpPr>
          <p:nvPr>
            <p:ph type="title"/>
          </p:nvPr>
        </p:nvSpPr>
        <p:spPr>
          <a:xfrm>
            <a:off x="152399" y="88032"/>
            <a:ext cx="11201401" cy="746158"/>
          </a:xfrm>
        </p:spPr>
        <p:txBody>
          <a:bodyPr/>
          <a:lstStyle/>
          <a:p>
            <a:r>
              <a:rPr lang="en-US" dirty="0"/>
              <a:t>Interval Data</a:t>
            </a:r>
            <a:endParaRPr lang="en-IN" dirty="0"/>
          </a:p>
        </p:txBody>
      </p:sp>
      <p:sp>
        <p:nvSpPr>
          <p:cNvPr id="3" name="Content Placeholder 2">
            <a:extLst>
              <a:ext uri="{FF2B5EF4-FFF2-40B4-BE49-F238E27FC236}">
                <a16:creationId xmlns:a16="http://schemas.microsoft.com/office/drawing/2014/main" id="{58A62B8F-6F2D-99A4-5184-9EB8EA2B05DE}"/>
              </a:ext>
            </a:extLst>
          </p:cNvPr>
          <p:cNvSpPr>
            <a:spLocks noGrp="1"/>
          </p:cNvSpPr>
          <p:nvPr>
            <p:ph idx="1"/>
          </p:nvPr>
        </p:nvSpPr>
        <p:spPr>
          <a:xfrm>
            <a:off x="152399" y="1026695"/>
            <a:ext cx="11873345" cy="5037974"/>
          </a:xfrm>
        </p:spPr>
        <p:txBody>
          <a:bodyPr>
            <a:noAutofit/>
          </a:bodyPr>
          <a:lstStyle/>
          <a:p>
            <a:pPr algn="l"/>
            <a:r>
              <a:rPr lang="en-US" b="1" i="0" u="none" strike="noStrike" baseline="0" dirty="0">
                <a:solidFill>
                  <a:srgbClr val="333333"/>
                </a:solidFill>
                <a:latin typeface="Times New Roman" panose="02020603050405020304" pitchFamily="18" charset="0"/>
                <a:cs typeface="Times New Roman" panose="02020603050405020304" pitchFamily="18" charset="0"/>
              </a:rPr>
              <a:t>Interval data </a:t>
            </a:r>
            <a:r>
              <a:rPr lang="en-US" b="0" i="0" u="none" strike="noStrike" baseline="0" dirty="0">
                <a:solidFill>
                  <a:srgbClr val="333333"/>
                </a:solidFill>
                <a:latin typeface="Times New Roman" panose="02020603050405020304" pitchFamily="18" charset="0"/>
                <a:cs typeface="Times New Roman" panose="02020603050405020304" pitchFamily="18" charset="0"/>
              </a:rPr>
              <a:t>is numeric data for which the order is known, and also the exact difference between values is also known. </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An ideal example of interval data is Celsius temperature where the difference between each value remains the same in Celsius temperature. </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For example, the difference between 12°C and 18°C degrees is measurable and is 6°C as in the case of difference between 15.5°C and 21.5°C. </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Other </a:t>
            </a:r>
            <a:r>
              <a:rPr lang="en-IN" b="0" i="0" u="none" strike="noStrike" baseline="0" dirty="0">
                <a:solidFill>
                  <a:srgbClr val="333333"/>
                </a:solidFill>
                <a:latin typeface="Times New Roman" panose="02020603050405020304" pitchFamily="18" charset="0"/>
                <a:cs typeface="Times New Roman" panose="02020603050405020304" pitchFamily="18" charset="0"/>
              </a:rPr>
              <a:t>examples include date, time, etc.</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For interval data, mathematical operations are possible. </a:t>
            </a:r>
          </a:p>
          <a:p>
            <a:pPr algn="l"/>
            <a:r>
              <a:rPr lang="en-US" dirty="0">
                <a:solidFill>
                  <a:srgbClr val="333333"/>
                </a:solidFill>
                <a:latin typeface="Times New Roman" panose="02020603050405020304" pitchFamily="18" charset="0"/>
                <a:cs typeface="Times New Roman" panose="02020603050405020304" pitchFamily="18" charset="0"/>
              </a:rPr>
              <a:t>Hence, </a:t>
            </a:r>
            <a:r>
              <a:rPr lang="en-US" b="0" i="0" u="none" strike="noStrike" baseline="0" dirty="0">
                <a:solidFill>
                  <a:srgbClr val="333333"/>
                </a:solidFill>
                <a:latin typeface="Times New Roman" panose="02020603050405020304" pitchFamily="18" charset="0"/>
                <a:cs typeface="Times New Roman" panose="02020603050405020304" pitchFamily="18" charset="0"/>
              </a:rPr>
              <a:t>for interval data, the central tendency can be measured by mean, median, mode, Standard deviation can be calculated.</a:t>
            </a:r>
          </a:p>
        </p:txBody>
      </p:sp>
    </p:spTree>
    <p:extLst>
      <p:ext uri="{BB962C8B-B14F-4D97-AF65-F5344CB8AC3E}">
        <p14:creationId xmlns:p14="http://schemas.microsoft.com/office/powerpoint/2010/main" val="37526805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73160C-7C24-B676-E571-DB0684EA5C0E}"/>
              </a:ext>
            </a:extLst>
          </p:cNvPr>
          <p:cNvSpPr>
            <a:spLocks noGrp="1"/>
          </p:cNvSpPr>
          <p:nvPr>
            <p:ph idx="1"/>
          </p:nvPr>
        </p:nvSpPr>
        <p:spPr/>
        <p:txBody>
          <a:bodyPr/>
          <a:lstStyle/>
          <a:p>
            <a:pPr algn="l"/>
            <a:r>
              <a:rPr lang="en-US" sz="2800" b="0" i="0" u="none" strike="noStrike" baseline="0" dirty="0">
                <a:solidFill>
                  <a:srgbClr val="333333"/>
                </a:solidFill>
                <a:latin typeface="Times New Roman" panose="02020603050405020304" pitchFamily="18" charset="0"/>
                <a:cs typeface="Times New Roman" panose="02020603050405020304" pitchFamily="18" charset="0"/>
              </a:rPr>
              <a:t>However, interval data do not have something called a ‘</a:t>
            </a:r>
            <a:r>
              <a:rPr lang="en-US" sz="2800" b="1" i="0" u="none" strike="noStrike" baseline="0" dirty="0">
                <a:solidFill>
                  <a:srgbClr val="333333"/>
                </a:solidFill>
                <a:latin typeface="Times New Roman" panose="02020603050405020304" pitchFamily="18" charset="0"/>
                <a:cs typeface="Times New Roman" panose="02020603050405020304" pitchFamily="18" charset="0"/>
              </a:rPr>
              <a:t>true zero’ value</a:t>
            </a:r>
            <a:r>
              <a:rPr lang="en-US" sz="2800" b="0" i="0" u="none" strike="noStrike" baseline="0" dirty="0">
                <a:solidFill>
                  <a:srgbClr val="333333"/>
                </a:solidFill>
                <a:latin typeface="Times New Roman" panose="02020603050405020304" pitchFamily="18" charset="0"/>
                <a:cs typeface="Times New Roman" panose="02020603050405020304" pitchFamily="18" charset="0"/>
              </a:rPr>
              <a:t>. </a:t>
            </a:r>
          </a:p>
          <a:p>
            <a:pPr algn="l"/>
            <a:r>
              <a:rPr lang="en-US" sz="2800" b="0" i="0" u="none" strike="noStrike" baseline="0" dirty="0">
                <a:solidFill>
                  <a:srgbClr val="333333"/>
                </a:solidFill>
                <a:latin typeface="Times New Roman" panose="02020603050405020304" pitchFamily="18" charset="0"/>
                <a:cs typeface="Times New Roman" panose="02020603050405020304" pitchFamily="18" charset="0"/>
              </a:rPr>
              <a:t>For example, there is nothing called ‘zero or null temperature’ or ‘no temperature’. </a:t>
            </a:r>
          </a:p>
          <a:p>
            <a:pPr algn="l"/>
            <a:r>
              <a:rPr lang="en-US" sz="2800" b="0" i="0" u="none" strike="noStrike" baseline="0" dirty="0">
                <a:solidFill>
                  <a:srgbClr val="333333"/>
                </a:solidFill>
                <a:latin typeface="Times New Roman" panose="02020603050405020304" pitchFamily="18" charset="0"/>
                <a:cs typeface="Times New Roman" panose="02020603050405020304" pitchFamily="18" charset="0"/>
              </a:rPr>
              <a:t>Hence, only addition and subtraction applies for interval data. </a:t>
            </a:r>
          </a:p>
          <a:p>
            <a:pPr algn="l"/>
            <a:r>
              <a:rPr lang="en-US" sz="2800" b="0" i="0" u="none" strike="noStrike" baseline="0" dirty="0">
                <a:solidFill>
                  <a:srgbClr val="333333"/>
                </a:solidFill>
                <a:latin typeface="Times New Roman" panose="02020603050405020304" pitchFamily="18" charset="0"/>
                <a:cs typeface="Times New Roman" panose="02020603050405020304" pitchFamily="18" charset="0"/>
              </a:rPr>
              <a:t>The ratio cannot be applied. This means, we can say a temperature of 40°C is equal to the temperature of 20°C + temperature of 20°C.</a:t>
            </a:r>
          </a:p>
          <a:p>
            <a:pPr algn="l"/>
            <a:r>
              <a:rPr lang="en-US" sz="2800" b="0" i="0" u="none" strike="noStrike" baseline="0" dirty="0">
                <a:solidFill>
                  <a:srgbClr val="333333"/>
                </a:solidFill>
                <a:latin typeface="Times New Roman" panose="02020603050405020304" pitchFamily="18" charset="0"/>
                <a:cs typeface="Times New Roman" panose="02020603050405020304" pitchFamily="18" charset="0"/>
              </a:rPr>
              <a:t>However, we cannot say the temperature of 40°C means it is twice as hot as in temperature of 20°C.</a:t>
            </a:r>
            <a:endParaRPr lang="en-IN" sz="28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389270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5D710-3A74-53E8-0F31-2569B3E86E52}"/>
              </a:ext>
            </a:extLst>
          </p:cNvPr>
          <p:cNvSpPr>
            <a:spLocks noGrp="1"/>
          </p:cNvSpPr>
          <p:nvPr>
            <p:ph type="title"/>
          </p:nvPr>
        </p:nvSpPr>
        <p:spPr/>
        <p:txBody>
          <a:bodyPr/>
          <a:lstStyle/>
          <a:p>
            <a:r>
              <a:rPr lang="en-US" dirty="0"/>
              <a:t>Ratio Data</a:t>
            </a:r>
            <a:endParaRPr lang="en-IN" dirty="0"/>
          </a:p>
        </p:txBody>
      </p:sp>
      <p:sp>
        <p:nvSpPr>
          <p:cNvPr id="3" name="Content Placeholder 2">
            <a:extLst>
              <a:ext uri="{FF2B5EF4-FFF2-40B4-BE49-F238E27FC236}">
                <a16:creationId xmlns:a16="http://schemas.microsoft.com/office/drawing/2014/main" id="{4A972552-BAB0-0EB5-FF46-B3C15FB538A5}"/>
              </a:ext>
            </a:extLst>
          </p:cNvPr>
          <p:cNvSpPr>
            <a:spLocks noGrp="1"/>
          </p:cNvSpPr>
          <p:nvPr>
            <p:ph idx="1"/>
          </p:nvPr>
        </p:nvSpPr>
        <p:spPr/>
        <p:txBody>
          <a:bodyPr>
            <a:normAutofit/>
          </a:bodyPr>
          <a:lstStyle/>
          <a:p>
            <a:pPr algn="l"/>
            <a:r>
              <a:rPr lang="en-US" b="1" i="0" u="none" strike="noStrike" baseline="0" dirty="0">
                <a:solidFill>
                  <a:srgbClr val="333333"/>
                </a:solidFill>
                <a:latin typeface="Times New Roman" panose="02020603050405020304" pitchFamily="18" charset="0"/>
                <a:cs typeface="Times New Roman" panose="02020603050405020304" pitchFamily="18" charset="0"/>
              </a:rPr>
              <a:t>Ratio data </a:t>
            </a:r>
            <a:r>
              <a:rPr lang="en-US" b="0" i="0" u="none" strike="noStrike" baseline="0" dirty="0">
                <a:solidFill>
                  <a:srgbClr val="333333"/>
                </a:solidFill>
                <a:latin typeface="Times New Roman" panose="02020603050405020304" pitchFamily="18" charset="0"/>
                <a:cs typeface="Times New Roman" panose="02020603050405020304" pitchFamily="18" charset="0"/>
              </a:rPr>
              <a:t>represents numeric data for which exact value can be measured. </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Absolute zero is available for ratio data.</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Also, these variables can be added, subtracted, multiplied, or divided. </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The central tendency can be measured by mean, median, or mode and methods of dispersion such as standard deviation. </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Examples of ratio data include height, weight, age, </a:t>
            </a:r>
            <a:r>
              <a:rPr lang="en-IN" b="0" i="0" u="none" strike="noStrike" baseline="0" dirty="0">
                <a:solidFill>
                  <a:srgbClr val="333333"/>
                </a:solidFill>
                <a:latin typeface="Times New Roman" panose="02020603050405020304" pitchFamily="18" charset="0"/>
                <a:cs typeface="Times New Roman" panose="02020603050405020304" pitchFamily="18" charset="0"/>
              </a:rPr>
              <a:t>salary, etc.</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58883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D5354-557E-BBD7-21E4-A009BEFE2304}"/>
              </a:ext>
            </a:extLst>
          </p:cNvPr>
          <p:cNvSpPr>
            <a:spLocks noGrp="1"/>
          </p:cNvSpPr>
          <p:nvPr>
            <p:ph type="title"/>
          </p:nvPr>
        </p:nvSpPr>
        <p:spPr/>
        <p:txBody>
          <a:bodyPr/>
          <a:lstStyle/>
          <a:p>
            <a:r>
              <a:rPr lang="en-US" dirty="0"/>
              <a:t>Summary of Types of Data</a:t>
            </a:r>
            <a:endParaRPr lang="en-IN" dirty="0"/>
          </a:p>
        </p:txBody>
      </p:sp>
      <p:pic>
        <p:nvPicPr>
          <p:cNvPr id="2050" name="Picture 2" descr="DATA TYPES IN STATISTICS FOR DATA SCIENCE AND MACHINE LEARNING – THE ...">
            <a:extLst>
              <a:ext uri="{FF2B5EF4-FFF2-40B4-BE49-F238E27FC236}">
                <a16:creationId xmlns:a16="http://schemas.microsoft.com/office/drawing/2014/main" id="{9A3BA82B-DFBF-3C03-AB66-420E634528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1473" y="1176338"/>
            <a:ext cx="10505883" cy="5176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51144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9B86A1-5591-0749-D9FE-DAE8D1F87D02}"/>
              </a:ext>
            </a:extLst>
          </p:cNvPr>
          <p:cNvSpPr>
            <a:spLocks noGrp="1"/>
          </p:cNvSpPr>
          <p:nvPr>
            <p:ph idx="1"/>
          </p:nvPr>
        </p:nvSpPr>
        <p:spPr>
          <a:xfrm>
            <a:off x="0" y="304800"/>
            <a:ext cx="12063663" cy="6256421"/>
          </a:xfrm>
        </p:spPr>
        <p:txBody>
          <a:bodyPr>
            <a:noAutofit/>
          </a:bodyPr>
          <a:lstStyle/>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The attributes can be either discrete or continuous </a:t>
            </a:r>
            <a:r>
              <a:rPr lang="en-IN" b="0" i="0" u="none" strike="noStrike" baseline="0" dirty="0">
                <a:solidFill>
                  <a:srgbClr val="333333"/>
                </a:solidFill>
                <a:latin typeface="Times New Roman" panose="02020603050405020304" pitchFamily="18" charset="0"/>
                <a:cs typeface="Times New Roman" panose="02020603050405020304" pitchFamily="18" charset="0"/>
              </a:rPr>
              <a:t>based on </a:t>
            </a:r>
            <a:r>
              <a:rPr lang="en-US" b="0" i="0" u="none" strike="noStrike" baseline="0" dirty="0">
                <a:solidFill>
                  <a:srgbClr val="333333"/>
                </a:solidFill>
                <a:latin typeface="Times New Roman" panose="02020603050405020304" pitchFamily="18" charset="0"/>
                <a:cs typeface="Times New Roman" panose="02020603050405020304" pitchFamily="18" charset="0"/>
              </a:rPr>
              <a:t>based on a number of values that can </a:t>
            </a:r>
            <a:r>
              <a:rPr lang="en-IN" b="0" i="0" u="none" strike="noStrike" baseline="0" dirty="0">
                <a:solidFill>
                  <a:srgbClr val="333333"/>
                </a:solidFill>
                <a:latin typeface="Times New Roman" panose="02020603050405020304" pitchFamily="18" charset="0"/>
                <a:cs typeface="Times New Roman" panose="02020603050405020304" pitchFamily="18" charset="0"/>
              </a:rPr>
              <a:t>be assigned.</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Discrete attributes can assume a finite or countably infinite number of values. </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Nominal attributes such as roll number, street number, pin code, etc. can have a finite number of values whereas numeric attributes such as count, rank of students, etc. can have countably infinite values. </a:t>
            </a:r>
          </a:p>
          <a:p>
            <a:pPr algn="l"/>
            <a:r>
              <a:rPr lang="en-US" b="1" i="0" u="none" strike="noStrike" baseline="0" dirty="0">
                <a:solidFill>
                  <a:srgbClr val="333333"/>
                </a:solidFill>
                <a:latin typeface="Times New Roman" panose="02020603050405020304" pitchFamily="18" charset="0"/>
                <a:cs typeface="Times New Roman" panose="02020603050405020304" pitchFamily="18" charset="0"/>
              </a:rPr>
              <a:t>A special type of discrete attribute which can assume two values only is called binary attribute. </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Examples of binary attribute include </a:t>
            </a:r>
            <a:r>
              <a:rPr lang="en-IN" b="0" i="0" u="none" strike="noStrike" baseline="0" dirty="0">
                <a:solidFill>
                  <a:srgbClr val="333333"/>
                </a:solidFill>
                <a:latin typeface="Times New Roman" panose="02020603050405020304" pitchFamily="18" charset="0"/>
                <a:cs typeface="Times New Roman" panose="02020603050405020304" pitchFamily="18" charset="0"/>
              </a:rPr>
              <a:t>male/ female, positive/negative, yes/no,  etc.</a:t>
            </a: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Continuous attributes can assume any possible value which is a real number. </a:t>
            </a:r>
          </a:p>
          <a:p>
            <a:r>
              <a:rPr lang="en-US" b="0" i="0" u="none" strike="noStrike" baseline="0" dirty="0">
                <a:solidFill>
                  <a:srgbClr val="333333"/>
                </a:solidFill>
                <a:latin typeface="Times New Roman" panose="02020603050405020304" pitchFamily="18" charset="0"/>
                <a:cs typeface="Times New Roman" panose="02020603050405020304" pitchFamily="18" charset="0"/>
              </a:rPr>
              <a:t>Examples of continuous attrib</a:t>
            </a:r>
            <a:r>
              <a:rPr lang="en-US" dirty="0">
                <a:solidFill>
                  <a:srgbClr val="333333"/>
                </a:solidFill>
                <a:latin typeface="Times New Roman" panose="02020603050405020304" pitchFamily="18" charset="0"/>
                <a:cs typeface="Times New Roman" panose="02020603050405020304" pitchFamily="18" charset="0"/>
              </a:rPr>
              <a:t>ute include length, height, weight, price, etc.</a:t>
            </a:r>
            <a:endParaRPr lang="en-US" b="0" i="0" u="none" strike="noStrike" baseline="0" dirty="0">
              <a:solidFill>
                <a:srgbClr val="333333"/>
              </a:solidFill>
              <a:latin typeface="Times New Roman" panose="02020603050405020304" pitchFamily="18" charset="0"/>
              <a:cs typeface="Times New Roman" panose="02020603050405020304" pitchFamily="18" charset="0"/>
            </a:endParaRPr>
          </a:p>
          <a:p>
            <a:pPr algn="l"/>
            <a:r>
              <a:rPr lang="en-US" b="0" i="0" u="none" strike="noStrike" baseline="0" dirty="0">
                <a:solidFill>
                  <a:srgbClr val="333333"/>
                </a:solidFill>
                <a:latin typeface="Times New Roman" panose="02020603050405020304" pitchFamily="18" charset="0"/>
                <a:cs typeface="Times New Roman" panose="02020603050405020304" pitchFamily="18" charset="0"/>
              </a:rPr>
              <a:t>In general, nominal and ordinal attributes are discrete, and, interval and ratio attributes are </a:t>
            </a:r>
            <a:r>
              <a:rPr lang="en-US" dirty="0">
                <a:solidFill>
                  <a:srgbClr val="333333"/>
                </a:solidFill>
                <a:latin typeface="Times New Roman" panose="02020603050405020304" pitchFamily="18" charset="0"/>
                <a:cs typeface="Times New Roman" panose="02020603050405020304" pitchFamily="18" charset="0"/>
              </a:rPr>
              <a:t>continuous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25204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9C922-060D-EA12-3DBA-13D5516FD77B}"/>
              </a:ext>
            </a:extLst>
          </p:cNvPr>
          <p:cNvSpPr>
            <a:spLocks noGrp="1"/>
          </p:cNvSpPr>
          <p:nvPr>
            <p:ph type="title"/>
          </p:nvPr>
        </p:nvSpPr>
        <p:spPr/>
        <p:txBody>
          <a:bodyPr/>
          <a:lstStyle/>
          <a:p>
            <a:r>
              <a:rPr lang="en-US" dirty="0"/>
              <a:t>Module 1 learning</a:t>
            </a:r>
            <a:endParaRPr lang="en-IN" dirty="0"/>
          </a:p>
        </p:txBody>
      </p:sp>
      <p:sp>
        <p:nvSpPr>
          <p:cNvPr id="4" name="Content Placeholder 2">
            <a:extLst>
              <a:ext uri="{FF2B5EF4-FFF2-40B4-BE49-F238E27FC236}">
                <a16:creationId xmlns:a16="http://schemas.microsoft.com/office/drawing/2014/main" id="{FD71FEA2-07A7-E2C2-214C-420BD11AD7B2}"/>
              </a:ext>
            </a:extLst>
          </p:cNvPr>
          <p:cNvSpPr>
            <a:spLocks noGrp="1"/>
          </p:cNvSpPr>
          <p:nvPr>
            <p:ph idx="1"/>
          </p:nvPr>
        </p:nvSpPr>
        <p:spPr>
          <a:xfrm>
            <a:off x="152400" y="1246188"/>
            <a:ext cx="11872913" cy="4930775"/>
          </a:xfrm>
        </p:spPr>
        <p:txBody>
          <a:bodyPr>
            <a:normAutofit/>
          </a:bodyPr>
          <a:lstStyle/>
          <a:p>
            <a:r>
              <a:rPr lang="en-US" dirty="0"/>
              <a:t>Introduction to </a:t>
            </a:r>
            <a:r>
              <a:rPr lang="en-US"/>
              <a:t>Machine Learning</a:t>
            </a:r>
            <a:endParaRPr lang="en-US" dirty="0"/>
          </a:p>
          <a:p>
            <a:pPr lvl="1"/>
            <a:r>
              <a:rPr lang="en-US" dirty="0"/>
              <a:t>What is Human Learning? </a:t>
            </a:r>
          </a:p>
          <a:p>
            <a:pPr lvl="1"/>
            <a:r>
              <a:rPr lang="en-US" dirty="0"/>
              <a:t>Types of Human Learning, </a:t>
            </a:r>
          </a:p>
          <a:p>
            <a:pPr lvl="1"/>
            <a:r>
              <a:rPr lang="en-US" dirty="0"/>
              <a:t>What is Machine Learning,</a:t>
            </a:r>
          </a:p>
          <a:p>
            <a:pPr lvl="1"/>
            <a:r>
              <a:rPr lang="en-US" dirty="0"/>
              <a:t>Types of Machine Learning, </a:t>
            </a:r>
          </a:p>
          <a:p>
            <a:pPr lvl="1"/>
            <a:r>
              <a:rPr lang="en-US" dirty="0"/>
              <a:t>Problems not to be solved using Machine Learning, </a:t>
            </a:r>
          </a:p>
          <a:p>
            <a:pPr lvl="1"/>
            <a:r>
              <a:rPr lang="en-US" dirty="0"/>
              <a:t>Application of Machine Learning, </a:t>
            </a:r>
          </a:p>
          <a:p>
            <a:pPr lvl="1"/>
            <a:r>
              <a:rPr lang="en-US" dirty="0"/>
              <a:t>Issues in Machine Learning, </a:t>
            </a:r>
          </a:p>
          <a:p>
            <a:r>
              <a:rPr lang="en-US" dirty="0"/>
              <a:t>Prepare to Model – </a:t>
            </a:r>
          </a:p>
          <a:p>
            <a:pPr lvl="1"/>
            <a:r>
              <a:rPr lang="en-US" dirty="0"/>
              <a:t>Machine Learning activities, </a:t>
            </a:r>
          </a:p>
          <a:p>
            <a:pPr lvl="1"/>
            <a:r>
              <a:rPr lang="en-US" dirty="0"/>
              <a:t>Basic types of Data in Machine Learning</a:t>
            </a:r>
            <a:endParaRPr lang="en-IN" dirty="0"/>
          </a:p>
        </p:txBody>
      </p:sp>
    </p:spTree>
    <p:extLst>
      <p:ext uri="{BB962C8B-B14F-4D97-AF65-F5344CB8AC3E}">
        <p14:creationId xmlns:p14="http://schemas.microsoft.com/office/powerpoint/2010/main" val="10383262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382</TotalTime>
  <Words>4436</Words>
  <Application>Microsoft Office PowerPoint</Application>
  <PresentationFormat>Widescreen</PresentationFormat>
  <Paragraphs>312</Paragraphs>
  <Slides>50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Aptos</vt:lpstr>
      <vt:lpstr>Aptos Display</vt:lpstr>
      <vt:lpstr>Arial</vt:lpstr>
      <vt:lpstr>Cambria</vt:lpstr>
      <vt:lpstr>Times New Roman</vt:lpstr>
      <vt:lpstr>Office Theme</vt:lpstr>
      <vt:lpstr>Machine Learning</vt:lpstr>
      <vt:lpstr>Pre- requisites</vt:lpstr>
      <vt:lpstr>Course Learning Objectives (CLO)</vt:lpstr>
      <vt:lpstr>MODULE 1</vt:lpstr>
      <vt:lpstr>Evolution</vt:lpstr>
      <vt:lpstr>Human Learning</vt:lpstr>
      <vt:lpstr>TYPES OF HUMAN LEARNING</vt:lpstr>
      <vt:lpstr>Machine Learning</vt:lpstr>
      <vt:lpstr>How Machines Learn?</vt:lpstr>
      <vt:lpstr>PowerPoint Presentation</vt:lpstr>
      <vt:lpstr>PowerPoint Presentation</vt:lpstr>
      <vt:lpstr>Abstraction</vt:lpstr>
      <vt:lpstr>PowerPoint Presentation</vt:lpstr>
      <vt:lpstr>PowerPoint Presentation</vt:lpstr>
      <vt:lpstr>Generalization</vt:lpstr>
      <vt:lpstr>PowerPoint Presentation</vt:lpstr>
      <vt:lpstr>TYPES OF MACHINE LEARNING</vt:lpstr>
      <vt:lpstr>Supervised learning</vt:lpstr>
      <vt:lpstr>PowerPoint Presentation</vt:lpstr>
      <vt:lpstr>PowerPoint Presentation</vt:lpstr>
      <vt:lpstr>PowerPoint Presentation</vt:lpstr>
      <vt:lpstr>Classification</vt:lpstr>
      <vt:lpstr>PowerPoint Presentation</vt:lpstr>
      <vt:lpstr>Regression</vt:lpstr>
      <vt:lpstr>PowerPoint Presentation</vt:lpstr>
      <vt:lpstr>Unsupervised learning</vt:lpstr>
      <vt:lpstr>PowerPoint Presentation</vt:lpstr>
      <vt:lpstr>PowerPoint Presentation</vt:lpstr>
      <vt:lpstr>Reinforcement learning</vt:lpstr>
      <vt:lpstr>PowerPoint Presentation</vt:lpstr>
      <vt:lpstr>PowerPoint Presentation</vt:lpstr>
      <vt:lpstr>PROBLEMS NOT TO BE SOLVED USING MACHINE LEARNING</vt:lpstr>
      <vt:lpstr>Applications</vt:lpstr>
      <vt:lpstr>Issues of Machine Learning</vt:lpstr>
      <vt:lpstr>Machine Learning Activities</vt:lpstr>
      <vt:lpstr>PowerPoint Presentation</vt:lpstr>
      <vt:lpstr>PowerPoint Presentation</vt:lpstr>
      <vt:lpstr>PowerPoint Presentation</vt:lpstr>
      <vt:lpstr>BASIC TYPES OF DATA IN MACHINE LEARNING</vt:lpstr>
      <vt:lpstr>Data types</vt:lpstr>
      <vt:lpstr>Qualitative Data</vt:lpstr>
      <vt:lpstr>Nominal Data</vt:lpstr>
      <vt:lpstr>Ordinal Data</vt:lpstr>
      <vt:lpstr>Quantitative Data</vt:lpstr>
      <vt:lpstr>Interval Data</vt:lpstr>
      <vt:lpstr>PowerPoint Presentation</vt:lpstr>
      <vt:lpstr>Ratio Data</vt:lpstr>
      <vt:lpstr>Summary of Types of Data</vt:lpstr>
      <vt:lpstr>PowerPoint Presentation</vt:lpstr>
      <vt:lpstr>Module 1 learning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BHAVYA B G CSE</dc:creator>
  <cp:lastModifiedBy>Shilpa BV</cp:lastModifiedBy>
  <cp:revision>20</cp:revision>
  <dcterms:created xsi:type="dcterms:W3CDTF">2025-01-27T06:33:54Z</dcterms:created>
  <dcterms:modified xsi:type="dcterms:W3CDTF">2025-02-12T15:18:47Z</dcterms:modified>
</cp:coreProperties>
</file>
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4"/>
  </p:notesMasterIdLst>
  <p:sldIdLst>
    <p:sldId id="256" r:id="rId2"/>
    <p:sldId id="257" r:id="rId3"/>
    <p:sldId id="258" r:id="rId4"/>
    <p:sldId id="259" r:id="rId5"/>
    <p:sldId id="312" r:id="rId6"/>
    <p:sldId id="313" r:id="rId7"/>
    <p:sldId id="314" r:id="rId8"/>
    <p:sldId id="317" r:id="rId9"/>
    <p:sldId id="319" r:id="rId10"/>
    <p:sldId id="320" r:id="rId11"/>
    <p:sldId id="321" r:id="rId12"/>
    <p:sldId id="322" r:id="rId13"/>
    <p:sldId id="324" r:id="rId14"/>
    <p:sldId id="325" r:id="rId15"/>
    <p:sldId id="315" r:id="rId16"/>
    <p:sldId id="332" r:id="rId17"/>
    <p:sldId id="316" r:id="rId18"/>
    <p:sldId id="318" r:id="rId19"/>
    <p:sldId id="326" r:id="rId20"/>
    <p:sldId id="327" r:id="rId21"/>
    <p:sldId id="330" r:id="rId22"/>
    <p:sldId id="328" r:id="rId23"/>
    <p:sldId id="344" r:id="rId24"/>
    <p:sldId id="331" r:id="rId25"/>
    <p:sldId id="329" r:id="rId26"/>
    <p:sldId id="333" r:id="rId27"/>
    <p:sldId id="334" r:id="rId28"/>
    <p:sldId id="335" r:id="rId29"/>
    <p:sldId id="336" r:id="rId30"/>
    <p:sldId id="337" r:id="rId31"/>
    <p:sldId id="338" r:id="rId32"/>
    <p:sldId id="339" r:id="rId33"/>
    <p:sldId id="340" r:id="rId34"/>
    <p:sldId id="341" r:id="rId35"/>
    <p:sldId id="342" r:id="rId36"/>
    <p:sldId id="343" r:id="rId37"/>
    <p:sldId id="345" r:id="rId38"/>
    <p:sldId id="346" r:id="rId39"/>
    <p:sldId id="347" r:id="rId40"/>
    <p:sldId id="348" r:id="rId41"/>
    <p:sldId id="349" r:id="rId42"/>
    <p:sldId id="352" r:id="rId43"/>
    <p:sldId id="353" r:id="rId44"/>
    <p:sldId id="354" r:id="rId45"/>
    <p:sldId id="351" r:id="rId46"/>
    <p:sldId id="355" r:id="rId47"/>
    <p:sldId id="356" r:id="rId48"/>
    <p:sldId id="357" r:id="rId49"/>
    <p:sldId id="350" r:id="rId50"/>
    <p:sldId id="358" r:id="rId51"/>
    <p:sldId id="359" r:id="rId52"/>
    <p:sldId id="311" r:id="rId5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778498-CDD1-4360-A2C1-F863C97F6BB2}" v="374" dt="2025-04-16T16:41:21.33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11" autoAdjust="0"/>
    <p:restoredTop sz="94660"/>
  </p:normalViewPr>
  <p:slideViewPr>
    <p:cSldViewPr snapToGrid="0">
      <p:cViewPr varScale="1">
        <p:scale>
          <a:sx n="61" d="100"/>
          <a:sy n="61" d="100"/>
        </p:scale>
        <p:origin x="114"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lpa BV" userId="48fbb3e7aeb449f5" providerId="LiveId" clId="{DF778498-CDD1-4360-A2C1-F863C97F6BB2}"/>
    <pc:docChg chg="undo redo custSel addSld delSld modSld sldOrd">
      <pc:chgData name="Shilpa BV" userId="48fbb3e7aeb449f5" providerId="LiveId" clId="{DF778498-CDD1-4360-A2C1-F863C97F6BB2}" dt="2025-04-18T14:19:12.884" v="6173" actId="6549"/>
      <pc:docMkLst>
        <pc:docMk/>
      </pc:docMkLst>
      <pc:sldChg chg="modSp mod">
        <pc:chgData name="Shilpa BV" userId="48fbb3e7aeb449f5" providerId="LiveId" clId="{DF778498-CDD1-4360-A2C1-F863C97F6BB2}" dt="2025-04-07T10:47:24.520" v="226" actId="20577"/>
        <pc:sldMkLst>
          <pc:docMk/>
          <pc:sldMk cId="2852292856" sldId="259"/>
        </pc:sldMkLst>
        <pc:spChg chg="mod">
          <ac:chgData name="Shilpa BV" userId="48fbb3e7aeb449f5" providerId="LiveId" clId="{DF778498-CDD1-4360-A2C1-F863C97F6BB2}" dt="2025-04-07T10:40:00.176" v="2" actId="20577"/>
          <ac:spMkLst>
            <pc:docMk/>
            <pc:sldMk cId="2852292856" sldId="259"/>
            <ac:spMk id="2" creationId="{CD0CF878-55B4-5A10-FF90-3CDE6F0FB4EA}"/>
          </ac:spMkLst>
        </pc:spChg>
        <pc:spChg chg="mod">
          <ac:chgData name="Shilpa BV" userId="48fbb3e7aeb449f5" providerId="LiveId" clId="{DF778498-CDD1-4360-A2C1-F863C97F6BB2}" dt="2025-04-07T10:47:24.520" v="226" actId="20577"/>
          <ac:spMkLst>
            <pc:docMk/>
            <pc:sldMk cId="2852292856" sldId="259"/>
            <ac:spMk id="3" creationId="{CD2994F0-E930-B691-9A33-D6CB82B43A6B}"/>
          </ac:spMkLst>
        </pc:spChg>
      </pc:sldChg>
      <pc:sldChg chg="del">
        <pc:chgData name="Shilpa BV" userId="48fbb3e7aeb449f5" providerId="LiveId" clId="{DF778498-CDD1-4360-A2C1-F863C97F6BB2}" dt="2025-04-07T10:39:54.432" v="0" actId="47"/>
        <pc:sldMkLst>
          <pc:docMk/>
          <pc:sldMk cId="634235008" sldId="260"/>
        </pc:sldMkLst>
      </pc:sldChg>
      <pc:sldChg chg="del">
        <pc:chgData name="Shilpa BV" userId="48fbb3e7aeb449f5" providerId="LiveId" clId="{DF778498-CDD1-4360-A2C1-F863C97F6BB2}" dt="2025-04-07T10:39:54.432" v="0" actId="47"/>
        <pc:sldMkLst>
          <pc:docMk/>
          <pc:sldMk cId="976692254" sldId="261"/>
        </pc:sldMkLst>
      </pc:sldChg>
      <pc:sldChg chg="del">
        <pc:chgData name="Shilpa BV" userId="48fbb3e7aeb449f5" providerId="LiveId" clId="{DF778498-CDD1-4360-A2C1-F863C97F6BB2}" dt="2025-04-07T10:39:54.432" v="0" actId="47"/>
        <pc:sldMkLst>
          <pc:docMk/>
          <pc:sldMk cId="3755584195" sldId="262"/>
        </pc:sldMkLst>
      </pc:sldChg>
      <pc:sldChg chg="del">
        <pc:chgData name="Shilpa BV" userId="48fbb3e7aeb449f5" providerId="LiveId" clId="{DF778498-CDD1-4360-A2C1-F863C97F6BB2}" dt="2025-04-07T10:39:54.432" v="0" actId="47"/>
        <pc:sldMkLst>
          <pc:docMk/>
          <pc:sldMk cId="3024685870" sldId="263"/>
        </pc:sldMkLst>
      </pc:sldChg>
      <pc:sldChg chg="del">
        <pc:chgData name="Shilpa BV" userId="48fbb3e7aeb449f5" providerId="LiveId" clId="{DF778498-CDD1-4360-A2C1-F863C97F6BB2}" dt="2025-04-07T10:39:54.432" v="0" actId="47"/>
        <pc:sldMkLst>
          <pc:docMk/>
          <pc:sldMk cId="2004214226" sldId="264"/>
        </pc:sldMkLst>
      </pc:sldChg>
      <pc:sldChg chg="del">
        <pc:chgData name="Shilpa BV" userId="48fbb3e7aeb449f5" providerId="LiveId" clId="{DF778498-CDD1-4360-A2C1-F863C97F6BB2}" dt="2025-04-07T10:39:54.432" v="0" actId="47"/>
        <pc:sldMkLst>
          <pc:docMk/>
          <pc:sldMk cId="460964475" sldId="265"/>
        </pc:sldMkLst>
      </pc:sldChg>
      <pc:sldChg chg="del">
        <pc:chgData name="Shilpa BV" userId="48fbb3e7aeb449f5" providerId="LiveId" clId="{DF778498-CDD1-4360-A2C1-F863C97F6BB2}" dt="2025-04-07T10:39:54.432" v="0" actId="47"/>
        <pc:sldMkLst>
          <pc:docMk/>
          <pc:sldMk cId="466516065" sldId="266"/>
        </pc:sldMkLst>
      </pc:sldChg>
      <pc:sldChg chg="del">
        <pc:chgData name="Shilpa BV" userId="48fbb3e7aeb449f5" providerId="LiveId" clId="{DF778498-CDD1-4360-A2C1-F863C97F6BB2}" dt="2025-04-07T10:39:54.432" v="0" actId="47"/>
        <pc:sldMkLst>
          <pc:docMk/>
          <pc:sldMk cId="4034683464" sldId="267"/>
        </pc:sldMkLst>
      </pc:sldChg>
      <pc:sldChg chg="del">
        <pc:chgData name="Shilpa BV" userId="48fbb3e7aeb449f5" providerId="LiveId" clId="{DF778498-CDD1-4360-A2C1-F863C97F6BB2}" dt="2025-04-07T10:39:54.432" v="0" actId="47"/>
        <pc:sldMkLst>
          <pc:docMk/>
          <pc:sldMk cId="3226404786" sldId="268"/>
        </pc:sldMkLst>
      </pc:sldChg>
      <pc:sldChg chg="del">
        <pc:chgData name="Shilpa BV" userId="48fbb3e7aeb449f5" providerId="LiveId" clId="{DF778498-CDD1-4360-A2C1-F863C97F6BB2}" dt="2025-04-07T10:39:54.432" v="0" actId="47"/>
        <pc:sldMkLst>
          <pc:docMk/>
          <pc:sldMk cId="2196744463" sldId="269"/>
        </pc:sldMkLst>
      </pc:sldChg>
      <pc:sldChg chg="del">
        <pc:chgData name="Shilpa BV" userId="48fbb3e7aeb449f5" providerId="LiveId" clId="{DF778498-CDD1-4360-A2C1-F863C97F6BB2}" dt="2025-04-07T10:39:54.432" v="0" actId="47"/>
        <pc:sldMkLst>
          <pc:docMk/>
          <pc:sldMk cId="1695940106" sldId="270"/>
        </pc:sldMkLst>
      </pc:sldChg>
      <pc:sldChg chg="del">
        <pc:chgData name="Shilpa BV" userId="48fbb3e7aeb449f5" providerId="LiveId" clId="{DF778498-CDD1-4360-A2C1-F863C97F6BB2}" dt="2025-04-07T10:39:54.432" v="0" actId="47"/>
        <pc:sldMkLst>
          <pc:docMk/>
          <pc:sldMk cId="3612274419" sldId="271"/>
        </pc:sldMkLst>
      </pc:sldChg>
      <pc:sldChg chg="del">
        <pc:chgData name="Shilpa BV" userId="48fbb3e7aeb449f5" providerId="LiveId" clId="{DF778498-CDD1-4360-A2C1-F863C97F6BB2}" dt="2025-04-07T10:39:54.432" v="0" actId="47"/>
        <pc:sldMkLst>
          <pc:docMk/>
          <pc:sldMk cId="2248617548" sldId="272"/>
        </pc:sldMkLst>
      </pc:sldChg>
      <pc:sldChg chg="del">
        <pc:chgData name="Shilpa BV" userId="48fbb3e7aeb449f5" providerId="LiveId" clId="{DF778498-CDD1-4360-A2C1-F863C97F6BB2}" dt="2025-04-07T10:39:54.432" v="0" actId="47"/>
        <pc:sldMkLst>
          <pc:docMk/>
          <pc:sldMk cId="1526473227" sldId="273"/>
        </pc:sldMkLst>
      </pc:sldChg>
      <pc:sldChg chg="del">
        <pc:chgData name="Shilpa BV" userId="48fbb3e7aeb449f5" providerId="LiveId" clId="{DF778498-CDD1-4360-A2C1-F863C97F6BB2}" dt="2025-04-07T10:39:54.432" v="0" actId="47"/>
        <pc:sldMkLst>
          <pc:docMk/>
          <pc:sldMk cId="892822701" sldId="274"/>
        </pc:sldMkLst>
      </pc:sldChg>
      <pc:sldChg chg="del">
        <pc:chgData name="Shilpa BV" userId="48fbb3e7aeb449f5" providerId="LiveId" clId="{DF778498-CDD1-4360-A2C1-F863C97F6BB2}" dt="2025-04-07T10:39:54.432" v="0" actId="47"/>
        <pc:sldMkLst>
          <pc:docMk/>
          <pc:sldMk cId="405459325" sldId="275"/>
        </pc:sldMkLst>
      </pc:sldChg>
      <pc:sldChg chg="del">
        <pc:chgData name="Shilpa BV" userId="48fbb3e7aeb449f5" providerId="LiveId" clId="{DF778498-CDD1-4360-A2C1-F863C97F6BB2}" dt="2025-04-07T10:39:54.432" v="0" actId="47"/>
        <pc:sldMkLst>
          <pc:docMk/>
          <pc:sldMk cId="4134159195" sldId="276"/>
        </pc:sldMkLst>
      </pc:sldChg>
      <pc:sldChg chg="del">
        <pc:chgData name="Shilpa BV" userId="48fbb3e7aeb449f5" providerId="LiveId" clId="{DF778498-CDD1-4360-A2C1-F863C97F6BB2}" dt="2025-04-07T10:39:54.432" v="0" actId="47"/>
        <pc:sldMkLst>
          <pc:docMk/>
          <pc:sldMk cId="2019166062" sldId="277"/>
        </pc:sldMkLst>
      </pc:sldChg>
      <pc:sldChg chg="del">
        <pc:chgData name="Shilpa BV" userId="48fbb3e7aeb449f5" providerId="LiveId" clId="{DF778498-CDD1-4360-A2C1-F863C97F6BB2}" dt="2025-04-07T10:39:54.432" v="0" actId="47"/>
        <pc:sldMkLst>
          <pc:docMk/>
          <pc:sldMk cId="4245690566" sldId="278"/>
        </pc:sldMkLst>
      </pc:sldChg>
      <pc:sldChg chg="del">
        <pc:chgData name="Shilpa BV" userId="48fbb3e7aeb449f5" providerId="LiveId" clId="{DF778498-CDD1-4360-A2C1-F863C97F6BB2}" dt="2025-04-07T10:39:54.432" v="0" actId="47"/>
        <pc:sldMkLst>
          <pc:docMk/>
          <pc:sldMk cId="2155542658" sldId="279"/>
        </pc:sldMkLst>
      </pc:sldChg>
      <pc:sldChg chg="del">
        <pc:chgData name="Shilpa BV" userId="48fbb3e7aeb449f5" providerId="LiveId" clId="{DF778498-CDD1-4360-A2C1-F863C97F6BB2}" dt="2025-04-07T10:39:54.432" v="0" actId="47"/>
        <pc:sldMkLst>
          <pc:docMk/>
          <pc:sldMk cId="2719323558" sldId="280"/>
        </pc:sldMkLst>
      </pc:sldChg>
      <pc:sldChg chg="del">
        <pc:chgData name="Shilpa BV" userId="48fbb3e7aeb449f5" providerId="LiveId" clId="{DF778498-CDD1-4360-A2C1-F863C97F6BB2}" dt="2025-04-07T10:39:54.432" v="0" actId="47"/>
        <pc:sldMkLst>
          <pc:docMk/>
          <pc:sldMk cId="3789953858" sldId="281"/>
        </pc:sldMkLst>
      </pc:sldChg>
      <pc:sldChg chg="del">
        <pc:chgData name="Shilpa BV" userId="48fbb3e7aeb449f5" providerId="LiveId" clId="{DF778498-CDD1-4360-A2C1-F863C97F6BB2}" dt="2025-04-07T10:39:54.432" v="0" actId="47"/>
        <pc:sldMkLst>
          <pc:docMk/>
          <pc:sldMk cId="3856329292" sldId="282"/>
        </pc:sldMkLst>
      </pc:sldChg>
      <pc:sldChg chg="del">
        <pc:chgData name="Shilpa BV" userId="48fbb3e7aeb449f5" providerId="LiveId" clId="{DF778498-CDD1-4360-A2C1-F863C97F6BB2}" dt="2025-04-07T10:39:54.432" v="0" actId="47"/>
        <pc:sldMkLst>
          <pc:docMk/>
          <pc:sldMk cId="1558840533" sldId="284"/>
        </pc:sldMkLst>
      </pc:sldChg>
      <pc:sldChg chg="del">
        <pc:chgData name="Shilpa BV" userId="48fbb3e7aeb449f5" providerId="LiveId" clId="{DF778498-CDD1-4360-A2C1-F863C97F6BB2}" dt="2025-04-07T10:39:54.432" v="0" actId="47"/>
        <pc:sldMkLst>
          <pc:docMk/>
          <pc:sldMk cId="3496753459" sldId="285"/>
        </pc:sldMkLst>
      </pc:sldChg>
      <pc:sldChg chg="del">
        <pc:chgData name="Shilpa BV" userId="48fbb3e7aeb449f5" providerId="LiveId" clId="{DF778498-CDD1-4360-A2C1-F863C97F6BB2}" dt="2025-04-07T10:39:54.432" v="0" actId="47"/>
        <pc:sldMkLst>
          <pc:docMk/>
          <pc:sldMk cId="3532092281" sldId="286"/>
        </pc:sldMkLst>
      </pc:sldChg>
      <pc:sldChg chg="del">
        <pc:chgData name="Shilpa BV" userId="48fbb3e7aeb449f5" providerId="LiveId" clId="{DF778498-CDD1-4360-A2C1-F863C97F6BB2}" dt="2025-04-07T10:39:54.432" v="0" actId="47"/>
        <pc:sldMkLst>
          <pc:docMk/>
          <pc:sldMk cId="3429762313" sldId="287"/>
        </pc:sldMkLst>
      </pc:sldChg>
      <pc:sldChg chg="del">
        <pc:chgData name="Shilpa BV" userId="48fbb3e7aeb449f5" providerId="LiveId" clId="{DF778498-CDD1-4360-A2C1-F863C97F6BB2}" dt="2025-04-07T10:39:54.432" v="0" actId="47"/>
        <pc:sldMkLst>
          <pc:docMk/>
          <pc:sldMk cId="3516287542" sldId="288"/>
        </pc:sldMkLst>
      </pc:sldChg>
      <pc:sldChg chg="del">
        <pc:chgData name="Shilpa BV" userId="48fbb3e7aeb449f5" providerId="LiveId" clId="{DF778498-CDD1-4360-A2C1-F863C97F6BB2}" dt="2025-04-07T10:39:54.432" v="0" actId="47"/>
        <pc:sldMkLst>
          <pc:docMk/>
          <pc:sldMk cId="2632454910" sldId="289"/>
        </pc:sldMkLst>
      </pc:sldChg>
      <pc:sldChg chg="del">
        <pc:chgData name="Shilpa BV" userId="48fbb3e7aeb449f5" providerId="LiveId" clId="{DF778498-CDD1-4360-A2C1-F863C97F6BB2}" dt="2025-04-07T10:39:54.432" v="0" actId="47"/>
        <pc:sldMkLst>
          <pc:docMk/>
          <pc:sldMk cId="1679679172" sldId="290"/>
        </pc:sldMkLst>
      </pc:sldChg>
      <pc:sldChg chg="del">
        <pc:chgData name="Shilpa BV" userId="48fbb3e7aeb449f5" providerId="LiveId" clId="{DF778498-CDD1-4360-A2C1-F863C97F6BB2}" dt="2025-04-07T10:39:54.432" v="0" actId="47"/>
        <pc:sldMkLst>
          <pc:docMk/>
          <pc:sldMk cId="3170591757" sldId="291"/>
        </pc:sldMkLst>
      </pc:sldChg>
      <pc:sldChg chg="del">
        <pc:chgData name="Shilpa BV" userId="48fbb3e7aeb449f5" providerId="LiveId" clId="{DF778498-CDD1-4360-A2C1-F863C97F6BB2}" dt="2025-04-07T10:39:54.432" v="0" actId="47"/>
        <pc:sldMkLst>
          <pc:docMk/>
          <pc:sldMk cId="3556206529" sldId="292"/>
        </pc:sldMkLst>
      </pc:sldChg>
      <pc:sldChg chg="del">
        <pc:chgData name="Shilpa BV" userId="48fbb3e7aeb449f5" providerId="LiveId" clId="{DF778498-CDD1-4360-A2C1-F863C97F6BB2}" dt="2025-04-07T10:39:54.432" v="0" actId="47"/>
        <pc:sldMkLst>
          <pc:docMk/>
          <pc:sldMk cId="465502366" sldId="293"/>
        </pc:sldMkLst>
      </pc:sldChg>
      <pc:sldChg chg="del">
        <pc:chgData name="Shilpa BV" userId="48fbb3e7aeb449f5" providerId="LiveId" clId="{DF778498-CDD1-4360-A2C1-F863C97F6BB2}" dt="2025-04-07T10:39:54.432" v="0" actId="47"/>
        <pc:sldMkLst>
          <pc:docMk/>
          <pc:sldMk cId="148864968" sldId="294"/>
        </pc:sldMkLst>
      </pc:sldChg>
      <pc:sldChg chg="del">
        <pc:chgData name="Shilpa BV" userId="48fbb3e7aeb449f5" providerId="LiveId" clId="{DF778498-CDD1-4360-A2C1-F863C97F6BB2}" dt="2025-04-07T10:39:54.432" v="0" actId="47"/>
        <pc:sldMkLst>
          <pc:docMk/>
          <pc:sldMk cId="19542695" sldId="295"/>
        </pc:sldMkLst>
      </pc:sldChg>
      <pc:sldChg chg="del">
        <pc:chgData name="Shilpa BV" userId="48fbb3e7aeb449f5" providerId="LiveId" clId="{DF778498-CDD1-4360-A2C1-F863C97F6BB2}" dt="2025-04-07T10:39:54.432" v="0" actId="47"/>
        <pc:sldMkLst>
          <pc:docMk/>
          <pc:sldMk cId="3188909793" sldId="296"/>
        </pc:sldMkLst>
      </pc:sldChg>
      <pc:sldChg chg="del">
        <pc:chgData name="Shilpa BV" userId="48fbb3e7aeb449f5" providerId="LiveId" clId="{DF778498-CDD1-4360-A2C1-F863C97F6BB2}" dt="2025-04-07T10:39:54.432" v="0" actId="47"/>
        <pc:sldMkLst>
          <pc:docMk/>
          <pc:sldMk cId="2410056616" sldId="297"/>
        </pc:sldMkLst>
      </pc:sldChg>
      <pc:sldChg chg="del">
        <pc:chgData name="Shilpa BV" userId="48fbb3e7aeb449f5" providerId="LiveId" clId="{DF778498-CDD1-4360-A2C1-F863C97F6BB2}" dt="2025-04-07T10:39:54.432" v="0" actId="47"/>
        <pc:sldMkLst>
          <pc:docMk/>
          <pc:sldMk cId="3106197576" sldId="298"/>
        </pc:sldMkLst>
      </pc:sldChg>
      <pc:sldChg chg="del">
        <pc:chgData name="Shilpa BV" userId="48fbb3e7aeb449f5" providerId="LiveId" clId="{DF778498-CDD1-4360-A2C1-F863C97F6BB2}" dt="2025-04-07T10:39:54.432" v="0" actId="47"/>
        <pc:sldMkLst>
          <pc:docMk/>
          <pc:sldMk cId="3191204369" sldId="299"/>
        </pc:sldMkLst>
      </pc:sldChg>
      <pc:sldChg chg="del">
        <pc:chgData name="Shilpa BV" userId="48fbb3e7aeb449f5" providerId="LiveId" clId="{DF778498-CDD1-4360-A2C1-F863C97F6BB2}" dt="2025-04-07T10:39:54.432" v="0" actId="47"/>
        <pc:sldMkLst>
          <pc:docMk/>
          <pc:sldMk cId="2137189808" sldId="300"/>
        </pc:sldMkLst>
      </pc:sldChg>
      <pc:sldChg chg="del">
        <pc:chgData name="Shilpa BV" userId="48fbb3e7aeb449f5" providerId="LiveId" clId="{DF778498-CDD1-4360-A2C1-F863C97F6BB2}" dt="2025-04-07T10:39:54.432" v="0" actId="47"/>
        <pc:sldMkLst>
          <pc:docMk/>
          <pc:sldMk cId="3773224556" sldId="301"/>
        </pc:sldMkLst>
      </pc:sldChg>
      <pc:sldChg chg="del">
        <pc:chgData name="Shilpa BV" userId="48fbb3e7aeb449f5" providerId="LiveId" clId="{DF778498-CDD1-4360-A2C1-F863C97F6BB2}" dt="2025-04-07T10:39:54.432" v="0" actId="47"/>
        <pc:sldMkLst>
          <pc:docMk/>
          <pc:sldMk cId="1019885046" sldId="302"/>
        </pc:sldMkLst>
      </pc:sldChg>
      <pc:sldChg chg="del">
        <pc:chgData name="Shilpa BV" userId="48fbb3e7aeb449f5" providerId="LiveId" clId="{DF778498-CDD1-4360-A2C1-F863C97F6BB2}" dt="2025-04-07T10:39:54.432" v="0" actId="47"/>
        <pc:sldMkLst>
          <pc:docMk/>
          <pc:sldMk cId="2082035631" sldId="303"/>
        </pc:sldMkLst>
      </pc:sldChg>
      <pc:sldChg chg="del">
        <pc:chgData name="Shilpa BV" userId="48fbb3e7aeb449f5" providerId="LiveId" clId="{DF778498-CDD1-4360-A2C1-F863C97F6BB2}" dt="2025-04-07T10:39:54.432" v="0" actId="47"/>
        <pc:sldMkLst>
          <pc:docMk/>
          <pc:sldMk cId="1212685631" sldId="304"/>
        </pc:sldMkLst>
      </pc:sldChg>
      <pc:sldChg chg="del">
        <pc:chgData name="Shilpa BV" userId="48fbb3e7aeb449f5" providerId="LiveId" clId="{DF778498-CDD1-4360-A2C1-F863C97F6BB2}" dt="2025-04-07T10:39:54.432" v="0" actId="47"/>
        <pc:sldMkLst>
          <pc:docMk/>
          <pc:sldMk cId="1915718135" sldId="305"/>
        </pc:sldMkLst>
      </pc:sldChg>
      <pc:sldChg chg="del">
        <pc:chgData name="Shilpa BV" userId="48fbb3e7aeb449f5" providerId="LiveId" clId="{DF778498-CDD1-4360-A2C1-F863C97F6BB2}" dt="2025-04-07T10:39:54.432" v="0" actId="47"/>
        <pc:sldMkLst>
          <pc:docMk/>
          <pc:sldMk cId="2252700985" sldId="306"/>
        </pc:sldMkLst>
      </pc:sldChg>
      <pc:sldChg chg="del">
        <pc:chgData name="Shilpa BV" userId="48fbb3e7aeb449f5" providerId="LiveId" clId="{DF778498-CDD1-4360-A2C1-F863C97F6BB2}" dt="2025-04-07T10:39:54.432" v="0" actId="47"/>
        <pc:sldMkLst>
          <pc:docMk/>
          <pc:sldMk cId="1976493990" sldId="307"/>
        </pc:sldMkLst>
      </pc:sldChg>
      <pc:sldChg chg="del">
        <pc:chgData name="Shilpa BV" userId="48fbb3e7aeb449f5" providerId="LiveId" clId="{DF778498-CDD1-4360-A2C1-F863C97F6BB2}" dt="2025-04-07T10:39:54.432" v="0" actId="47"/>
        <pc:sldMkLst>
          <pc:docMk/>
          <pc:sldMk cId="492102990" sldId="308"/>
        </pc:sldMkLst>
      </pc:sldChg>
      <pc:sldChg chg="del">
        <pc:chgData name="Shilpa BV" userId="48fbb3e7aeb449f5" providerId="LiveId" clId="{DF778498-CDD1-4360-A2C1-F863C97F6BB2}" dt="2025-04-07T10:39:54.432" v="0" actId="47"/>
        <pc:sldMkLst>
          <pc:docMk/>
          <pc:sldMk cId="2135594936" sldId="309"/>
        </pc:sldMkLst>
      </pc:sldChg>
      <pc:sldChg chg="del">
        <pc:chgData name="Shilpa BV" userId="48fbb3e7aeb449f5" providerId="LiveId" clId="{DF778498-CDD1-4360-A2C1-F863C97F6BB2}" dt="2025-04-07T10:39:54.432" v="0" actId="47"/>
        <pc:sldMkLst>
          <pc:docMk/>
          <pc:sldMk cId="3416825608" sldId="310"/>
        </pc:sldMkLst>
      </pc:sldChg>
      <pc:sldChg chg="add del">
        <pc:chgData name="Shilpa BV" userId="48fbb3e7aeb449f5" providerId="LiveId" clId="{DF778498-CDD1-4360-A2C1-F863C97F6BB2}" dt="2025-04-16T16:25:50.104" v="5043" actId="47"/>
        <pc:sldMkLst>
          <pc:docMk/>
          <pc:sldMk cId="274218879" sldId="311"/>
        </pc:sldMkLst>
      </pc:sldChg>
      <pc:sldChg chg="del">
        <pc:chgData name="Shilpa BV" userId="48fbb3e7aeb449f5" providerId="LiveId" clId="{DF778498-CDD1-4360-A2C1-F863C97F6BB2}" dt="2025-04-07T10:39:54.432" v="0" actId="47"/>
        <pc:sldMkLst>
          <pc:docMk/>
          <pc:sldMk cId="3125727187" sldId="312"/>
        </pc:sldMkLst>
      </pc:sldChg>
      <pc:sldChg chg="modSp new mod">
        <pc:chgData name="Shilpa BV" userId="48fbb3e7aeb449f5" providerId="LiveId" clId="{DF778498-CDD1-4360-A2C1-F863C97F6BB2}" dt="2025-04-07T11:18:43.722" v="301" actId="404"/>
        <pc:sldMkLst>
          <pc:docMk/>
          <pc:sldMk cId="3449115949" sldId="312"/>
        </pc:sldMkLst>
        <pc:spChg chg="mod">
          <ac:chgData name="Shilpa BV" userId="48fbb3e7aeb449f5" providerId="LiveId" clId="{DF778498-CDD1-4360-A2C1-F863C97F6BB2}" dt="2025-04-07T10:49:08.656" v="239" actId="20577"/>
          <ac:spMkLst>
            <pc:docMk/>
            <pc:sldMk cId="3449115949" sldId="312"/>
            <ac:spMk id="2" creationId="{5298C6A5-75BE-0E0B-BE46-2AB23190C860}"/>
          </ac:spMkLst>
        </pc:spChg>
        <pc:spChg chg="mod">
          <ac:chgData name="Shilpa BV" userId="48fbb3e7aeb449f5" providerId="LiveId" clId="{DF778498-CDD1-4360-A2C1-F863C97F6BB2}" dt="2025-04-07T11:18:43.722" v="301" actId="404"/>
          <ac:spMkLst>
            <pc:docMk/>
            <pc:sldMk cId="3449115949" sldId="312"/>
            <ac:spMk id="3" creationId="{DA652A4C-295C-07D6-BFD6-B3654ED09635}"/>
          </ac:spMkLst>
        </pc:spChg>
      </pc:sldChg>
      <pc:sldChg chg="modSp new mod">
        <pc:chgData name="Shilpa BV" userId="48fbb3e7aeb449f5" providerId="LiveId" clId="{DF778498-CDD1-4360-A2C1-F863C97F6BB2}" dt="2025-04-11T04:26:54.875" v="733" actId="20577"/>
        <pc:sldMkLst>
          <pc:docMk/>
          <pc:sldMk cId="3458348216" sldId="313"/>
        </pc:sldMkLst>
        <pc:spChg chg="mod">
          <ac:chgData name="Shilpa BV" userId="48fbb3e7aeb449f5" providerId="LiveId" clId="{DF778498-CDD1-4360-A2C1-F863C97F6BB2}" dt="2025-04-11T04:24:19.916" v="725" actId="27636"/>
          <ac:spMkLst>
            <pc:docMk/>
            <pc:sldMk cId="3458348216" sldId="313"/>
            <ac:spMk id="2" creationId="{4EF78012-B537-5FA7-6985-D8DCD5975476}"/>
          </ac:spMkLst>
        </pc:spChg>
        <pc:spChg chg="mod">
          <ac:chgData name="Shilpa BV" userId="48fbb3e7aeb449f5" providerId="LiveId" clId="{DF778498-CDD1-4360-A2C1-F863C97F6BB2}" dt="2025-04-11T04:26:54.875" v="733" actId="20577"/>
          <ac:spMkLst>
            <pc:docMk/>
            <pc:sldMk cId="3458348216" sldId="313"/>
            <ac:spMk id="3" creationId="{51B6584C-AF77-201D-E47E-BDC1844E2BAB}"/>
          </ac:spMkLst>
        </pc:spChg>
      </pc:sldChg>
      <pc:sldChg chg="modSp new mod">
        <pc:chgData name="Shilpa BV" userId="48fbb3e7aeb449f5" providerId="LiveId" clId="{DF778498-CDD1-4360-A2C1-F863C97F6BB2}" dt="2025-04-11T04:27:27.648" v="736" actId="403"/>
        <pc:sldMkLst>
          <pc:docMk/>
          <pc:sldMk cId="2933422608" sldId="314"/>
        </pc:sldMkLst>
        <pc:spChg chg="mod">
          <ac:chgData name="Shilpa BV" userId="48fbb3e7aeb449f5" providerId="LiveId" clId="{DF778498-CDD1-4360-A2C1-F863C97F6BB2}" dt="2025-04-07T11:20:48.692" v="354" actId="20577"/>
          <ac:spMkLst>
            <pc:docMk/>
            <pc:sldMk cId="2933422608" sldId="314"/>
            <ac:spMk id="2" creationId="{30F58857-88C5-2320-E09B-1A9562E28C76}"/>
          </ac:spMkLst>
        </pc:spChg>
        <pc:spChg chg="mod">
          <ac:chgData name="Shilpa BV" userId="48fbb3e7aeb449f5" providerId="LiveId" clId="{DF778498-CDD1-4360-A2C1-F863C97F6BB2}" dt="2025-04-11T04:27:27.648" v="736" actId="403"/>
          <ac:spMkLst>
            <pc:docMk/>
            <pc:sldMk cId="2933422608" sldId="314"/>
            <ac:spMk id="3" creationId="{5DEFBD76-01D4-0EBA-CC36-3FA83D06779C}"/>
          </ac:spMkLst>
        </pc:spChg>
      </pc:sldChg>
      <pc:sldChg chg="modSp new mod ord">
        <pc:chgData name="Shilpa BV" userId="48fbb3e7aeb449f5" providerId="LiveId" clId="{DF778498-CDD1-4360-A2C1-F863C97F6BB2}" dt="2025-04-15T14:31:45.159" v="1578" actId="6549"/>
        <pc:sldMkLst>
          <pc:docMk/>
          <pc:sldMk cId="3754514112" sldId="315"/>
        </pc:sldMkLst>
        <pc:spChg chg="mod">
          <ac:chgData name="Shilpa BV" userId="48fbb3e7aeb449f5" providerId="LiveId" clId="{DF778498-CDD1-4360-A2C1-F863C97F6BB2}" dt="2025-04-07T11:22:10.115" v="423" actId="403"/>
          <ac:spMkLst>
            <pc:docMk/>
            <pc:sldMk cId="3754514112" sldId="315"/>
            <ac:spMk id="2" creationId="{90FEB369-3288-60B5-02A6-9A669C49FE9C}"/>
          </ac:spMkLst>
        </pc:spChg>
        <pc:spChg chg="mod">
          <ac:chgData name="Shilpa BV" userId="48fbb3e7aeb449f5" providerId="LiveId" clId="{DF778498-CDD1-4360-A2C1-F863C97F6BB2}" dt="2025-04-15T14:31:45.159" v="1578" actId="6549"/>
          <ac:spMkLst>
            <pc:docMk/>
            <pc:sldMk cId="3754514112" sldId="315"/>
            <ac:spMk id="3" creationId="{78DEAB4F-1BFF-3523-AB68-EFD3939DD14B}"/>
          </ac:spMkLst>
        </pc:spChg>
      </pc:sldChg>
      <pc:sldChg chg="addSp delSp modSp new mod ord">
        <pc:chgData name="Shilpa BV" userId="48fbb3e7aeb449f5" providerId="LiveId" clId="{DF778498-CDD1-4360-A2C1-F863C97F6BB2}" dt="2025-04-15T14:05:10.392" v="1221"/>
        <pc:sldMkLst>
          <pc:docMk/>
          <pc:sldMk cId="1003363998" sldId="316"/>
        </pc:sldMkLst>
        <pc:spChg chg="mod">
          <ac:chgData name="Shilpa BV" userId="48fbb3e7aeb449f5" providerId="LiveId" clId="{DF778498-CDD1-4360-A2C1-F863C97F6BB2}" dt="2025-04-11T04:31:50.556" v="801" actId="255"/>
          <ac:spMkLst>
            <pc:docMk/>
            <pc:sldMk cId="1003363998" sldId="316"/>
            <ac:spMk id="3" creationId="{30AF03C6-D27D-AE2D-FBCC-8B994489B435}"/>
          </ac:spMkLst>
        </pc:spChg>
        <pc:picChg chg="add mod">
          <ac:chgData name="Shilpa BV" userId="48fbb3e7aeb449f5" providerId="LiveId" clId="{DF778498-CDD1-4360-A2C1-F863C97F6BB2}" dt="2025-04-11T04:31:44.625" v="800" actId="14100"/>
          <ac:picMkLst>
            <pc:docMk/>
            <pc:sldMk cId="1003363998" sldId="316"/>
            <ac:picMk id="5" creationId="{20805525-AC05-1BD7-70B8-586AEE8C661D}"/>
          </ac:picMkLst>
        </pc:picChg>
      </pc:sldChg>
      <pc:sldChg chg="addSp delSp modSp new mod">
        <pc:chgData name="Shilpa BV" userId="48fbb3e7aeb449f5" providerId="LiveId" clId="{DF778498-CDD1-4360-A2C1-F863C97F6BB2}" dt="2025-04-11T04:43:13.863" v="807" actId="14100"/>
        <pc:sldMkLst>
          <pc:docMk/>
          <pc:sldMk cId="3893447973" sldId="317"/>
        </pc:sldMkLst>
        <pc:picChg chg="add mod">
          <ac:chgData name="Shilpa BV" userId="48fbb3e7aeb449f5" providerId="LiveId" clId="{DF778498-CDD1-4360-A2C1-F863C97F6BB2}" dt="2025-04-11T04:43:13.863" v="807" actId="14100"/>
          <ac:picMkLst>
            <pc:docMk/>
            <pc:sldMk cId="3893447973" sldId="317"/>
            <ac:picMk id="5" creationId="{6E0968C4-BFA2-FACD-21E1-F7B814A2702A}"/>
          </ac:picMkLst>
        </pc:picChg>
      </pc:sldChg>
      <pc:sldChg chg="addSp delSp modSp new mod">
        <pc:chgData name="Shilpa BV" userId="48fbb3e7aeb449f5" providerId="LiveId" clId="{DF778498-CDD1-4360-A2C1-F863C97F6BB2}" dt="2025-04-15T14:42:24.890" v="1971" actId="1036"/>
        <pc:sldMkLst>
          <pc:docMk/>
          <pc:sldMk cId="2354453633" sldId="318"/>
        </pc:sldMkLst>
        <pc:spChg chg="mod">
          <ac:chgData name="Shilpa BV" userId="48fbb3e7aeb449f5" providerId="LiveId" clId="{DF778498-CDD1-4360-A2C1-F863C97F6BB2}" dt="2025-04-11T04:53:08.996" v="909" actId="27636"/>
          <ac:spMkLst>
            <pc:docMk/>
            <pc:sldMk cId="2354453633" sldId="318"/>
            <ac:spMk id="2" creationId="{329088FD-5B97-927E-3A78-CAED0E09574D}"/>
          </ac:spMkLst>
        </pc:spChg>
        <pc:spChg chg="mod">
          <ac:chgData name="Shilpa BV" userId="48fbb3e7aeb449f5" providerId="LiveId" clId="{DF778498-CDD1-4360-A2C1-F863C97F6BB2}" dt="2025-04-15T14:42:18.781" v="1967"/>
          <ac:spMkLst>
            <pc:docMk/>
            <pc:sldMk cId="2354453633" sldId="318"/>
            <ac:spMk id="3" creationId="{130965F3-354F-5F87-92FD-D990A9195600}"/>
          </ac:spMkLst>
        </pc:spChg>
        <pc:picChg chg="add mod">
          <ac:chgData name="Shilpa BV" userId="48fbb3e7aeb449f5" providerId="LiveId" clId="{DF778498-CDD1-4360-A2C1-F863C97F6BB2}" dt="2025-04-15T14:42:24.890" v="1971" actId="1036"/>
          <ac:picMkLst>
            <pc:docMk/>
            <pc:sldMk cId="2354453633" sldId="318"/>
            <ac:picMk id="7" creationId="{21586AA5-2F38-9651-9741-DDC6DB88B158}"/>
          </ac:picMkLst>
        </pc:picChg>
      </pc:sldChg>
      <pc:sldChg chg="addSp delSp modSp add mod">
        <pc:chgData name="Shilpa BV" userId="48fbb3e7aeb449f5" providerId="LiveId" clId="{DF778498-CDD1-4360-A2C1-F863C97F6BB2}" dt="2025-04-11T04:43:56.081" v="813" actId="14100"/>
        <pc:sldMkLst>
          <pc:docMk/>
          <pc:sldMk cId="4220332352" sldId="319"/>
        </pc:sldMkLst>
        <pc:picChg chg="add mod">
          <ac:chgData name="Shilpa BV" userId="48fbb3e7aeb449f5" providerId="LiveId" clId="{DF778498-CDD1-4360-A2C1-F863C97F6BB2}" dt="2025-04-11T04:43:56.081" v="813" actId="14100"/>
          <ac:picMkLst>
            <pc:docMk/>
            <pc:sldMk cId="4220332352" sldId="319"/>
            <ac:picMk id="3" creationId="{4A6B2C5F-4718-0796-A89C-14E0B74D861B}"/>
          </ac:picMkLst>
        </pc:picChg>
      </pc:sldChg>
      <pc:sldChg chg="addSp delSp modSp new mod">
        <pc:chgData name="Shilpa BV" userId="48fbb3e7aeb449f5" providerId="LiveId" clId="{DF778498-CDD1-4360-A2C1-F863C97F6BB2}" dt="2025-04-11T04:44:45.132" v="834" actId="1035"/>
        <pc:sldMkLst>
          <pc:docMk/>
          <pc:sldMk cId="793629107" sldId="320"/>
        </pc:sldMkLst>
        <pc:picChg chg="add mod">
          <ac:chgData name="Shilpa BV" userId="48fbb3e7aeb449f5" providerId="LiveId" clId="{DF778498-CDD1-4360-A2C1-F863C97F6BB2}" dt="2025-04-11T04:44:45.132" v="834" actId="1035"/>
          <ac:picMkLst>
            <pc:docMk/>
            <pc:sldMk cId="793629107" sldId="320"/>
            <ac:picMk id="5" creationId="{BD616836-FD4A-026A-3BA8-36C694DE2841}"/>
          </ac:picMkLst>
        </pc:picChg>
      </pc:sldChg>
      <pc:sldChg chg="addSp modSp add mod">
        <pc:chgData name="Shilpa BV" userId="48fbb3e7aeb449f5" providerId="LiveId" clId="{DF778498-CDD1-4360-A2C1-F863C97F6BB2}" dt="2025-04-11T04:45:45.489" v="837" actId="14100"/>
        <pc:sldMkLst>
          <pc:docMk/>
          <pc:sldMk cId="3773444921" sldId="321"/>
        </pc:sldMkLst>
        <pc:picChg chg="add mod">
          <ac:chgData name="Shilpa BV" userId="48fbb3e7aeb449f5" providerId="LiveId" clId="{DF778498-CDD1-4360-A2C1-F863C97F6BB2}" dt="2025-04-11T04:45:45.489" v="837" actId="14100"/>
          <ac:picMkLst>
            <pc:docMk/>
            <pc:sldMk cId="3773444921" sldId="321"/>
            <ac:picMk id="3" creationId="{0DEA3834-828D-54BF-E7E3-A09CA704EDF3}"/>
          </ac:picMkLst>
        </pc:picChg>
      </pc:sldChg>
      <pc:sldChg chg="addSp modSp add mod">
        <pc:chgData name="Shilpa BV" userId="48fbb3e7aeb449f5" providerId="LiveId" clId="{DF778498-CDD1-4360-A2C1-F863C97F6BB2}" dt="2025-04-11T04:46:58.781" v="844" actId="14100"/>
        <pc:sldMkLst>
          <pc:docMk/>
          <pc:sldMk cId="692860610" sldId="322"/>
        </pc:sldMkLst>
        <pc:picChg chg="add mod">
          <ac:chgData name="Shilpa BV" userId="48fbb3e7aeb449f5" providerId="LiveId" clId="{DF778498-CDD1-4360-A2C1-F863C97F6BB2}" dt="2025-04-11T04:46:58.781" v="844" actId="14100"/>
          <ac:picMkLst>
            <pc:docMk/>
            <pc:sldMk cId="692860610" sldId="322"/>
            <ac:picMk id="3" creationId="{714D49BF-2456-9FC0-D9E8-E68C665C8A27}"/>
          </ac:picMkLst>
        </pc:picChg>
      </pc:sldChg>
      <pc:sldChg chg="add del">
        <pc:chgData name="Shilpa BV" userId="48fbb3e7aeb449f5" providerId="LiveId" clId="{DF778498-CDD1-4360-A2C1-F863C97F6BB2}" dt="2025-04-11T04:48:52.287" v="853" actId="47"/>
        <pc:sldMkLst>
          <pc:docMk/>
          <pc:sldMk cId="125566319" sldId="323"/>
        </pc:sldMkLst>
      </pc:sldChg>
      <pc:sldChg chg="addSp modSp add mod">
        <pc:chgData name="Shilpa BV" userId="48fbb3e7aeb449f5" providerId="LiveId" clId="{DF778498-CDD1-4360-A2C1-F863C97F6BB2}" dt="2025-04-11T04:47:25.144" v="847" actId="14100"/>
        <pc:sldMkLst>
          <pc:docMk/>
          <pc:sldMk cId="2050508663" sldId="324"/>
        </pc:sldMkLst>
        <pc:picChg chg="add mod">
          <ac:chgData name="Shilpa BV" userId="48fbb3e7aeb449f5" providerId="LiveId" clId="{DF778498-CDD1-4360-A2C1-F863C97F6BB2}" dt="2025-04-11T04:47:25.144" v="847" actId="14100"/>
          <ac:picMkLst>
            <pc:docMk/>
            <pc:sldMk cId="2050508663" sldId="324"/>
            <ac:picMk id="3" creationId="{A88A3146-9826-D457-7654-38DC95773FD9}"/>
          </ac:picMkLst>
        </pc:picChg>
      </pc:sldChg>
      <pc:sldChg chg="addSp modSp add mod">
        <pc:chgData name="Shilpa BV" userId="48fbb3e7aeb449f5" providerId="LiveId" clId="{DF778498-CDD1-4360-A2C1-F863C97F6BB2}" dt="2025-04-11T04:47:57.616" v="850" actId="14100"/>
        <pc:sldMkLst>
          <pc:docMk/>
          <pc:sldMk cId="453617083" sldId="325"/>
        </pc:sldMkLst>
        <pc:picChg chg="add mod">
          <ac:chgData name="Shilpa BV" userId="48fbb3e7aeb449f5" providerId="LiveId" clId="{DF778498-CDD1-4360-A2C1-F863C97F6BB2}" dt="2025-04-11T04:47:57.616" v="850" actId="14100"/>
          <ac:picMkLst>
            <pc:docMk/>
            <pc:sldMk cId="453617083" sldId="325"/>
            <ac:picMk id="3" creationId="{C117C786-F2CA-4028-4F67-4815F9FA1169}"/>
          </ac:picMkLst>
        </pc:picChg>
      </pc:sldChg>
      <pc:sldChg chg="addSp modSp new mod">
        <pc:chgData name="Shilpa BV" userId="48fbb3e7aeb449f5" providerId="LiveId" clId="{DF778498-CDD1-4360-A2C1-F863C97F6BB2}" dt="2025-04-11T05:54:35.144" v="991" actId="403"/>
        <pc:sldMkLst>
          <pc:docMk/>
          <pc:sldMk cId="151687503" sldId="326"/>
        </pc:sldMkLst>
        <pc:spChg chg="mod">
          <ac:chgData name="Shilpa BV" userId="48fbb3e7aeb449f5" providerId="LiveId" clId="{DF778498-CDD1-4360-A2C1-F863C97F6BB2}" dt="2025-04-11T05:00:59.208" v="962" actId="27636"/>
          <ac:spMkLst>
            <pc:docMk/>
            <pc:sldMk cId="151687503" sldId="326"/>
            <ac:spMk id="2" creationId="{96B9B5A3-02C0-14A4-42E1-58FC88D698F8}"/>
          </ac:spMkLst>
        </pc:spChg>
        <pc:spChg chg="mod">
          <ac:chgData name="Shilpa BV" userId="48fbb3e7aeb449f5" providerId="LiveId" clId="{DF778498-CDD1-4360-A2C1-F863C97F6BB2}" dt="2025-04-11T05:54:35.144" v="991" actId="403"/>
          <ac:spMkLst>
            <pc:docMk/>
            <pc:sldMk cId="151687503" sldId="326"/>
            <ac:spMk id="3" creationId="{932416CC-B16B-036B-6CAB-1FC64AD4EDFF}"/>
          </ac:spMkLst>
        </pc:spChg>
        <pc:picChg chg="add mod">
          <ac:chgData name="Shilpa BV" userId="48fbb3e7aeb449f5" providerId="LiveId" clId="{DF778498-CDD1-4360-A2C1-F863C97F6BB2}" dt="2025-04-11T05:53:48.849" v="981" actId="1036"/>
          <ac:picMkLst>
            <pc:docMk/>
            <pc:sldMk cId="151687503" sldId="326"/>
            <ac:picMk id="5" creationId="{53637305-0D03-CB78-6438-8E77923F86FA}"/>
          </ac:picMkLst>
        </pc:picChg>
      </pc:sldChg>
      <pc:sldChg chg="add del">
        <pc:chgData name="Shilpa BV" userId="48fbb3e7aeb449f5" providerId="LiveId" clId="{DF778498-CDD1-4360-A2C1-F863C97F6BB2}" dt="2025-04-11T04:48:50.633" v="851" actId="47"/>
        <pc:sldMkLst>
          <pc:docMk/>
          <pc:sldMk cId="3241992161" sldId="326"/>
        </pc:sldMkLst>
      </pc:sldChg>
      <pc:sldChg chg="add del">
        <pc:chgData name="Shilpa BV" userId="48fbb3e7aeb449f5" providerId="LiveId" clId="{DF778498-CDD1-4360-A2C1-F863C97F6BB2}" dt="2025-04-11T04:48:51.598" v="852" actId="47"/>
        <pc:sldMkLst>
          <pc:docMk/>
          <pc:sldMk cId="1205026981" sldId="327"/>
        </pc:sldMkLst>
      </pc:sldChg>
      <pc:sldChg chg="addSp modSp new mod">
        <pc:chgData name="Shilpa BV" userId="48fbb3e7aeb449f5" providerId="LiveId" clId="{DF778498-CDD1-4360-A2C1-F863C97F6BB2}" dt="2025-04-15T14:53:24.652" v="1998" actId="1036"/>
        <pc:sldMkLst>
          <pc:docMk/>
          <pc:sldMk cId="3246376465" sldId="327"/>
        </pc:sldMkLst>
        <pc:spChg chg="mod">
          <ac:chgData name="Shilpa BV" userId="48fbb3e7aeb449f5" providerId="LiveId" clId="{DF778498-CDD1-4360-A2C1-F863C97F6BB2}" dt="2025-04-11T05:57:21.577" v="1098" actId="1037"/>
          <ac:spMkLst>
            <pc:docMk/>
            <pc:sldMk cId="3246376465" sldId="327"/>
            <ac:spMk id="2" creationId="{FE9DFF8B-2829-059A-B887-C23812940498}"/>
          </ac:spMkLst>
        </pc:spChg>
        <pc:spChg chg="mod">
          <ac:chgData name="Shilpa BV" userId="48fbb3e7aeb449f5" providerId="LiveId" clId="{DF778498-CDD1-4360-A2C1-F863C97F6BB2}" dt="2025-04-11T06:00:45.124" v="1169" actId="21"/>
          <ac:spMkLst>
            <pc:docMk/>
            <pc:sldMk cId="3246376465" sldId="327"/>
            <ac:spMk id="3" creationId="{D8EED18B-51F2-9089-B801-8F7F9F44FC5D}"/>
          </ac:spMkLst>
        </pc:spChg>
        <pc:picChg chg="add mod">
          <ac:chgData name="Shilpa BV" userId="48fbb3e7aeb449f5" providerId="LiveId" clId="{DF778498-CDD1-4360-A2C1-F863C97F6BB2}" dt="2025-04-15T14:53:24.652" v="1998" actId="1036"/>
          <ac:picMkLst>
            <pc:docMk/>
            <pc:sldMk cId="3246376465" sldId="327"/>
            <ac:picMk id="5" creationId="{7B57977A-A5E0-CFF5-6AE9-29FB89A9CF45}"/>
          </ac:picMkLst>
        </pc:picChg>
      </pc:sldChg>
      <pc:sldChg chg="addSp delSp modSp new mod">
        <pc:chgData name="Shilpa BV" userId="48fbb3e7aeb449f5" providerId="LiveId" clId="{DF778498-CDD1-4360-A2C1-F863C97F6BB2}" dt="2025-04-15T14:54:55.190" v="2025" actId="14100"/>
        <pc:sldMkLst>
          <pc:docMk/>
          <pc:sldMk cId="3510251403" sldId="328"/>
        </pc:sldMkLst>
        <pc:picChg chg="add mod ord">
          <ac:chgData name="Shilpa BV" userId="48fbb3e7aeb449f5" providerId="LiveId" clId="{DF778498-CDD1-4360-A2C1-F863C97F6BB2}" dt="2025-04-15T14:54:55.190" v="2025" actId="14100"/>
          <ac:picMkLst>
            <pc:docMk/>
            <pc:sldMk cId="3510251403" sldId="328"/>
            <ac:picMk id="5" creationId="{00F62FA2-820A-1445-CE4E-F919E75F9B61}"/>
          </ac:picMkLst>
        </pc:picChg>
        <pc:picChg chg="add mod">
          <ac:chgData name="Shilpa BV" userId="48fbb3e7aeb449f5" providerId="LiveId" clId="{DF778498-CDD1-4360-A2C1-F863C97F6BB2}" dt="2025-04-15T14:53:32.821" v="2007" actId="1035"/>
          <ac:picMkLst>
            <pc:docMk/>
            <pc:sldMk cId="3510251403" sldId="328"/>
            <ac:picMk id="7" creationId="{764EC1EF-DFEB-7C4F-643F-257BAA529B8E}"/>
          </ac:picMkLst>
        </pc:picChg>
      </pc:sldChg>
      <pc:sldChg chg="addSp modSp new mod">
        <pc:chgData name="Shilpa BV" userId="48fbb3e7aeb449f5" providerId="LiveId" clId="{DF778498-CDD1-4360-A2C1-F863C97F6BB2}" dt="2025-04-15T15:57:49.162" v="2402" actId="20577"/>
        <pc:sldMkLst>
          <pc:docMk/>
          <pc:sldMk cId="1247366157" sldId="329"/>
        </pc:sldMkLst>
        <pc:spChg chg="mod">
          <ac:chgData name="Shilpa BV" userId="48fbb3e7aeb449f5" providerId="LiveId" clId="{DF778498-CDD1-4360-A2C1-F863C97F6BB2}" dt="2025-04-15T15:44:57.236" v="2128" actId="2711"/>
          <ac:spMkLst>
            <pc:docMk/>
            <pc:sldMk cId="1247366157" sldId="329"/>
            <ac:spMk id="2" creationId="{A6CF80AD-79D6-5277-5C22-A85AE0CFFE20}"/>
          </ac:spMkLst>
        </pc:spChg>
        <pc:spChg chg="mod">
          <ac:chgData name="Shilpa BV" userId="48fbb3e7aeb449f5" providerId="LiveId" clId="{DF778498-CDD1-4360-A2C1-F863C97F6BB2}" dt="2025-04-15T15:57:49.162" v="2402" actId="20577"/>
          <ac:spMkLst>
            <pc:docMk/>
            <pc:sldMk cId="1247366157" sldId="329"/>
            <ac:spMk id="3" creationId="{118710DA-9C13-DE75-9F03-2B261CB5AFEC}"/>
          </ac:spMkLst>
        </pc:spChg>
        <pc:spChg chg="add mod">
          <ac:chgData name="Shilpa BV" userId="48fbb3e7aeb449f5" providerId="LiveId" clId="{DF778498-CDD1-4360-A2C1-F863C97F6BB2}" dt="2025-04-15T15:49:54.474" v="2268" actId="164"/>
          <ac:spMkLst>
            <pc:docMk/>
            <pc:sldMk cId="1247366157" sldId="329"/>
            <ac:spMk id="4" creationId="{3097CCD7-1C1F-0ABD-C0B3-E679D43120C1}"/>
          </ac:spMkLst>
        </pc:spChg>
        <pc:spChg chg="add mod">
          <ac:chgData name="Shilpa BV" userId="48fbb3e7aeb449f5" providerId="LiveId" clId="{DF778498-CDD1-4360-A2C1-F863C97F6BB2}" dt="2025-04-15T15:49:54.474" v="2268" actId="164"/>
          <ac:spMkLst>
            <pc:docMk/>
            <pc:sldMk cId="1247366157" sldId="329"/>
            <ac:spMk id="5" creationId="{FCB34725-AB57-9F02-C3F7-82D6BF485312}"/>
          </ac:spMkLst>
        </pc:spChg>
        <pc:spChg chg="add mod">
          <ac:chgData name="Shilpa BV" userId="48fbb3e7aeb449f5" providerId="LiveId" clId="{DF778498-CDD1-4360-A2C1-F863C97F6BB2}" dt="2025-04-15T15:49:54.474" v="2268" actId="164"/>
          <ac:spMkLst>
            <pc:docMk/>
            <pc:sldMk cId="1247366157" sldId="329"/>
            <ac:spMk id="6" creationId="{8D5ABD3B-64DB-CA1D-38F9-8B6B0F71CB83}"/>
          </ac:spMkLst>
        </pc:spChg>
        <pc:spChg chg="add mod">
          <ac:chgData name="Shilpa BV" userId="48fbb3e7aeb449f5" providerId="LiveId" clId="{DF778498-CDD1-4360-A2C1-F863C97F6BB2}" dt="2025-04-15T15:49:54.474" v="2268" actId="164"/>
          <ac:spMkLst>
            <pc:docMk/>
            <pc:sldMk cId="1247366157" sldId="329"/>
            <ac:spMk id="7" creationId="{192D0934-8980-1970-EE33-D3D8FFFC341B}"/>
          </ac:spMkLst>
        </pc:spChg>
        <pc:grpChg chg="add mod">
          <ac:chgData name="Shilpa BV" userId="48fbb3e7aeb449f5" providerId="LiveId" clId="{DF778498-CDD1-4360-A2C1-F863C97F6BB2}" dt="2025-04-15T15:49:54.474" v="2268" actId="164"/>
          <ac:grpSpMkLst>
            <pc:docMk/>
            <pc:sldMk cId="1247366157" sldId="329"/>
            <ac:grpSpMk id="8" creationId="{A6E4D6BF-05FF-F754-790E-563D936B534E}"/>
          </ac:grpSpMkLst>
        </pc:grpChg>
      </pc:sldChg>
      <pc:sldChg chg="addSp delSp modSp new mod">
        <pc:chgData name="Shilpa BV" userId="48fbb3e7aeb449f5" providerId="LiveId" clId="{DF778498-CDD1-4360-A2C1-F863C97F6BB2}" dt="2025-04-15T14:53:13.555" v="1983" actId="1076"/>
        <pc:sldMkLst>
          <pc:docMk/>
          <pc:sldMk cId="3209333622" sldId="330"/>
        </pc:sldMkLst>
        <pc:spChg chg="mod">
          <ac:chgData name="Shilpa BV" userId="48fbb3e7aeb449f5" providerId="LiveId" clId="{DF778498-CDD1-4360-A2C1-F863C97F6BB2}" dt="2025-04-15T14:53:07.703" v="1981" actId="14100"/>
          <ac:spMkLst>
            <pc:docMk/>
            <pc:sldMk cId="3209333622" sldId="330"/>
            <ac:spMk id="3" creationId="{44E9DC22-DE86-D5B2-DB3A-40543BD6DDDE}"/>
          </ac:spMkLst>
        </pc:spChg>
        <pc:picChg chg="add mod">
          <ac:chgData name="Shilpa BV" userId="48fbb3e7aeb449f5" providerId="LiveId" clId="{DF778498-CDD1-4360-A2C1-F863C97F6BB2}" dt="2025-04-15T14:53:13.555" v="1983" actId="1076"/>
          <ac:picMkLst>
            <pc:docMk/>
            <pc:sldMk cId="3209333622" sldId="330"/>
            <ac:picMk id="2" creationId="{1B8E8839-91D2-FB5C-65E5-855CDC2A93E9}"/>
          </ac:picMkLst>
        </pc:picChg>
      </pc:sldChg>
      <pc:sldChg chg="modSp new mod">
        <pc:chgData name="Shilpa BV" userId="48fbb3e7aeb449f5" providerId="LiveId" clId="{DF778498-CDD1-4360-A2C1-F863C97F6BB2}" dt="2025-04-11T06:13:30.330" v="1219" actId="2711"/>
        <pc:sldMkLst>
          <pc:docMk/>
          <pc:sldMk cId="3862431671" sldId="331"/>
        </pc:sldMkLst>
        <pc:spChg chg="mod">
          <ac:chgData name="Shilpa BV" userId="48fbb3e7aeb449f5" providerId="LiveId" clId="{DF778498-CDD1-4360-A2C1-F863C97F6BB2}" dt="2025-04-11T06:10:52.597" v="1193" actId="27636"/>
          <ac:spMkLst>
            <pc:docMk/>
            <pc:sldMk cId="3862431671" sldId="331"/>
            <ac:spMk id="2" creationId="{81AC99CE-5326-B86D-C335-D6E2333A52D9}"/>
          </ac:spMkLst>
        </pc:spChg>
        <pc:spChg chg="mod">
          <ac:chgData name="Shilpa BV" userId="48fbb3e7aeb449f5" providerId="LiveId" clId="{DF778498-CDD1-4360-A2C1-F863C97F6BB2}" dt="2025-04-11T06:13:30.330" v="1219" actId="2711"/>
          <ac:spMkLst>
            <pc:docMk/>
            <pc:sldMk cId="3862431671" sldId="331"/>
            <ac:spMk id="3" creationId="{04FB3713-EA86-FB8C-1E75-5CC632787EDE}"/>
          </ac:spMkLst>
        </pc:spChg>
      </pc:sldChg>
      <pc:sldChg chg="addSp modSp new mod">
        <pc:chgData name="Shilpa BV" userId="48fbb3e7aeb449f5" providerId="LiveId" clId="{DF778498-CDD1-4360-A2C1-F863C97F6BB2}" dt="2025-04-15T14:35:11.643" v="1922" actId="1038"/>
        <pc:sldMkLst>
          <pc:docMk/>
          <pc:sldMk cId="858251206" sldId="332"/>
        </pc:sldMkLst>
        <pc:spChg chg="mod">
          <ac:chgData name="Shilpa BV" userId="48fbb3e7aeb449f5" providerId="LiveId" clId="{DF778498-CDD1-4360-A2C1-F863C97F6BB2}" dt="2025-04-15T14:31:14.708" v="1563" actId="14100"/>
          <ac:spMkLst>
            <pc:docMk/>
            <pc:sldMk cId="858251206" sldId="332"/>
            <ac:spMk id="2" creationId="{8383837B-7E31-C014-E987-F0D432070939}"/>
          </ac:spMkLst>
        </pc:spChg>
        <pc:spChg chg="mod">
          <ac:chgData name="Shilpa BV" userId="48fbb3e7aeb449f5" providerId="LiveId" clId="{DF778498-CDD1-4360-A2C1-F863C97F6BB2}" dt="2025-04-15T14:33:29.462" v="1712" actId="20577"/>
          <ac:spMkLst>
            <pc:docMk/>
            <pc:sldMk cId="858251206" sldId="332"/>
            <ac:spMk id="3" creationId="{B9D65428-205D-B55C-3D69-9D43A80E785B}"/>
          </ac:spMkLst>
        </pc:spChg>
        <pc:spChg chg="add mod">
          <ac:chgData name="Shilpa BV" userId="48fbb3e7aeb449f5" providerId="LiveId" clId="{DF778498-CDD1-4360-A2C1-F863C97F6BB2}" dt="2025-04-15T14:34:11.244" v="1752" actId="20577"/>
          <ac:spMkLst>
            <pc:docMk/>
            <pc:sldMk cId="858251206" sldId="332"/>
            <ac:spMk id="4" creationId="{AA3B7418-B257-6090-1772-CCB3B583430F}"/>
          </ac:spMkLst>
        </pc:spChg>
        <pc:spChg chg="add">
          <ac:chgData name="Shilpa BV" userId="48fbb3e7aeb449f5" providerId="LiveId" clId="{DF778498-CDD1-4360-A2C1-F863C97F6BB2}" dt="2025-04-15T14:34:45.868" v="1753" actId="11529"/>
          <ac:spMkLst>
            <pc:docMk/>
            <pc:sldMk cId="858251206" sldId="332"/>
            <ac:spMk id="5" creationId="{26F20C03-4369-2AED-3AF9-B3C42A812D02}"/>
          </ac:spMkLst>
        </pc:spChg>
        <pc:spChg chg="add mod">
          <ac:chgData name="Shilpa BV" userId="48fbb3e7aeb449f5" providerId="LiveId" clId="{DF778498-CDD1-4360-A2C1-F863C97F6BB2}" dt="2025-04-15T14:34:54.527" v="1795" actId="1038"/>
          <ac:spMkLst>
            <pc:docMk/>
            <pc:sldMk cId="858251206" sldId="332"/>
            <ac:spMk id="6" creationId="{15E0CC2E-A679-2810-AE4D-550AE5255365}"/>
          </ac:spMkLst>
        </pc:spChg>
        <pc:spChg chg="add mod">
          <ac:chgData name="Shilpa BV" userId="48fbb3e7aeb449f5" providerId="LiveId" clId="{DF778498-CDD1-4360-A2C1-F863C97F6BB2}" dt="2025-04-15T14:35:00.956" v="1843" actId="1037"/>
          <ac:spMkLst>
            <pc:docMk/>
            <pc:sldMk cId="858251206" sldId="332"/>
            <ac:spMk id="7" creationId="{9CAA1424-39A9-53FB-90EB-D353D59DF1C1}"/>
          </ac:spMkLst>
        </pc:spChg>
        <pc:spChg chg="add mod">
          <ac:chgData name="Shilpa BV" userId="48fbb3e7aeb449f5" providerId="LiveId" clId="{DF778498-CDD1-4360-A2C1-F863C97F6BB2}" dt="2025-04-15T14:35:11.643" v="1922" actId="1038"/>
          <ac:spMkLst>
            <pc:docMk/>
            <pc:sldMk cId="858251206" sldId="332"/>
            <ac:spMk id="8" creationId="{4352D615-A81B-AFC0-8AFA-BC69B7DF8DCC}"/>
          </ac:spMkLst>
        </pc:spChg>
      </pc:sldChg>
      <pc:sldChg chg="addSp delSp modSp new mod">
        <pc:chgData name="Shilpa BV" userId="48fbb3e7aeb449f5" providerId="LiveId" clId="{DF778498-CDD1-4360-A2C1-F863C97F6BB2}" dt="2025-04-15T16:07:41.418" v="2808" actId="478"/>
        <pc:sldMkLst>
          <pc:docMk/>
          <pc:sldMk cId="1171469400" sldId="333"/>
        </pc:sldMkLst>
        <pc:picChg chg="add del mod">
          <ac:chgData name="Shilpa BV" userId="48fbb3e7aeb449f5" providerId="LiveId" clId="{DF778498-CDD1-4360-A2C1-F863C97F6BB2}" dt="2025-04-15T16:07:39.017" v="2807" actId="1076"/>
          <ac:picMkLst>
            <pc:docMk/>
            <pc:sldMk cId="1171469400" sldId="333"/>
            <ac:picMk id="7" creationId="{C7A7A801-C4EB-5A1C-A004-69C5D623384C}"/>
          </ac:picMkLst>
        </pc:picChg>
      </pc:sldChg>
      <pc:sldChg chg="addSp delSp modSp new mod">
        <pc:chgData name="Shilpa BV" userId="48fbb3e7aeb449f5" providerId="LiveId" clId="{DF778498-CDD1-4360-A2C1-F863C97F6BB2}" dt="2025-04-15T16:06:38.045" v="2804" actId="404"/>
        <pc:sldMkLst>
          <pc:docMk/>
          <pc:sldMk cId="3355814645" sldId="334"/>
        </pc:sldMkLst>
        <pc:spChg chg="add del mod">
          <ac:chgData name="Shilpa BV" userId="48fbb3e7aeb449f5" providerId="LiveId" clId="{DF778498-CDD1-4360-A2C1-F863C97F6BB2}" dt="2025-04-15T16:00:32.769" v="2430" actId="14100"/>
          <ac:spMkLst>
            <pc:docMk/>
            <pc:sldMk cId="3355814645" sldId="334"/>
            <ac:spMk id="3" creationId="{5ECE57E5-4A06-0579-B726-00948147F3A7}"/>
          </ac:spMkLst>
        </pc:spChg>
        <pc:spChg chg="add mod">
          <ac:chgData name="Shilpa BV" userId="48fbb3e7aeb449f5" providerId="LiveId" clId="{DF778498-CDD1-4360-A2C1-F863C97F6BB2}" dt="2025-04-15T16:06:38.045" v="2804" actId="404"/>
          <ac:spMkLst>
            <pc:docMk/>
            <pc:sldMk cId="3355814645" sldId="334"/>
            <ac:spMk id="8" creationId="{DF631126-B7D1-B7E4-C3E0-D97D36F8AD8C}"/>
          </ac:spMkLst>
        </pc:spChg>
        <pc:picChg chg="add mod">
          <ac:chgData name="Shilpa BV" userId="48fbb3e7aeb449f5" providerId="LiveId" clId="{DF778498-CDD1-4360-A2C1-F863C97F6BB2}" dt="2025-04-15T16:06:02.498" v="2803" actId="1038"/>
          <ac:picMkLst>
            <pc:docMk/>
            <pc:sldMk cId="3355814645" sldId="334"/>
            <ac:picMk id="7" creationId="{A2DD176B-9DF5-8463-4BA3-CAB7D0DBA51B}"/>
          </ac:picMkLst>
        </pc:picChg>
      </pc:sldChg>
      <pc:sldChg chg="addSp delSp modSp new mod">
        <pc:chgData name="Shilpa BV" userId="48fbb3e7aeb449f5" providerId="LiveId" clId="{DF778498-CDD1-4360-A2C1-F863C97F6BB2}" dt="2025-04-15T16:08:26.551" v="2809" actId="14100"/>
        <pc:sldMkLst>
          <pc:docMk/>
          <pc:sldMk cId="2524301751" sldId="335"/>
        </pc:sldMkLst>
        <pc:picChg chg="add mod ord">
          <ac:chgData name="Shilpa BV" userId="48fbb3e7aeb449f5" providerId="LiveId" clId="{DF778498-CDD1-4360-A2C1-F863C97F6BB2}" dt="2025-04-15T16:08:26.551" v="2809" actId="14100"/>
          <ac:picMkLst>
            <pc:docMk/>
            <pc:sldMk cId="2524301751" sldId="335"/>
            <ac:picMk id="5" creationId="{8E5B5BF5-4D30-4212-B78C-1D7D160C02E3}"/>
          </ac:picMkLst>
        </pc:picChg>
      </pc:sldChg>
      <pc:sldChg chg="addSp delSp modSp new mod">
        <pc:chgData name="Shilpa BV" userId="48fbb3e7aeb449f5" providerId="LiveId" clId="{DF778498-CDD1-4360-A2C1-F863C97F6BB2}" dt="2025-04-15T16:11:04.569" v="2837" actId="1038"/>
        <pc:sldMkLst>
          <pc:docMk/>
          <pc:sldMk cId="1950500753" sldId="336"/>
        </pc:sldMkLst>
        <pc:picChg chg="add mod">
          <ac:chgData name="Shilpa BV" userId="48fbb3e7aeb449f5" providerId="LiveId" clId="{DF778498-CDD1-4360-A2C1-F863C97F6BB2}" dt="2025-04-15T16:11:04.569" v="2837" actId="1038"/>
          <ac:picMkLst>
            <pc:docMk/>
            <pc:sldMk cId="1950500753" sldId="336"/>
            <ac:picMk id="5" creationId="{B4E1662D-4041-AAAA-B66E-09979DBFB413}"/>
          </ac:picMkLst>
        </pc:picChg>
      </pc:sldChg>
      <pc:sldChg chg="addSp modSp new mod">
        <pc:chgData name="Shilpa BV" userId="48fbb3e7aeb449f5" providerId="LiveId" clId="{DF778498-CDD1-4360-A2C1-F863C97F6BB2}" dt="2025-04-15T16:28:05.110" v="3148" actId="1076"/>
        <pc:sldMkLst>
          <pc:docMk/>
          <pc:sldMk cId="207863660" sldId="337"/>
        </pc:sldMkLst>
        <pc:spChg chg="mod">
          <ac:chgData name="Shilpa BV" userId="48fbb3e7aeb449f5" providerId="LiveId" clId="{DF778498-CDD1-4360-A2C1-F863C97F6BB2}" dt="2025-04-15T16:14:30.187" v="2845" actId="14100"/>
          <ac:spMkLst>
            <pc:docMk/>
            <pc:sldMk cId="207863660" sldId="337"/>
            <ac:spMk id="2" creationId="{9B90FB4E-37D9-285D-745A-3D1989170CCD}"/>
          </ac:spMkLst>
        </pc:spChg>
        <pc:spChg chg="mod">
          <ac:chgData name="Shilpa BV" userId="48fbb3e7aeb449f5" providerId="LiveId" clId="{DF778498-CDD1-4360-A2C1-F863C97F6BB2}" dt="2025-04-15T16:16:29.731" v="2932" actId="2711"/>
          <ac:spMkLst>
            <pc:docMk/>
            <pc:sldMk cId="207863660" sldId="337"/>
            <ac:spMk id="3" creationId="{149F50E3-BC73-1841-3183-92722F136737}"/>
          </ac:spMkLst>
        </pc:spChg>
        <pc:picChg chg="add mod">
          <ac:chgData name="Shilpa BV" userId="48fbb3e7aeb449f5" providerId="LiveId" clId="{DF778498-CDD1-4360-A2C1-F863C97F6BB2}" dt="2025-04-15T16:28:05.110" v="3148" actId="1076"/>
          <ac:picMkLst>
            <pc:docMk/>
            <pc:sldMk cId="207863660" sldId="337"/>
            <ac:picMk id="5" creationId="{90D72CDD-8154-8B24-4432-857B865F6845}"/>
          </ac:picMkLst>
        </pc:picChg>
      </pc:sldChg>
      <pc:sldChg chg="addSp delSp modSp new mod">
        <pc:chgData name="Shilpa BV" userId="48fbb3e7aeb449f5" providerId="LiveId" clId="{DF778498-CDD1-4360-A2C1-F863C97F6BB2}" dt="2025-04-15T16:28:29.058" v="3223" actId="1037"/>
        <pc:sldMkLst>
          <pc:docMk/>
          <pc:sldMk cId="2164059427" sldId="338"/>
        </pc:sldMkLst>
        <pc:spChg chg="mod">
          <ac:chgData name="Shilpa BV" userId="48fbb3e7aeb449f5" providerId="LiveId" clId="{DF778498-CDD1-4360-A2C1-F863C97F6BB2}" dt="2025-04-15T16:28:10.712" v="3149" actId="2711"/>
          <ac:spMkLst>
            <pc:docMk/>
            <pc:sldMk cId="2164059427" sldId="338"/>
            <ac:spMk id="3" creationId="{34378D53-1C3A-659C-52EA-B0D1E09ABFDA}"/>
          </ac:spMkLst>
        </pc:spChg>
        <pc:picChg chg="add mod">
          <ac:chgData name="Shilpa BV" userId="48fbb3e7aeb449f5" providerId="LiveId" clId="{DF778498-CDD1-4360-A2C1-F863C97F6BB2}" dt="2025-04-15T16:23:11.013" v="3079" actId="14100"/>
          <ac:picMkLst>
            <pc:docMk/>
            <pc:sldMk cId="2164059427" sldId="338"/>
            <ac:picMk id="5" creationId="{C965C44A-0B78-BCA0-8889-BEA934E11544}"/>
          </ac:picMkLst>
        </pc:picChg>
        <pc:picChg chg="add mod">
          <ac:chgData name="Shilpa BV" userId="48fbb3e7aeb449f5" providerId="LiveId" clId="{DF778498-CDD1-4360-A2C1-F863C97F6BB2}" dt="2025-04-15T16:28:24.910" v="3200" actId="1037"/>
          <ac:picMkLst>
            <pc:docMk/>
            <pc:sldMk cId="2164059427" sldId="338"/>
            <ac:picMk id="7" creationId="{AC691032-D353-BC12-2365-C414E0CCE4BC}"/>
          </ac:picMkLst>
        </pc:picChg>
        <pc:picChg chg="add mod">
          <ac:chgData name="Shilpa BV" userId="48fbb3e7aeb449f5" providerId="LiveId" clId="{DF778498-CDD1-4360-A2C1-F863C97F6BB2}" dt="2025-04-15T16:28:29.058" v="3223" actId="1037"/>
          <ac:picMkLst>
            <pc:docMk/>
            <pc:sldMk cId="2164059427" sldId="338"/>
            <ac:picMk id="9" creationId="{2F90D38D-7AE8-395E-7A97-4014108B8C3F}"/>
          </ac:picMkLst>
        </pc:picChg>
      </pc:sldChg>
      <pc:sldChg chg="addSp delSp modSp new mod">
        <pc:chgData name="Shilpa BV" userId="48fbb3e7aeb449f5" providerId="LiveId" clId="{DF778498-CDD1-4360-A2C1-F863C97F6BB2}" dt="2025-04-15T16:26:05.795" v="3136" actId="14100"/>
        <pc:sldMkLst>
          <pc:docMk/>
          <pc:sldMk cId="2452536525" sldId="339"/>
        </pc:sldMkLst>
        <pc:picChg chg="add mod ord">
          <ac:chgData name="Shilpa BV" userId="48fbb3e7aeb449f5" providerId="LiveId" clId="{DF778498-CDD1-4360-A2C1-F863C97F6BB2}" dt="2025-04-15T16:26:05.795" v="3136" actId="14100"/>
          <ac:picMkLst>
            <pc:docMk/>
            <pc:sldMk cId="2452536525" sldId="339"/>
            <ac:picMk id="5" creationId="{65993706-FC38-5D13-7B35-459BA30A5290}"/>
          </ac:picMkLst>
        </pc:picChg>
      </pc:sldChg>
      <pc:sldChg chg="modSp new mod">
        <pc:chgData name="Shilpa BV" userId="48fbb3e7aeb449f5" providerId="LiveId" clId="{DF778498-CDD1-4360-A2C1-F863C97F6BB2}" dt="2025-04-15T16:27:52.432" v="3146" actId="58"/>
        <pc:sldMkLst>
          <pc:docMk/>
          <pc:sldMk cId="3701534141" sldId="340"/>
        </pc:sldMkLst>
        <pc:spChg chg="mod">
          <ac:chgData name="Shilpa BV" userId="48fbb3e7aeb449f5" providerId="LiveId" clId="{DF778498-CDD1-4360-A2C1-F863C97F6BB2}" dt="2025-04-15T16:27:52.432" v="3146" actId="58"/>
          <ac:spMkLst>
            <pc:docMk/>
            <pc:sldMk cId="3701534141" sldId="340"/>
            <ac:spMk id="3" creationId="{EF081561-B1FD-A37F-A9AB-961F05D8FD16}"/>
          </ac:spMkLst>
        </pc:spChg>
      </pc:sldChg>
      <pc:sldChg chg="modSp new mod">
        <pc:chgData name="Shilpa BV" userId="48fbb3e7aeb449f5" providerId="LiveId" clId="{DF778498-CDD1-4360-A2C1-F863C97F6BB2}" dt="2025-04-15T16:53:59.553" v="3281" actId="20577"/>
        <pc:sldMkLst>
          <pc:docMk/>
          <pc:sldMk cId="1208520693" sldId="341"/>
        </pc:sldMkLst>
        <pc:spChg chg="mod">
          <ac:chgData name="Shilpa BV" userId="48fbb3e7aeb449f5" providerId="LiveId" clId="{DF778498-CDD1-4360-A2C1-F863C97F6BB2}" dt="2025-04-15T16:49:50.110" v="3232" actId="404"/>
          <ac:spMkLst>
            <pc:docMk/>
            <pc:sldMk cId="1208520693" sldId="341"/>
            <ac:spMk id="2" creationId="{50474B43-C0F5-E661-F467-8E8A36D593AB}"/>
          </ac:spMkLst>
        </pc:spChg>
        <pc:spChg chg="mod">
          <ac:chgData name="Shilpa BV" userId="48fbb3e7aeb449f5" providerId="LiveId" clId="{DF778498-CDD1-4360-A2C1-F863C97F6BB2}" dt="2025-04-15T16:53:59.553" v="3281" actId="20577"/>
          <ac:spMkLst>
            <pc:docMk/>
            <pc:sldMk cId="1208520693" sldId="341"/>
            <ac:spMk id="3" creationId="{0B8A88FE-62B0-DC84-AFFB-200ADA2A8D15}"/>
          </ac:spMkLst>
        </pc:spChg>
      </pc:sldChg>
      <pc:sldChg chg="addSp delSp modSp new mod">
        <pc:chgData name="Shilpa BV" userId="48fbb3e7aeb449f5" providerId="LiveId" clId="{DF778498-CDD1-4360-A2C1-F863C97F6BB2}" dt="2025-04-15T16:53:35.072" v="3280" actId="12"/>
        <pc:sldMkLst>
          <pc:docMk/>
          <pc:sldMk cId="2756389225" sldId="342"/>
        </pc:sldMkLst>
        <pc:spChg chg="mod">
          <ac:chgData name="Shilpa BV" userId="48fbb3e7aeb449f5" providerId="LiveId" clId="{DF778498-CDD1-4360-A2C1-F863C97F6BB2}" dt="2025-04-15T16:53:35.072" v="3280" actId="12"/>
          <ac:spMkLst>
            <pc:docMk/>
            <pc:sldMk cId="2756389225" sldId="342"/>
            <ac:spMk id="3" creationId="{6E260B32-77FF-4524-D851-467D665041B5}"/>
          </ac:spMkLst>
        </pc:spChg>
        <pc:picChg chg="add mod">
          <ac:chgData name="Shilpa BV" userId="48fbb3e7aeb449f5" providerId="LiveId" clId="{DF778498-CDD1-4360-A2C1-F863C97F6BB2}" dt="2025-04-15T16:52:38.812" v="3267" actId="14100"/>
          <ac:picMkLst>
            <pc:docMk/>
            <pc:sldMk cId="2756389225" sldId="342"/>
            <ac:picMk id="5" creationId="{998612AF-1023-3DC2-9A08-C90886D69900}"/>
          </ac:picMkLst>
        </pc:picChg>
      </pc:sldChg>
      <pc:sldChg chg="addSp delSp modSp new mod">
        <pc:chgData name="Shilpa BV" userId="48fbb3e7aeb449f5" providerId="LiveId" clId="{DF778498-CDD1-4360-A2C1-F863C97F6BB2}" dt="2025-04-15T16:55:52.068" v="3294" actId="1076"/>
        <pc:sldMkLst>
          <pc:docMk/>
          <pc:sldMk cId="1683178492" sldId="343"/>
        </pc:sldMkLst>
        <pc:spChg chg="mod">
          <ac:chgData name="Shilpa BV" userId="48fbb3e7aeb449f5" providerId="LiveId" clId="{DF778498-CDD1-4360-A2C1-F863C97F6BB2}" dt="2025-04-15T16:55:34.007" v="3288" actId="2711"/>
          <ac:spMkLst>
            <pc:docMk/>
            <pc:sldMk cId="1683178492" sldId="343"/>
            <ac:spMk id="3" creationId="{3B22FCAF-3C80-4032-13D7-1D9144BF7792}"/>
          </ac:spMkLst>
        </pc:spChg>
        <pc:picChg chg="add mod">
          <ac:chgData name="Shilpa BV" userId="48fbb3e7aeb449f5" providerId="LiveId" clId="{DF778498-CDD1-4360-A2C1-F863C97F6BB2}" dt="2025-04-15T16:55:52.068" v="3294" actId="1076"/>
          <ac:picMkLst>
            <pc:docMk/>
            <pc:sldMk cId="1683178492" sldId="343"/>
            <ac:picMk id="5" creationId="{5BF3DF41-86B0-C975-0363-ADA73932090D}"/>
          </ac:picMkLst>
        </pc:picChg>
      </pc:sldChg>
      <pc:sldChg chg="delSp modSp new mod">
        <pc:chgData name="Shilpa BV" userId="48fbb3e7aeb449f5" providerId="LiveId" clId="{DF778498-CDD1-4360-A2C1-F863C97F6BB2}" dt="2025-04-15T17:09:24.818" v="3387" actId="207"/>
        <pc:sldMkLst>
          <pc:docMk/>
          <pc:sldMk cId="2201766772" sldId="344"/>
        </pc:sldMkLst>
        <pc:spChg chg="mod">
          <ac:chgData name="Shilpa BV" userId="48fbb3e7aeb449f5" providerId="LiveId" clId="{DF778498-CDD1-4360-A2C1-F863C97F6BB2}" dt="2025-04-15T17:09:24.818" v="3387" actId="207"/>
          <ac:spMkLst>
            <pc:docMk/>
            <pc:sldMk cId="2201766772" sldId="344"/>
            <ac:spMk id="3" creationId="{B5AB8027-4A2F-7205-F490-D16BEC36F921}"/>
          </ac:spMkLst>
        </pc:spChg>
      </pc:sldChg>
      <pc:sldChg chg="modSp new mod">
        <pc:chgData name="Shilpa BV" userId="48fbb3e7aeb449f5" providerId="LiveId" clId="{DF778498-CDD1-4360-A2C1-F863C97F6BB2}" dt="2025-04-16T14:16:18.782" v="3442" actId="27636"/>
        <pc:sldMkLst>
          <pc:docMk/>
          <pc:sldMk cId="3109274806" sldId="345"/>
        </pc:sldMkLst>
        <pc:spChg chg="mod">
          <ac:chgData name="Shilpa BV" userId="48fbb3e7aeb449f5" providerId="LiveId" clId="{DF778498-CDD1-4360-A2C1-F863C97F6BB2}" dt="2025-04-16T14:12:27.395" v="3426" actId="27636"/>
          <ac:spMkLst>
            <pc:docMk/>
            <pc:sldMk cId="3109274806" sldId="345"/>
            <ac:spMk id="2" creationId="{8CD59859-DA5E-D7EC-205C-2B7E57298B99}"/>
          </ac:spMkLst>
        </pc:spChg>
        <pc:spChg chg="mod">
          <ac:chgData name="Shilpa BV" userId="48fbb3e7aeb449f5" providerId="LiveId" clId="{DF778498-CDD1-4360-A2C1-F863C97F6BB2}" dt="2025-04-16T14:16:18.782" v="3442" actId="27636"/>
          <ac:spMkLst>
            <pc:docMk/>
            <pc:sldMk cId="3109274806" sldId="345"/>
            <ac:spMk id="3" creationId="{F90F15CF-C962-B045-E361-55D7DB464324}"/>
          </ac:spMkLst>
        </pc:spChg>
      </pc:sldChg>
      <pc:sldChg chg="delSp modSp new del mod">
        <pc:chgData name="Shilpa BV" userId="48fbb3e7aeb449f5" providerId="LiveId" clId="{DF778498-CDD1-4360-A2C1-F863C97F6BB2}" dt="2025-04-16T14:47:52.401" v="3445" actId="47"/>
        <pc:sldMkLst>
          <pc:docMk/>
          <pc:sldMk cId="925023562" sldId="346"/>
        </pc:sldMkLst>
      </pc:sldChg>
      <pc:sldChg chg="modSp new mod">
        <pc:chgData name="Shilpa BV" userId="48fbb3e7aeb449f5" providerId="LiveId" clId="{DF778498-CDD1-4360-A2C1-F863C97F6BB2}" dt="2025-04-16T15:48:08.584" v="4498" actId="20577"/>
        <pc:sldMkLst>
          <pc:docMk/>
          <pc:sldMk cId="2922880647" sldId="346"/>
        </pc:sldMkLst>
        <pc:spChg chg="mod">
          <ac:chgData name="Shilpa BV" userId="48fbb3e7aeb449f5" providerId="LiveId" clId="{DF778498-CDD1-4360-A2C1-F863C97F6BB2}" dt="2025-04-16T15:48:08.584" v="4498" actId="20577"/>
          <ac:spMkLst>
            <pc:docMk/>
            <pc:sldMk cId="2922880647" sldId="346"/>
            <ac:spMk id="2" creationId="{1DC7A4C3-977A-4B36-ACA0-31DE6BF32B39}"/>
          </ac:spMkLst>
        </pc:spChg>
        <pc:spChg chg="mod">
          <ac:chgData name="Shilpa BV" userId="48fbb3e7aeb449f5" providerId="LiveId" clId="{DF778498-CDD1-4360-A2C1-F863C97F6BB2}" dt="2025-04-16T15:17:16.778" v="3907" actId="20577"/>
          <ac:spMkLst>
            <pc:docMk/>
            <pc:sldMk cId="2922880647" sldId="346"/>
            <ac:spMk id="3" creationId="{1FCFB09C-0C72-85C2-1761-9F8C642C4B02}"/>
          </ac:spMkLst>
        </pc:spChg>
      </pc:sldChg>
      <pc:sldChg chg="addSp delSp modSp new mod">
        <pc:chgData name="Shilpa BV" userId="48fbb3e7aeb449f5" providerId="LiveId" clId="{DF778498-CDD1-4360-A2C1-F863C97F6BB2}" dt="2025-04-16T14:53:09.082" v="3524" actId="1076"/>
        <pc:sldMkLst>
          <pc:docMk/>
          <pc:sldMk cId="1358177831" sldId="347"/>
        </pc:sldMkLst>
        <pc:grpChg chg="add mod">
          <ac:chgData name="Shilpa BV" userId="48fbb3e7aeb449f5" providerId="LiveId" clId="{DF778498-CDD1-4360-A2C1-F863C97F6BB2}" dt="2025-04-16T14:53:09.082" v="3524" actId="1076"/>
          <ac:grpSpMkLst>
            <pc:docMk/>
            <pc:sldMk cId="1358177831" sldId="347"/>
            <ac:grpSpMk id="8" creationId="{EF60AD34-A62F-8ACF-E05B-37B6D58C740D}"/>
          </ac:grpSpMkLst>
        </pc:grpChg>
        <pc:picChg chg="add mod">
          <ac:chgData name="Shilpa BV" userId="48fbb3e7aeb449f5" providerId="LiveId" clId="{DF778498-CDD1-4360-A2C1-F863C97F6BB2}" dt="2025-04-16T14:53:03.806" v="3522" actId="164"/>
          <ac:picMkLst>
            <pc:docMk/>
            <pc:sldMk cId="1358177831" sldId="347"/>
            <ac:picMk id="5" creationId="{E95EABAA-A5D7-364A-A5E9-344F2159D24F}"/>
          </ac:picMkLst>
        </pc:picChg>
        <pc:picChg chg="add mod">
          <ac:chgData name="Shilpa BV" userId="48fbb3e7aeb449f5" providerId="LiveId" clId="{DF778498-CDD1-4360-A2C1-F863C97F6BB2}" dt="2025-04-16T14:53:03.806" v="3522" actId="164"/>
          <ac:picMkLst>
            <pc:docMk/>
            <pc:sldMk cId="1358177831" sldId="347"/>
            <ac:picMk id="7" creationId="{895BF357-38BB-AA5D-EE57-DE48AA98E8D0}"/>
          </ac:picMkLst>
        </pc:picChg>
      </pc:sldChg>
      <pc:sldChg chg="addSp delSp modSp new mod ord">
        <pc:chgData name="Shilpa BV" userId="48fbb3e7aeb449f5" providerId="LiveId" clId="{DF778498-CDD1-4360-A2C1-F863C97F6BB2}" dt="2025-04-16T15:48:48.485" v="4512"/>
        <pc:sldMkLst>
          <pc:docMk/>
          <pc:sldMk cId="1537363130" sldId="348"/>
        </pc:sldMkLst>
        <pc:spChg chg="mod">
          <ac:chgData name="Shilpa BV" userId="48fbb3e7aeb449f5" providerId="LiveId" clId="{DF778498-CDD1-4360-A2C1-F863C97F6BB2}" dt="2025-04-16T15:00:49.284" v="3670" actId="20577"/>
          <ac:spMkLst>
            <pc:docMk/>
            <pc:sldMk cId="1537363130" sldId="348"/>
            <ac:spMk id="2" creationId="{753F2A06-CD2D-8FEA-A887-1D628CA3AC28}"/>
          </ac:spMkLst>
        </pc:spChg>
        <pc:graphicFrameChg chg="add mod ord modGraphic">
          <ac:chgData name="Shilpa BV" userId="48fbb3e7aeb449f5" providerId="LiveId" clId="{DF778498-CDD1-4360-A2C1-F863C97F6BB2}" dt="2025-04-16T15:08:58.139" v="3830" actId="113"/>
          <ac:graphicFrameMkLst>
            <pc:docMk/>
            <pc:sldMk cId="1537363130" sldId="348"/>
            <ac:graphicFrameMk id="6" creationId="{7C39918C-FD33-565F-EC05-9D66706FCAFF}"/>
          </ac:graphicFrameMkLst>
        </pc:graphicFrameChg>
        <pc:graphicFrameChg chg="add mod modGraphic">
          <ac:chgData name="Shilpa BV" userId="48fbb3e7aeb449f5" providerId="LiveId" clId="{DF778498-CDD1-4360-A2C1-F863C97F6BB2}" dt="2025-04-16T15:09:05.052" v="3831" actId="113"/>
          <ac:graphicFrameMkLst>
            <pc:docMk/>
            <pc:sldMk cId="1537363130" sldId="348"/>
            <ac:graphicFrameMk id="7" creationId="{EF597710-6A12-DD28-05F9-0E6F1C1E315A}"/>
          </ac:graphicFrameMkLst>
        </pc:graphicFrameChg>
      </pc:sldChg>
      <pc:sldChg chg="modSp new mod">
        <pc:chgData name="Shilpa BV" userId="48fbb3e7aeb449f5" providerId="LiveId" clId="{DF778498-CDD1-4360-A2C1-F863C97F6BB2}" dt="2025-04-18T14:19:12.884" v="6173" actId="6549"/>
        <pc:sldMkLst>
          <pc:docMk/>
          <pc:sldMk cId="1912396050" sldId="349"/>
        </pc:sldMkLst>
        <pc:spChg chg="mod">
          <ac:chgData name="Shilpa BV" userId="48fbb3e7aeb449f5" providerId="LiveId" clId="{DF778498-CDD1-4360-A2C1-F863C97F6BB2}" dt="2025-04-16T15:07:50.998" v="3796" actId="20577"/>
          <ac:spMkLst>
            <pc:docMk/>
            <pc:sldMk cId="1912396050" sldId="349"/>
            <ac:spMk id="2" creationId="{4E8049DE-C6A6-07A5-804B-988FD6697A3C}"/>
          </ac:spMkLst>
        </pc:spChg>
        <pc:spChg chg="mod">
          <ac:chgData name="Shilpa BV" userId="48fbb3e7aeb449f5" providerId="LiveId" clId="{DF778498-CDD1-4360-A2C1-F863C97F6BB2}" dt="2025-04-18T14:19:12.884" v="6173" actId="6549"/>
          <ac:spMkLst>
            <pc:docMk/>
            <pc:sldMk cId="1912396050" sldId="349"/>
            <ac:spMk id="3" creationId="{EF35611F-8FBA-BF04-65C4-BA86F054546B}"/>
          </ac:spMkLst>
        </pc:spChg>
      </pc:sldChg>
      <pc:sldChg chg="addSp modSp new mod ord">
        <pc:chgData name="Shilpa BV" userId="48fbb3e7aeb449f5" providerId="LiveId" clId="{DF778498-CDD1-4360-A2C1-F863C97F6BB2}" dt="2025-04-16T16:23:56.766" v="5039" actId="20577"/>
        <pc:sldMkLst>
          <pc:docMk/>
          <pc:sldMk cId="142631261" sldId="350"/>
        </pc:sldMkLst>
        <pc:spChg chg="mod">
          <ac:chgData name="Shilpa BV" userId="48fbb3e7aeb449f5" providerId="LiveId" clId="{DF778498-CDD1-4360-A2C1-F863C97F6BB2}" dt="2025-04-16T15:55:16.755" v="4529" actId="20577"/>
          <ac:spMkLst>
            <pc:docMk/>
            <pc:sldMk cId="142631261" sldId="350"/>
            <ac:spMk id="2" creationId="{A4D69436-4DF3-0845-D85E-1694A8B5DCA7}"/>
          </ac:spMkLst>
        </pc:spChg>
        <pc:spChg chg="mod">
          <ac:chgData name="Shilpa BV" userId="48fbb3e7aeb449f5" providerId="LiveId" clId="{DF778498-CDD1-4360-A2C1-F863C97F6BB2}" dt="2025-04-16T16:23:56.766" v="5039" actId="20577"/>
          <ac:spMkLst>
            <pc:docMk/>
            <pc:sldMk cId="142631261" sldId="350"/>
            <ac:spMk id="3" creationId="{1B7EA6D5-097B-BDEA-CDEF-39C23F81BE79}"/>
          </ac:spMkLst>
        </pc:spChg>
        <pc:picChg chg="add mod">
          <ac:chgData name="Shilpa BV" userId="48fbb3e7aeb449f5" providerId="LiveId" clId="{DF778498-CDD1-4360-A2C1-F863C97F6BB2}" dt="2025-04-16T15:19:34.174" v="3915" actId="14100"/>
          <ac:picMkLst>
            <pc:docMk/>
            <pc:sldMk cId="142631261" sldId="350"/>
            <ac:picMk id="5" creationId="{EC268FC1-34DD-855E-A5D8-4EBAB594D1D4}"/>
          </ac:picMkLst>
        </pc:picChg>
      </pc:sldChg>
      <pc:sldChg chg="addSp modSp new mod">
        <pc:chgData name="Shilpa BV" userId="48fbb3e7aeb449f5" providerId="LiveId" clId="{DF778498-CDD1-4360-A2C1-F863C97F6BB2}" dt="2025-04-16T16:16:40.165" v="4904" actId="20577"/>
        <pc:sldMkLst>
          <pc:docMk/>
          <pc:sldMk cId="651001909" sldId="351"/>
        </pc:sldMkLst>
        <pc:spChg chg="mod">
          <ac:chgData name="Shilpa BV" userId="48fbb3e7aeb449f5" providerId="LiveId" clId="{DF778498-CDD1-4360-A2C1-F863C97F6BB2}" dt="2025-04-16T15:49:18.934" v="4523" actId="20577"/>
          <ac:spMkLst>
            <pc:docMk/>
            <pc:sldMk cId="651001909" sldId="351"/>
            <ac:spMk id="2" creationId="{D27D43AA-8ACE-A579-7A00-C20288FC1951}"/>
          </ac:spMkLst>
        </pc:spChg>
        <pc:spChg chg="mod">
          <ac:chgData name="Shilpa BV" userId="48fbb3e7aeb449f5" providerId="LiveId" clId="{DF778498-CDD1-4360-A2C1-F863C97F6BB2}" dt="2025-04-16T16:16:40.165" v="4904" actId="20577"/>
          <ac:spMkLst>
            <pc:docMk/>
            <pc:sldMk cId="651001909" sldId="351"/>
            <ac:spMk id="3" creationId="{EF93F365-263E-79B5-0C98-00A2CB44AAC5}"/>
          </ac:spMkLst>
        </pc:spChg>
        <pc:picChg chg="add mod">
          <ac:chgData name="Shilpa BV" userId="48fbb3e7aeb449f5" providerId="LiveId" clId="{DF778498-CDD1-4360-A2C1-F863C97F6BB2}" dt="2025-04-16T15:22:00.414" v="3926" actId="1076"/>
          <ac:picMkLst>
            <pc:docMk/>
            <pc:sldMk cId="651001909" sldId="351"/>
            <ac:picMk id="4" creationId="{3075357B-8C54-31B9-B84A-890D0CA0970E}"/>
          </ac:picMkLst>
        </pc:picChg>
      </pc:sldChg>
      <pc:sldChg chg="addSp modSp new mod ord">
        <pc:chgData name="Shilpa BV" userId="48fbb3e7aeb449f5" providerId="LiveId" clId="{DF778498-CDD1-4360-A2C1-F863C97F6BB2}" dt="2025-04-16T15:55:03.178" v="4527" actId="20577"/>
        <pc:sldMkLst>
          <pc:docMk/>
          <pc:sldMk cId="3380580461" sldId="352"/>
        </pc:sldMkLst>
        <pc:spChg chg="mod">
          <ac:chgData name="Shilpa BV" userId="48fbb3e7aeb449f5" providerId="LiveId" clId="{DF778498-CDD1-4360-A2C1-F863C97F6BB2}" dt="2025-04-16T15:55:03.178" v="4527" actId="20577"/>
          <ac:spMkLst>
            <pc:docMk/>
            <pc:sldMk cId="3380580461" sldId="352"/>
            <ac:spMk id="2" creationId="{67A57A9C-D196-6BFC-8D33-D615E1D96FC2}"/>
          </ac:spMkLst>
        </pc:spChg>
        <pc:spChg chg="mod">
          <ac:chgData name="Shilpa BV" userId="48fbb3e7aeb449f5" providerId="LiveId" clId="{DF778498-CDD1-4360-A2C1-F863C97F6BB2}" dt="2025-04-16T15:22:49.141" v="3932" actId="403"/>
          <ac:spMkLst>
            <pc:docMk/>
            <pc:sldMk cId="3380580461" sldId="352"/>
            <ac:spMk id="3" creationId="{16A42B02-8078-F6DD-735B-829C4B99886C}"/>
          </ac:spMkLst>
        </pc:spChg>
        <pc:picChg chg="add mod">
          <ac:chgData name="Shilpa BV" userId="48fbb3e7aeb449f5" providerId="LiveId" clId="{DF778498-CDD1-4360-A2C1-F863C97F6BB2}" dt="2025-04-16T15:24:40.776" v="3937" actId="1076"/>
          <ac:picMkLst>
            <pc:docMk/>
            <pc:sldMk cId="3380580461" sldId="352"/>
            <ac:picMk id="5" creationId="{3EA4F9E7-60B9-252F-E85F-8ACAC3792569}"/>
          </ac:picMkLst>
        </pc:picChg>
      </pc:sldChg>
      <pc:sldChg chg="addSp modSp new mod ord">
        <pc:chgData name="Shilpa BV" userId="48fbb3e7aeb449f5" providerId="LiveId" clId="{DF778498-CDD1-4360-A2C1-F863C97F6BB2}" dt="2025-04-17T06:13:55.208" v="6009" actId="20577"/>
        <pc:sldMkLst>
          <pc:docMk/>
          <pc:sldMk cId="2995655285" sldId="353"/>
        </pc:sldMkLst>
        <pc:spChg chg="mod">
          <ac:chgData name="Shilpa BV" userId="48fbb3e7aeb449f5" providerId="LiveId" clId="{DF778498-CDD1-4360-A2C1-F863C97F6BB2}" dt="2025-04-16T15:26:16.866" v="3947" actId="20577"/>
          <ac:spMkLst>
            <pc:docMk/>
            <pc:sldMk cId="2995655285" sldId="353"/>
            <ac:spMk id="2" creationId="{406FC1DA-135C-CF80-9B0B-10402D347779}"/>
          </ac:spMkLst>
        </pc:spChg>
        <pc:spChg chg="mod">
          <ac:chgData name="Shilpa BV" userId="48fbb3e7aeb449f5" providerId="LiveId" clId="{DF778498-CDD1-4360-A2C1-F863C97F6BB2}" dt="2025-04-16T15:35:46.605" v="4125" actId="2711"/>
          <ac:spMkLst>
            <pc:docMk/>
            <pc:sldMk cId="2995655285" sldId="353"/>
            <ac:spMk id="3" creationId="{E7E2392E-814F-5801-FF16-D53AEEAC1892}"/>
          </ac:spMkLst>
        </pc:spChg>
        <pc:graphicFrameChg chg="add mod modGraphic">
          <ac:chgData name="Shilpa BV" userId="48fbb3e7aeb449f5" providerId="LiveId" clId="{DF778498-CDD1-4360-A2C1-F863C97F6BB2}" dt="2025-04-16T15:36:01.564" v="4126" actId="2711"/>
          <ac:graphicFrameMkLst>
            <pc:docMk/>
            <pc:sldMk cId="2995655285" sldId="353"/>
            <ac:graphicFrameMk id="4" creationId="{EE17EA44-4E5E-B17C-9C46-F319338B7A69}"/>
          </ac:graphicFrameMkLst>
        </pc:graphicFrameChg>
        <pc:graphicFrameChg chg="add mod modGraphic">
          <ac:chgData name="Shilpa BV" userId="48fbb3e7aeb449f5" providerId="LiveId" clId="{DF778498-CDD1-4360-A2C1-F863C97F6BB2}" dt="2025-04-16T15:36:09.216" v="4129" actId="403"/>
          <ac:graphicFrameMkLst>
            <pc:docMk/>
            <pc:sldMk cId="2995655285" sldId="353"/>
            <ac:graphicFrameMk id="5" creationId="{9595E68C-7A09-50F6-0BFB-407CB5D6DC8C}"/>
          </ac:graphicFrameMkLst>
        </pc:graphicFrameChg>
        <pc:graphicFrameChg chg="add mod modGraphic">
          <ac:chgData name="Shilpa BV" userId="48fbb3e7aeb449f5" providerId="LiveId" clId="{DF778498-CDD1-4360-A2C1-F863C97F6BB2}" dt="2025-04-17T06:13:55.208" v="6009" actId="20577"/>
          <ac:graphicFrameMkLst>
            <pc:docMk/>
            <pc:sldMk cId="2995655285" sldId="353"/>
            <ac:graphicFrameMk id="6" creationId="{379E3FFE-1B0B-8E9D-2F26-5C202F4C3A20}"/>
          </ac:graphicFrameMkLst>
        </pc:graphicFrameChg>
        <pc:graphicFrameChg chg="add mod modGraphic">
          <ac:chgData name="Shilpa BV" userId="48fbb3e7aeb449f5" providerId="LiveId" clId="{DF778498-CDD1-4360-A2C1-F863C97F6BB2}" dt="2025-04-16T15:36:27.390" v="4135" actId="403"/>
          <ac:graphicFrameMkLst>
            <pc:docMk/>
            <pc:sldMk cId="2995655285" sldId="353"/>
            <ac:graphicFrameMk id="7" creationId="{408F154D-3F84-9573-B24E-98FA777DFBFF}"/>
          </ac:graphicFrameMkLst>
        </pc:graphicFrameChg>
      </pc:sldChg>
      <pc:sldChg chg="delSp modSp new mod ord">
        <pc:chgData name="Shilpa BV" userId="48fbb3e7aeb449f5" providerId="LiveId" clId="{DF778498-CDD1-4360-A2C1-F863C97F6BB2}" dt="2025-04-17T06:15:29.098" v="6054" actId="20577"/>
        <pc:sldMkLst>
          <pc:docMk/>
          <pc:sldMk cId="3823313781" sldId="354"/>
        </pc:sldMkLst>
        <pc:spChg chg="mod">
          <ac:chgData name="Shilpa BV" userId="48fbb3e7aeb449f5" providerId="LiveId" clId="{DF778498-CDD1-4360-A2C1-F863C97F6BB2}" dt="2025-04-17T06:15:29.098" v="6054" actId="20577"/>
          <ac:spMkLst>
            <pc:docMk/>
            <pc:sldMk cId="3823313781" sldId="354"/>
            <ac:spMk id="3" creationId="{696B0AA8-BEAE-648E-01BE-1DF9E40A943F}"/>
          </ac:spMkLst>
        </pc:spChg>
      </pc:sldChg>
      <pc:sldChg chg="addSp delSp modSp new mod">
        <pc:chgData name="Shilpa BV" userId="48fbb3e7aeb449f5" providerId="LiveId" clId="{DF778498-CDD1-4360-A2C1-F863C97F6BB2}" dt="2025-04-16T16:03:41.614" v="4707" actId="20577"/>
        <pc:sldMkLst>
          <pc:docMk/>
          <pc:sldMk cId="3664098494" sldId="355"/>
        </pc:sldMkLst>
        <pc:spChg chg="mod">
          <ac:chgData name="Shilpa BV" userId="48fbb3e7aeb449f5" providerId="LiveId" clId="{DF778498-CDD1-4360-A2C1-F863C97F6BB2}" dt="2025-04-16T16:03:06.396" v="4701" actId="1076"/>
          <ac:spMkLst>
            <pc:docMk/>
            <pc:sldMk cId="3664098494" sldId="355"/>
            <ac:spMk id="2" creationId="{00FB727B-487F-A6DF-EA0F-1E290785C998}"/>
          </ac:spMkLst>
        </pc:spChg>
        <pc:spChg chg="mod">
          <ac:chgData name="Shilpa BV" userId="48fbb3e7aeb449f5" providerId="LiveId" clId="{DF778498-CDD1-4360-A2C1-F863C97F6BB2}" dt="2025-04-16T16:03:41.614" v="4707" actId="20577"/>
          <ac:spMkLst>
            <pc:docMk/>
            <pc:sldMk cId="3664098494" sldId="355"/>
            <ac:spMk id="3" creationId="{E38C16A9-3C0E-EE06-2DA2-1EE065C0EFF9}"/>
          </ac:spMkLst>
        </pc:spChg>
        <pc:picChg chg="add mod">
          <ac:chgData name="Shilpa BV" userId="48fbb3e7aeb449f5" providerId="LiveId" clId="{DF778498-CDD1-4360-A2C1-F863C97F6BB2}" dt="2025-04-16T16:02:46.685" v="4697" actId="1035"/>
          <ac:picMkLst>
            <pc:docMk/>
            <pc:sldMk cId="3664098494" sldId="355"/>
            <ac:picMk id="1026" creationId="{6BC3A42C-F3D9-F00D-C6B1-B9CCF5F3A805}"/>
          </ac:picMkLst>
        </pc:picChg>
        <pc:picChg chg="add mod">
          <ac:chgData name="Shilpa BV" userId="48fbb3e7aeb449f5" providerId="LiveId" clId="{DF778498-CDD1-4360-A2C1-F863C97F6BB2}" dt="2025-04-16T16:03:09.958" v="4705" actId="1035"/>
          <ac:picMkLst>
            <pc:docMk/>
            <pc:sldMk cId="3664098494" sldId="355"/>
            <ac:picMk id="1028" creationId="{BDD6A6F9-EF0A-7A0F-E5B7-152EF894B793}"/>
          </ac:picMkLst>
        </pc:picChg>
      </pc:sldChg>
      <pc:sldChg chg="addSp delSp modSp new mod">
        <pc:chgData name="Shilpa BV" userId="48fbb3e7aeb449f5" providerId="LiveId" clId="{DF778498-CDD1-4360-A2C1-F863C97F6BB2}" dt="2025-04-16T16:09:47.161" v="4816" actId="1036"/>
        <pc:sldMkLst>
          <pc:docMk/>
          <pc:sldMk cId="1046666142" sldId="356"/>
        </pc:sldMkLst>
        <pc:picChg chg="add mod">
          <ac:chgData name="Shilpa BV" userId="48fbb3e7aeb449f5" providerId="LiveId" clId="{DF778498-CDD1-4360-A2C1-F863C97F6BB2}" dt="2025-04-16T16:09:47.161" v="4816" actId="1036"/>
          <ac:picMkLst>
            <pc:docMk/>
            <pc:sldMk cId="1046666142" sldId="356"/>
            <ac:picMk id="2050" creationId="{732940C7-0686-4C99-E1CF-7AEE2D8D3D6E}"/>
          </ac:picMkLst>
        </pc:picChg>
      </pc:sldChg>
      <pc:sldChg chg="addSp delSp modSp new mod">
        <pc:chgData name="Shilpa BV" userId="48fbb3e7aeb449f5" providerId="LiveId" clId="{DF778498-CDD1-4360-A2C1-F863C97F6BB2}" dt="2025-04-16T16:20:36.537" v="5018" actId="5793"/>
        <pc:sldMkLst>
          <pc:docMk/>
          <pc:sldMk cId="3813541909" sldId="357"/>
        </pc:sldMkLst>
        <pc:spChg chg="add mod">
          <ac:chgData name="Shilpa BV" userId="48fbb3e7aeb449f5" providerId="LiveId" clId="{DF778498-CDD1-4360-A2C1-F863C97F6BB2}" dt="2025-04-16T16:20:36.537" v="5018" actId="5793"/>
          <ac:spMkLst>
            <pc:docMk/>
            <pc:sldMk cId="3813541909" sldId="357"/>
            <ac:spMk id="4" creationId="{5D7DEA12-EDD7-C254-B603-2DEB941F6E5F}"/>
          </ac:spMkLst>
        </pc:spChg>
      </pc:sldChg>
      <pc:sldChg chg="addSp delSp modSp new mod">
        <pc:chgData name="Shilpa BV" userId="48fbb3e7aeb449f5" providerId="LiveId" clId="{DF778498-CDD1-4360-A2C1-F863C97F6BB2}" dt="2025-04-18T14:13:00.405" v="6124" actId="20577"/>
        <pc:sldMkLst>
          <pc:docMk/>
          <pc:sldMk cId="1753781318" sldId="358"/>
        </pc:sldMkLst>
        <pc:spChg chg="mod">
          <ac:chgData name="Shilpa BV" userId="48fbb3e7aeb449f5" providerId="LiveId" clId="{DF778498-CDD1-4360-A2C1-F863C97F6BB2}" dt="2025-04-16T16:25:59.147" v="5052" actId="20577"/>
          <ac:spMkLst>
            <pc:docMk/>
            <pc:sldMk cId="1753781318" sldId="358"/>
            <ac:spMk id="2" creationId="{AA6BF284-8B16-1BE1-FB46-CE4BF962CCFB}"/>
          </ac:spMkLst>
        </pc:spChg>
        <pc:spChg chg="add del mod">
          <ac:chgData name="Shilpa BV" userId="48fbb3e7aeb449f5" providerId="LiveId" clId="{DF778498-CDD1-4360-A2C1-F863C97F6BB2}" dt="2025-04-16T16:40:25.519" v="5496" actId="6549"/>
          <ac:spMkLst>
            <pc:docMk/>
            <pc:sldMk cId="1753781318" sldId="358"/>
            <ac:spMk id="3" creationId="{B7EF7013-B24F-9D84-A156-E903BEC49816}"/>
          </ac:spMkLst>
        </pc:spChg>
        <pc:graphicFrameChg chg="add mod modGraphic">
          <ac:chgData name="Shilpa BV" userId="48fbb3e7aeb449f5" providerId="LiveId" clId="{DF778498-CDD1-4360-A2C1-F863C97F6BB2}" dt="2025-04-18T14:12:25.209" v="6115" actId="2165"/>
          <ac:graphicFrameMkLst>
            <pc:docMk/>
            <pc:sldMk cId="1753781318" sldId="358"/>
            <ac:graphicFrameMk id="6" creationId="{F582B363-1543-8DD0-62CD-79D67D0676A9}"/>
          </ac:graphicFrameMkLst>
        </pc:graphicFrameChg>
        <pc:graphicFrameChg chg="add mod modGraphic">
          <ac:chgData name="Shilpa BV" userId="48fbb3e7aeb449f5" providerId="LiveId" clId="{DF778498-CDD1-4360-A2C1-F863C97F6BB2}" dt="2025-04-18T14:13:00.405" v="6124" actId="20577"/>
          <ac:graphicFrameMkLst>
            <pc:docMk/>
            <pc:sldMk cId="1753781318" sldId="358"/>
            <ac:graphicFrameMk id="7" creationId="{772A909E-0EE0-D830-9702-0DB8525F5F4C}"/>
          </ac:graphicFrameMkLst>
        </pc:graphicFrameChg>
      </pc:sldChg>
      <pc:sldChg chg="new del">
        <pc:chgData name="Shilpa BV" userId="48fbb3e7aeb449f5" providerId="LiveId" clId="{DF778498-CDD1-4360-A2C1-F863C97F6BB2}" dt="2025-04-16T16:25:45.506" v="5041" actId="47"/>
        <pc:sldMkLst>
          <pc:docMk/>
          <pc:sldMk cId="2532717794" sldId="358"/>
        </pc:sldMkLst>
      </pc:sldChg>
      <pc:sldChg chg="modSp new mod">
        <pc:chgData name="Shilpa BV" userId="48fbb3e7aeb449f5" providerId="LiveId" clId="{DF778498-CDD1-4360-A2C1-F863C97F6BB2}" dt="2025-04-18T14:17:50.917" v="6166" actId="20577"/>
        <pc:sldMkLst>
          <pc:docMk/>
          <pc:sldMk cId="1474896625" sldId="359"/>
        </pc:sldMkLst>
        <pc:spChg chg="mod">
          <ac:chgData name="Shilpa BV" userId="48fbb3e7aeb449f5" providerId="LiveId" clId="{DF778498-CDD1-4360-A2C1-F863C97F6BB2}" dt="2025-04-18T14:17:50.917" v="6166" actId="20577"/>
          <ac:spMkLst>
            <pc:docMk/>
            <pc:sldMk cId="1474896625" sldId="359"/>
            <ac:spMk id="3" creationId="{2E215F5D-8B55-32A1-A70C-7A2D45704C95}"/>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DE65646-5761-47D7-BAF4-32E99B19AEEF}" type="datetimeFigureOut">
              <a:rPr lang="en-IN" smtClean="0"/>
              <a:t>18-04-2025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E6EE9E1-E57C-413E-8548-3B771967CB92}" type="slidenum">
              <a:rPr lang="en-IN" smtClean="0"/>
              <a:t>‹#›</a:t>
            </a:fld>
            <a:endParaRPr lang="en-IN"/>
          </a:p>
        </p:txBody>
      </p:sp>
    </p:spTree>
    <p:extLst>
      <p:ext uri="{BB962C8B-B14F-4D97-AF65-F5344CB8AC3E}">
        <p14:creationId xmlns:p14="http://schemas.microsoft.com/office/powerpoint/2010/main" val="3605271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AE6EE9E1-E57C-413E-8548-3B771967CB92}" type="slidenum">
              <a:rPr lang="en-IN" smtClean="0"/>
              <a:t>42</a:t>
            </a:fld>
            <a:endParaRPr lang="en-IN"/>
          </a:p>
        </p:txBody>
      </p:sp>
    </p:spTree>
    <p:extLst>
      <p:ext uri="{BB962C8B-B14F-4D97-AF65-F5344CB8AC3E}">
        <p14:creationId xmlns:p14="http://schemas.microsoft.com/office/powerpoint/2010/main" val="346643464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A303-3108-D7C3-CD25-BB8D56436789}"/>
              </a:ext>
            </a:extLst>
          </p:cNvPr>
          <p:cNvSpPr>
            <a:spLocks noGrp="1"/>
          </p:cNvSpPr>
          <p:nvPr>
            <p:ph type="ctrTitle"/>
          </p:nvPr>
        </p:nvSpPr>
        <p:spPr>
          <a:xfrm>
            <a:off x="1524000" y="1122363"/>
            <a:ext cx="9144000" cy="2387600"/>
          </a:xfrm>
        </p:spPr>
        <p:txBody>
          <a:bodyPr anchor="b"/>
          <a:lstStyle>
            <a:lvl1pPr algn="ctr">
              <a:defRPr sz="6000">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54C48FCE-63CF-1D98-9FF9-61D80B040823}"/>
              </a:ext>
            </a:extLst>
          </p:cNvPr>
          <p:cNvSpPr>
            <a:spLocks noGrp="1"/>
          </p:cNvSpPr>
          <p:nvPr>
            <p:ph type="subTitle" idx="1"/>
          </p:nvPr>
        </p:nvSpPr>
        <p:spPr>
          <a:xfrm>
            <a:off x="1524000" y="3602038"/>
            <a:ext cx="9144000" cy="1655762"/>
          </a:xfrm>
        </p:spPr>
        <p:txBody>
          <a:bodyPr/>
          <a:lstStyle>
            <a:lvl1pPr marL="0" indent="0" algn="ctr">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35DD42-7C2D-EA63-59F0-8AE2AFDCC5E3}"/>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18-04-2025</a:t>
            </a:fld>
            <a:endParaRPr lang="en-IN"/>
          </a:p>
        </p:txBody>
      </p:sp>
      <p:sp>
        <p:nvSpPr>
          <p:cNvPr id="5" name="Footer Placeholder 4">
            <a:extLst>
              <a:ext uri="{FF2B5EF4-FFF2-40B4-BE49-F238E27FC236}">
                <a16:creationId xmlns:a16="http://schemas.microsoft.com/office/drawing/2014/main" id="{D528AD21-B788-F1C2-F7E8-F56F264122C0}"/>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E61A70B3-BCC9-A443-1BAC-6DD16CA56754}"/>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206234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5F0C-46AD-7D3A-02FB-FB42FACF70C8}"/>
              </a:ext>
            </a:extLst>
          </p:cNvPr>
          <p:cNvSpPr>
            <a:spLocks noGrp="1"/>
          </p:cNvSpPr>
          <p:nvPr>
            <p:ph type="title"/>
          </p:nvPr>
        </p:nvSpPr>
        <p:spPr>
          <a:xfrm>
            <a:off x="838200" y="88031"/>
            <a:ext cx="10515600" cy="909493"/>
          </a:xfrm>
          <a:solidFill>
            <a:srgbClr val="FFC000"/>
          </a:solidFill>
        </p:spPr>
        <p:txBody>
          <a:bodyPr/>
          <a:lstStyle>
            <a:lvl1pPr>
              <a:defRPr>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35B5B6-A94D-7A23-6E0D-A3549F3D5EFC}"/>
              </a:ext>
            </a:extLst>
          </p:cNvPr>
          <p:cNvSpPr>
            <a:spLocks noGrp="1"/>
          </p:cNvSpPr>
          <p:nvPr>
            <p:ph idx="1"/>
          </p:nvPr>
        </p:nvSpPr>
        <p:spPr>
          <a:xfrm>
            <a:off x="152399" y="1246909"/>
            <a:ext cx="11873345" cy="4930054"/>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E53D09-8725-9484-701F-33B05A2DA9A4}"/>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18-04-2025</a:t>
            </a:fld>
            <a:endParaRPr lang="en-IN"/>
          </a:p>
        </p:txBody>
      </p:sp>
      <p:sp>
        <p:nvSpPr>
          <p:cNvPr id="5" name="Footer Placeholder 4">
            <a:extLst>
              <a:ext uri="{FF2B5EF4-FFF2-40B4-BE49-F238E27FC236}">
                <a16:creationId xmlns:a16="http://schemas.microsoft.com/office/drawing/2014/main" id="{5D193219-2E3F-744A-81D6-69AA44D9B368}"/>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620B4579-1CED-824A-0CA8-F9BCEB369A2D}"/>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8881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A45E-892C-E9A8-D293-21A3B99741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514981-A3C8-5764-AC99-558C6FF79A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F634B-6A54-FC43-8E8D-085B7F32D1DD}"/>
              </a:ext>
            </a:extLst>
          </p:cNvPr>
          <p:cNvSpPr>
            <a:spLocks noGrp="1"/>
          </p:cNvSpPr>
          <p:nvPr>
            <p:ph type="dt" sz="half" idx="10"/>
          </p:nvPr>
        </p:nvSpPr>
        <p:spPr/>
        <p:txBody>
          <a:bodyPr/>
          <a:lstStyle/>
          <a:p>
            <a:fld id="{A60288F2-E411-4717-A2A8-E54361EB3D7C}" type="datetimeFigureOut">
              <a:rPr lang="en-IN" smtClean="0"/>
              <a:t>18-04-2025</a:t>
            </a:fld>
            <a:endParaRPr lang="en-IN"/>
          </a:p>
        </p:txBody>
      </p:sp>
      <p:sp>
        <p:nvSpPr>
          <p:cNvPr id="5" name="Footer Placeholder 4">
            <a:extLst>
              <a:ext uri="{FF2B5EF4-FFF2-40B4-BE49-F238E27FC236}">
                <a16:creationId xmlns:a16="http://schemas.microsoft.com/office/drawing/2014/main" id="{D5CB788C-F3D7-E2AB-2E49-4AF62510DE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0ECC9A-4849-7D7C-8CF9-7C2AEB54836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840140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248AE-D9C8-EF0A-05FB-2C57EEB7D2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0221CE-916F-CAAD-9655-71DF729EF1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F58360-560D-6A4D-91F9-771D7747A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53AF5E-C58B-03F8-EED9-634C7C9B1FC4}"/>
              </a:ext>
            </a:extLst>
          </p:cNvPr>
          <p:cNvSpPr>
            <a:spLocks noGrp="1"/>
          </p:cNvSpPr>
          <p:nvPr>
            <p:ph type="dt" sz="half" idx="10"/>
          </p:nvPr>
        </p:nvSpPr>
        <p:spPr/>
        <p:txBody>
          <a:bodyPr/>
          <a:lstStyle/>
          <a:p>
            <a:fld id="{A60288F2-E411-4717-A2A8-E54361EB3D7C}" type="datetimeFigureOut">
              <a:rPr lang="en-IN" smtClean="0"/>
              <a:t>18-04-2025</a:t>
            </a:fld>
            <a:endParaRPr lang="en-IN"/>
          </a:p>
        </p:txBody>
      </p:sp>
      <p:sp>
        <p:nvSpPr>
          <p:cNvPr id="6" name="Footer Placeholder 5">
            <a:extLst>
              <a:ext uri="{FF2B5EF4-FFF2-40B4-BE49-F238E27FC236}">
                <a16:creationId xmlns:a16="http://schemas.microsoft.com/office/drawing/2014/main" id="{B3D77E1F-C07A-185D-4E68-106CBD8E51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82CD07-6578-DA71-910E-F1E3EB6A2C1A}"/>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4263082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D307A-E8E3-5127-A049-E6A3677EA6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EB44B7-BB0D-5954-251D-0F12BC400C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62E69B-2CDC-E4FB-B18B-875D7F43B6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A1C115-A98A-5001-0BF8-3EBC9C42BE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F9E718-D9F9-6AE3-B68F-D6508F125D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EF024F-CBF4-D143-ABF6-EB2EB00745E7}"/>
              </a:ext>
            </a:extLst>
          </p:cNvPr>
          <p:cNvSpPr>
            <a:spLocks noGrp="1"/>
          </p:cNvSpPr>
          <p:nvPr>
            <p:ph type="dt" sz="half" idx="10"/>
          </p:nvPr>
        </p:nvSpPr>
        <p:spPr/>
        <p:txBody>
          <a:bodyPr/>
          <a:lstStyle/>
          <a:p>
            <a:fld id="{A60288F2-E411-4717-A2A8-E54361EB3D7C}" type="datetimeFigureOut">
              <a:rPr lang="en-IN" smtClean="0"/>
              <a:t>18-04-2025</a:t>
            </a:fld>
            <a:endParaRPr lang="en-IN"/>
          </a:p>
        </p:txBody>
      </p:sp>
      <p:sp>
        <p:nvSpPr>
          <p:cNvPr id="8" name="Footer Placeholder 7">
            <a:extLst>
              <a:ext uri="{FF2B5EF4-FFF2-40B4-BE49-F238E27FC236}">
                <a16:creationId xmlns:a16="http://schemas.microsoft.com/office/drawing/2014/main" id="{172722D3-F786-2519-0543-2EDB55241C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E766567-834E-1336-594B-AA23464BBE19}"/>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06385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9373-BB5F-027E-CC3A-8B55EAFEB8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A42576-219C-9794-2869-8484B55F4CDA}"/>
              </a:ext>
            </a:extLst>
          </p:cNvPr>
          <p:cNvSpPr>
            <a:spLocks noGrp="1"/>
          </p:cNvSpPr>
          <p:nvPr>
            <p:ph type="dt" sz="half" idx="10"/>
          </p:nvPr>
        </p:nvSpPr>
        <p:spPr/>
        <p:txBody>
          <a:bodyPr/>
          <a:lstStyle/>
          <a:p>
            <a:fld id="{A60288F2-E411-4717-A2A8-E54361EB3D7C}" type="datetimeFigureOut">
              <a:rPr lang="en-IN" smtClean="0"/>
              <a:t>18-04-2025</a:t>
            </a:fld>
            <a:endParaRPr lang="en-IN"/>
          </a:p>
        </p:txBody>
      </p:sp>
      <p:sp>
        <p:nvSpPr>
          <p:cNvPr id="4" name="Footer Placeholder 3">
            <a:extLst>
              <a:ext uri="{FF2B5EF4-FFF2-40B4-BE49-F238E27FC236}">
                <a16:creationId xmlns:a16="http://schemas.microsoft.com/office/drawing/2014/main" id="{876572F2-8DA3-70AC-762E-B48629DD61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D79076-613E-AC63-3B08-8EB2CEAA861C}"/>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2234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6BB582-1A1E-B166-9AA1-429FBB728570}"/>
              </a:ext>
            </a:extLst>
          </p:cNvPr>
          <p:cNvSpPr>
            <a:spLocks noGrp="1"/>
          </p:cNvSpPr>
          <p:nvPr>
            <p:ph type="dt" sz="half" idx="10"/>
          </p:nvPr>
        </p:nvSpPr>
        <p:spPr/>
        <p:txBody>
          <a:bodyPr/>
          <a:lstStyle/>
          <a:p>
            <a:fld id="{A60288F2-E411-4717-A2A8-E54361EB3D7C}" type="datetimeFigureOut">
              <a:rPr lang="en-IN" smtClean="0"/>
              <a:t>18-04-2025</a:t>
            </a:fld>
            <a:endParaRPr lang="en-IN"/>
          </a:p>
        </p:txBody>
      </p:sp>
      <p:sp>
        <p:nvSpPr>
          <p:cNvPr id="3" name="Footer Placeholder 2">
            <a:extLst>
              <a:ext uri="{FF2B5EF4-FFF2-40B4-BE49-F238E27FC236}">
                <a16:creationId xmlns:a16="http://schemas.microsoft.com/office/drawing/2014/main" id="{9D492330-436F-CD11-5364-FE407FBDB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7B4C21-DDAC-4404-8F4A-3876166D86D8}"/>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8734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4BA60-9417-655B-8981-B4A24E52B3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5100C1-4AF7-A545-177E-F0EBB194E6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74EEDF1-8D06-B9D0-423A-297F036E3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2E55DA-C5B9-2E76-B1BA-14BFE9E2FF9A}"/>
              </a:ext>
            </a:extLst>
          </p:cNvPr>
          <p:cNvSpPr>
            <a:spLocks noGrp="1"/>
          </p:cNvSpPr>
          <p:nvPr>
            <p:ph type="dt" sz="half" idx="10"/>
          </p:nvPr>
        </p:nvSpPr>
        <p:spPr/>
        <p:txBody>
          <a:bodyPr/>
          <a:lstStyle/>
          <a:p>
            <a:fld id="{A60288F2-E411-4717-A2A8-E54361EB3D7C}" type="datetimeFigureOut">
              <a:rPr lang="en-IN" smtClean="0"/>
              <a:t>18-04-2025</a:t>
            </a:fld>
            <a:endParaRPr lang="en-IN"/>
          </a:p>
        </p:txBody>
      </p:sp>
      <p:sp>
        <p:nvSpPr>
          <p:cNvPr id="6" name="Footer Placeholder 5">
            <a:extLst>
              <a:ext uri="{FF2B5EF4-FFF2-40B4-BE49-F238E27FC236}">
                <a16:creationId xmlns:a16="http://schemas.microsoft.com/office/drawing/2014/main" id="{7E4F3EBF-CDE3-B285-C427-69FCD6F2FC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FB4E15-2329-E0EF-1D4C-2F93664C0EF3}"/>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0950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C58F-D2D3-4F10-CE88-39722A7E4C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6D4479-E2DD-56FF-D5BB-DE04CF7545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2478BA-66AF-702F-CDB3-A0347900F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3A4622-D12A-4FAE-B828-E9E1E4DE2836}"/>
              </a:ext>
            </a:extLst>
          </p:cNvPr>
          <p:cNvSpPr>
            <a:spLocks noGrp="1"/>
          </p:cNvSpPr>
          <p:nvPr>
            <p:ph type="dt" sz="half" idx="10"/>
          </p:nvPr>
        </p:nvSpPr>
        <p:spPr/>
        <p:txBody>
          <a:bodyPr/>
          <a:lstStyle/>
          <a:p>
            <a:fld id="{A60288F2-E411-4717-A2A8-E54361EB3D7C}" type="datetimeFigureOut">
              <a:rPr lang="en-IN" smtClean="0"/>
              <a:t>18-04-2025</a:t>
            </a:fld>
            <a:endParaRPr lang="en-IN"/>
          </a:p>
        </p:txBody>
      </p:sp>
      <p:sp>
        <p:nvSpPr>
          <p:cNvPr id="6" name="Footer Placeholder 5">
            <a:extLst>
              <a:ext uri="{FF2B5EF4-FFF2-40B4-BE49-F238E27FC236}">
                <a16:creationId xmlns:a16="http://schemas.microsoft.com/office/drawing/2014/main" id="{5D4CAF42-36F3-F313-6025-6B6703BFDF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040534-695E-3271-4B36-46B66B8C5381}"/>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84385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2F08-EF02-9A10-5BE0-FBB747272D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693A67-5F4E-687C-34D8-840235068C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12992-1770-2302-9B0A-963FC4996713}"/>
              </a:ext>
            </a:extLst>
          </p:cNvPr>
          <p:cNvSpPr>
            <a:spLocks noGrp="1"/>
          </p:cNvSpPr>
          <p:nvPr>
            <p:ph type="dt" sz="half" idx="10"/>
          </p:nvPr>
        </p:nvSpPr>
        <p:spPr/>
        <p:txBody>
          <a:bodyPr/>
          <a:lstStyle/>
          <a:p>
            <a:fld id="{A60288F2-E411-4717-A2A8-E54361EB3D7C}" type="datetimeFigureOut">
              <a:rPr lang="en-IN" smtClean="0"/>
              <a:t>18-04-2025</a:t>
            </a:fld>
            <a:endParaRPr lang="en-IN"/>
          </a:p>
        </p:txBody>
      </p:sp>
      <p:sp>
        <p:nvSpPr>
          <p:cNvPr id="5" name="Footer Placeholder 4">
            <a:extLst>
              <a:ext uri="{FF2B5EF4-FFF2-40B4-BE49-F238E27FC236}">
                <a16:creationId xmlns:a16="http://schemas.microsoft.com/office/drawing/2014/main" id="{595A8A54-9719-A685-A934-F4C7CDA0EF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EF81B6-1918-BC5F-BD53-8777A4081D15}"/>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1361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0D1D8F-C3ED-7F5F-D0F2-78340582B9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CBE43C-09D6-D3A6-A2B2-0F8B7EB2CF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E5CA9E-2DCA-EBB5-D010-BFB742BB1C67}"/>
              </a:ext>
            </a:extLst>
          </p:cNvPr>
          <p:cNvSpPr>
            <a:spLocks noGrp="1"/>
          </p:cNvSpPr>
          <p:nvPr>
            <p:ph type="dt" sz="half" idx="10"/>
          </p:nvPr>
        </p:nvSpPr>
        <p:spPr/>
        <p:txBody>
          <a:bodyPr/>
          <a:lstStyle/>
          <a:p>
            <a:fld id="{A60288F2-E411-4717-A2A8-E54361EB3D7C}" type="datetimeFigureOut">
              <a:rPr lang="en-IN" smtClean="0"/>
              <a:t>18-04-2025</a:t>
            </a:fld>
            <a:endParaRPr lang="en-IN"/>
          </a:p>
        </p:txBody>
      </p:sp>
      <p:sp>
        <p:nvSpPr>
          <p:cNvPr id="5" name="Footer Placeholder 4">
            <a:extLst>
              <a:ext uri="{FF2B5EF4-FFF2-40B4-BE49-F238E27FC236}">
                <a16:creationId xmlns:a16="http://schemas.microsoft.com/office/drawing/2014/main" id="{B5260D38-6161-ECB2-24C3-77483B14F9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730B45-FFB5-E55C-6A58-163AC0F1E44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704069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12E4B-E40A-EC5C-6075-0A960006ED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3FA478-3464-1B7A-C14A-B80A0C8F5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C36FB4-793C-EC97-FC06-69238CA634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288F2-E411-4717-A2A8-E54361EB3D7C}" type="datetimeFigureOut">
              <a:rPr lang="en-IN" smtClean="0"/>
              <a:t>18-04-2025</a:t>
            </a:fld>
            <a:endParaRPr lang="en-IN"/>
          </a:p>
        </p:txBody>
      </p:sp>
      <p:sp>
        <p:nvSpPr>
          <p:cNvPr id="5" name="Footer Placeholder 4">
            <a:extLst>
              <a:ext uri="{FF2B5EF4-FFF2-40B4-BE49-F238E27FC236}">
                <a16:creationId xmlns:a16="http://schemas.microsoft.com/office/drawing/2014/main" id="{F75CB672-F07D-641C-512B-5A2BF3194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EE99F51-A57F-1B93-4FC5-2976DDACD0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05273E-9AE5-4195-AC9F-FAA5849B8D51}" type="slidenum">
              <a:rPr lang="en-IN" smtClean="0"/>
              <a:t>‹#›</a:t>
            </a:fld>
            <a:endParaRPr lang="en-IN"/>
          </a:p>
        </p:txBody>
      </p:sp>
    </p:spTree>
    <p:extLst>
      <p:ext uri="{BB962C8B-B14F-4D97-AF65-F5344CB8AC3E}">
        <p14:creationId xmlns:p14="http://schemas.microsoft.com/office/powerpoint/2010/main" val="2924843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9.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e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A0659-2DFE-0711-0E26-9B048D68D174}"/>
              </a:ext>
            </a:extLst>
          </p:cNvPr>
          <p:cNvSpPr>
            <a:spLocks noGrp="1"/>
          </p:cNvSpPr>
          <p:nvPr>
            <p:ph type="ctrTitle"/>
          </p:nvPr>
        </p:nvSpPr>
        <p:spPr/>
        <p:txBody>
          <a:bodyPr>
            <a:normAutofit/>
          </a:bodyPr>
          <a:lstStyle/>
          <a:p>
            <a:r>
              <a:rPr lang="en-US" dirty="0"/>
              <a:t>Machine Learning</a:t>
            </a:r>
            <a:endParaRPr lang="en-IN" dirty="0"/>
          </a:p>
        </p:txBody>
      </p:sp>
      <p:sp>
        <p:nvSpPr>
          <p:cNvPr id="3" name="Subtitle 2">
            <a:extLst>
              <a:ext uri="{FF2B5EF4-FFF2-40B4-BE49-F238E27FC236}">
                <a16:creationId xmlns:a16="http://schemas.microsoft.com/office/drawing/2014/main" id="{BF2194AA-C2BE-3204-206E-E42A2753F78B}"/>
              </a:ext>
            </a:extLst>
          </p:cNvPr>
          <p:cNvSpPr>
            <a:spLocks noGrp="1"/>
          </p:cNvSpPr>
          <p:nvPr>
            <p:ph type="subTitle" idx="1"/>
          </p:nvPr>
        </p:nvSpPr>
        <p:spPr/>
        <p:txBody>
          <a:bodyPr>
            <a:normAutofit/>
          </a:bodyPr>
          <a:lstStyle/>
          <a:p>
            <a:r>
              <a:rPr lang="en-US" sz="4400" dirty="0"/>
              <a:t>BCSML601</a:t>
            </a:r>
          </a:p>
          <a:p>
            <a:r>
              <a:rPr lang="en-US" sz="4400" dirty="0"/>
              <a:t>3:0:2</a:t>
            </a:r>
            <a:endParaRPr lang="en-IN" sz="4400" dirty="0"/>
          </a:p>
        </p:txBody>
      </p:sp>
    </p:spTree>
    <p:extLst>
      <p:ext uri="{BB962C8B-B14F-4D97-AF65-F5344CB8AC3E}">
        <p14:creationId xmlns:p14="http://schemas.microsoft.com/office/powerpoint/2010/main" val="1732591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A7992-1A3A-6A68-93BA-53D34BF741D8}"/>
              </a:ext>
            </a:extLst>
          </p:cNvPr>
          <p:cNvSpPr>
            <a:spLocks noGrp="1"/>
          </p:cNvSpPr>
          <p:nvPr>
            <p:ph type="title"/>
          </p:nvPr>
        </p:nvSpPr>
        <p:spPr/>
        <p:txBody>
          <a:bodyPr/>
          <a:lstStyle/>
          <a:p>
            <a:r>
              <a:rPr lang="en-US" dirty="0"/>
              <a:t>Pre- requisites</a:t>
            </a:r>
            <a:endParaRPr lang="en-IN" dirty="0"/>
          </a:p>
        </p:txBody>
      </p:sp>
      <p:sp>
        <p:nvSpPr>
          <p:cNvPr id="3" name="Content Placeholder 2">
            <a:extLst>
              <a:ext uri="{FF2B5EF4-FFF2-40B4-BE49-F238E27FC236}">
                <a16:creationId xmlns:a16="http://schemas.microsoft.com/office/drawing/2014/main" id="{7FB2A1E3-9E4B-6A38-0796-73EE6E231C0D}"/>
              </a:ext>
            </a:extLst>
          </p:cNvPr>
          <p:cNvSpPr>
            <a:spLocks noGrp="1"/>
          </p:cNvSpPr>
          <p:nvPr>
            <p:ph idx="1"/>
          </p:nvPr>
        </p:nvSpPr>
        <p:spPr/>
        <p:txBody>
          <a:bodyPr/>
          <a:lstStyle/>
          <a:p>
            <a:r>
              <a:rPr lang="en-US" dirty="0"/>
              <a:t>Linear Equations</a:t>
            </a:r>
          </a:p>
          <a:p>
            <a:r>
              <a:rPr lang="en-US" dirty="0"/>
              <a:t>Probability and Statistics</a:t>
            </a:r>
          </a:p>
          <a:p>
            <a:r>
              <a:rPr lang="en-US" dirty="0"/>
              <a:t>Graphs of Functions</a:t>
            </a:r>
            <a:endParaRPr lang="en-IN" dirty="0"/>
          </a:p>
        </p:txBody>
      </p:sp>
    </p:spTree>
    <p:extLst>
      <p:ext uri="{BB962C8B-B14F-4D97-AF65-F5344CB8AC3E}">
        <p14:creationId xmlns:p14="http://schemas.microsoft.com/office/powerpoint/2010/main" val="1526965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3F08-A41A-3D71-435E-90A0E7C816CA}"/>
              </a:ext>
            </a:extLst>
          </p:cNvPr>
          <p:cNvSpPr>
            <a:spLocks noGrp="1"/>
          </p:cNvSpPr>
          <p:nvPr>
            <p:ph type="title"/>
          </p:nvPr>
        </p:nvSpPr>
        <p:spPr/>
        <p:txBody>
          <a:bodyPr/>
          <a:lstStyle/>
          <a:p>
            <a:r>
              <a:rPr lang="en-US" dirty="0"/>
              <a:t>Course Learning Objectives (CLO)</a:t>
            </a:r>
            <a:endParaRPr lang="en-IN" dirty="0"/>
          </a:p>
        </p:txBody>
      </p:sp>
      <p:sp>
        <p:nvSpPr>
          <p:cNvPr id="3" name="Content Placeholder 2">
            <a:extLst>
              <a:ext uri="{FF2B5EF4-FFF2-40B4-BE49-F238E27FC236}">
                <a16:creationId xmlns:a16="http://schemas.microsoft.com/office/drawing/2014/main" id="{A26067F8-FC56-C26E-1C2A-0DEBAD577C31}"/>
              </a:ext>
            </a:extLst>
          </p:cNvPr>
          <p:cNvSpPr>
            <a:spLocks noGrp="1"/>
          </p:cNvSpPr>
          <p:nvPr>
            <p:ph idx="1"/>
          </p:nvPr>
        </p:nvSpPr>
        <p:spPr/>
        <p:txBody>
          <a:bodyPr/>
          <a:lstStyle/>
          <a:p>
            <a:r>
              <a:rPr lang="en-US" dirty="0"/>
              <a:t>This course will enable students to,</a:t>
            </a:r>
          </a:p>
          <a:p>
            <a:r>
              <a:rPr lang="en-US" dirty="0"/>
              <a:t>Define machine learning and understand the basic theory underlying machine learning.</a:t>
            </a:r>
          </a:p>
          <a:p>
            <a:r>
              <a:rPr lang="en-US" dirty="0"/>
              <a:t>Differentiate supervised, unsupervised and reinforcement learning</a:t>
            </a:r>
          </a:p>
          <a:p>
            <a:r>
              <a:rPr lang="en-US" dirty="0"/>
              <a:t>Understand the basic concepts of learning and decision trees.</a:t>
            </a:r>
          </a:p>
          <a:p>
            <a:r>
              <a:rPr lang="en-US" dirty="0"/>
              <a:t>Understand neural networks and Bayesian techniques for problems appear in machine learning</a:t>
            </a:r>
          </a:p>
          <a:p>
            <a:r>
              <a:rPr lang="en-US" dirty="0"/>
              <a:t>Understand the instant based learning and statistical analysis of machine learning techniques.</a:t>
            </a:r>
            <a:endParaRPr lang="en-IN" dirty="0"/>
          </a:p>
        </p:txBody>
      </p:sp>
    </p:spTree>
    <p:extLst>
      <p:ext uri="{BB962C8B-B14F-4D97-AF65-F5344CB8AC3E}">
        <p14:creationId xmlns:p14="http://schemas.microsoft.com/office/powerpoint/2010/main" val="210539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CF878-55B4-5A10-FF90-3CDE6F0FB4EA}"/>
              </a:ext>
            </a:extLst>
          </p:cNvPr>
          <p:cNvSpPr>
            <a:spLocks noGrp="1"/>
          </p:cNvSpPr>
          <p:nvPr>
            <p:ph type="title"/>
          </p:nvPr>
        </p:nvSpPr>
        <p:spPr>
          <a:xfrm>
            <a:off x="838200" y="0"/>
            <a:ext cx="10515600" cy="819098"/>
          </a:xfrm>
        </p:spPr>
        <p:txBody>
          <a:bodyPr/>
          <a:lstStyle/>
          <a:p>
            <a:pPr algn="ctr"/>
            <a:r>
              <a:rPr lang="en-US" dirty="0"/>
              <a:t>MODULE 4</a:t>
            </a:r>
            <a:endParaRPr lang="en-IN" dirty="0"/>
          </a:p>
        </p:txBody>
      </p:sp>
      <p:sp>
        <p:nvSpPr>
          <p:cNvPr id="3" name="Content Placeholder 2">
            <a:extLst>
              <a:ext uri="{FF2B5EF4-FFF2-40B4-BE49-F238E27FC236}">
                <a16:creationId xmlns:a16="http://schemas.microsoft.com/office/drawing/2014/main" id="{CD2994F0-E930-B691-9A33-D6CB82B43A6B}"/>
              </a:ext>
            </a:extLst>
          </p:cNvPr>
          <p:cNvSpPr>
            <a:spLocks noGrp="1"/>
          </p:cNvSpPr>
          <p:nvPr>
            <p:ph idx="1"/>
          </p:nvPr>
        </p:nvSpPr>
        <p:spPr>
          <a:xfrm>
            <a:off x="359763" y="1004340"/>
            <a:ext cx="11467475" cy="5664473"/>
          </a:xfrm>
        </p:spPr>
        <p:txBody>
          <a:bodyPr>
            <a:normAutofit/>
          </a:bodyPr>
          <a:lstStyle/>
          <a:p>
            <a:r>
              <a:rPr lang="en-US" dirty="0"/>
              <a:t>Introduction</a:t>
            </a:r>
          </a:p>
          <a:p>
            <a:pPr lvl="1"/>
            <a:r>
              <a:rPr lang="en-US" dirty="0"/>
              <a:t>Bayes Theorem</a:t>
            </a:r>
          </a:p>
          <a:p>
            <a:pPr lvl="1"/>
            <a:r>
              <a:rPr lang="en-US" dirty="0"/>
              <a:t>Theorem and concept learning</a:t>
            </a:r>
          </a:p>
          <a:p>
            <a:pPr lvl="1"/>
            <a:r>
              <a:rPr lang="en-IN" dirty="0"/>
              <a:t>Maximum Likelihood and Least squared error Hypothesis</a:t>
            </a:r>
          </a:p>
          <a:p>
            <a:pPr lvl="1"/>
            <a:r>
              <a:rPr lang="en-IN" dirty="0"/>
              <a:t>Maximum Likelihood Hypothesis for predicting </a:t>
            </a:r>
          </a:p>
          <a:p>
            <a:pPr lvl="1"/>
            <a:r>
              <a:rPr lang="en-IN" dirty="0"/>
              <a:t>Minimum Description length principle</a:t>
            </a:r>
          </a:p>
          <a:p>
            <a:pPr lvl="1"/>
            <a:r>
              <a:rPr lang="en-IN" dirty="0"/>
              <a:t>Naïve Bayes Classifier</a:t>
            </a:r>
          </a:p>
          <a:p>
            <a:pPr lvl="1"/>
            <a:endParaRPr lang="en-IN" dirty="0"/>
          </a:p>
        </p:txBody>
      </p:sp>
    </p:spTree>
    <p:extLst>
      <p:ext uri="{BB962C8B-B14F-4D97-AF65-F5344CB8AC3E}">
        <p14:creationId xmlns:p14="http://schemas.microsoft.com/office/powerpoint/2010/main" val="285229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98C6A5-75BE-0E0B-BE46-2AB23190C860}"/>
              </a:ext>
            </a:extLst>
          </p:cNvPr>
          <p:cNvSpPr>
            <a:spLocks noGrp="1"/>
          </p:cNvSpPr>
          <p:nvPr>
            <p:ph type="title"/>
          </p:nvPr>
        </p:nvSpPr>
        <p:spPr/>
        <p:txBody>
          <a:bodyPr/>
          <a:lstStyle/>
          <a:p>
            <a:r>
              <a:rPr lang="en-US" dirty="0"/>
              <a:t>Introduction</a:t>
            </a:r>
            <a:endParaRPr lang="en-IN" dirty="0"/>
          </a:p>
        </p:txBody>
      </p:sp>
      <p:sp>
        <p:nvSpPr>
          <p:cNvPr id="3" name="Content Placeholder 2">
            <a:extLst>
              <a:ext uri="{FF2B5EF4-FFF2-40B4-BE49-F238E27FC236}">
                <a16:creationId xmlns:a16="http://schemas.microsoft.com/office/drawing/2014/main" id="{DA652A4C-295C-07D6-BFD6-B3654ED09635}"/>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rPr>
              <a:t>Bayesian learning algorithms that calculate explicit probabilities for hypotheses, such as the naive Bayes classifier, are among the most practical approaches to certain types of learning problems.</a:t>
            </a:r>
          </a:p>
          <a:p>
            <a:pPr algn="l"/>
            <a:r>
              <a:rPr lang="en-US" b="0" i="0" u="none" strike="noStrike" baseline="0" dirty="0">
                <a:latin typeface="Times New Roman" panose="02020603050405020304" pitchFamily="18" charset="0"/>
              </a:rPr>
              <a:t>Naive Bayes classifier is among the most effective </a:t>
            </a:r>
            <a:r>
              <a:rPr lang="en-IN" b="0" i="0" u="none" strike="noStrike" baseline="0" dirty="0">
                <a:latin typeface="Times New Roman" panose="02020603050405020304" pitchFamily="18" charset="0"/>
              </a:rPr>
              <a:t>algorithms for text document classification</a:t>
            </a:r>
            <a:endParaRPr lang="en-IN" sz="4000" dirty="0"/>
          </a:p>
        </p:txBody>
      </p:sp>
    </p:spTree>
    <p:extLst>
      <p:ext uri="{BB962C8B-B14F-4D97-AF65-F5344CB8AC3E}">
        <p14:creationId xmlns:p14="http://schemas.microsoft.com/office/powerpoint/2010/main" val="34491159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78012-B537-5FA7-6985-D8DCD5975476}"/>
              </a:ext>
            </a:extLst>
          </p:cNvPr>
          <p:cNvSpPr>
            <a:spLocks noGrp="1"/>
          </p:cNvSpPr>
          <p:nvPr>
            <p:ph type="title"/>
          </p:nvPr>
        </p:nvSpPr>
        <p:spPr/>
        <p:txBody>
          <a:bodyPr>
            <a:normAutofit/>
          </a:bodyPr>
          <a:lstStyle/>
          <a:p>
            <a:r>
              <a:rPr lang="en-US" dirty="0">
                <a:latin typeface="Times New Roman" panose="02020603050405020304" pitchFamily="18" charset="0"/>
              </a:rPr>
              <a:t>Features of Bayesian learning methods</a:t>
            </a:r>
            <a:endParaRPr lang="en-IN" dirty="0"/>
          </a:p>
        </p:txBody>
      </p:sp>
      <p:sp>
        <p:nvSpPr>
          <p:cNvPr id="3" name="Content Placeholder 2">
            <a:extLst>
              <a:ext uri="{FF2B5EF4-FFF2-40B4-BE49-F238E27FC236}">
                <a16:creationId xmlns:a16="http://schemas.microsoft.com/office/drawing/2014/main" id="{51B6584C-AF77-201D-E47E-BDC1844E2BAB}"/>
              </a:ext>
            </a:extLst>
          </p:cNvPr>
          <p:cNvSpPr>
            <a:spLocks noGrp="1"/>
          </p:cNvSpPr>
          <p:nvPr>
            <p:ph idx="1"/>
          </p:nvPr>
        </p:nvSpPr>
        <p:spPr>
          <a:xfrm>
            <a:off x="152399" y="997524"/>
            <a:ext cx="11873345" cy="5608227"/>
          </a:xfrm>
        </p:spPr>
        <p:txBody>
          <a:bodyPr>
            <a:normAutofit/>
          </a:bodyPr>
          <a:lstStyle/>
          <a:p>
            <a:pPr algn="l"/>
            <a:r>
              <a:rPr lang="en-US" sz="2400" b="0" i="0" u="none" strike="noStrike" baseline="0" dirty="0">
                <a:latin typeface="Times New Roman" panose="02020603050405020304" pitchFamily="18" charset="0"/>
              </a:rPr>
              <a:t>Each observed training example can incrementally decrease or increase the estimated probability that a hypothesis is correct. </a:t>
            </a:r>
          </a:p>
          <a:p>
            <a:pPr lvl="1"/>
            <a:r>
              <a:rPr lang="en-US" sz="2000" b="0" i="0" u="none" strike="noStrike" baseline="0" dirty="0">
                <a:latin typeface="Times New Roman" panose="02020603050405020304" pitchFamily="18" charset="0"/>
              </a:rPr>
              <a:t>This provides a more flexible approach to learning than algorithms that completely eliminate a hypothesis if it is found to be inconsistent with any single example.</a:t>
            </a:r>
          </a:p>
          <a:p>
            <a:pPr algn="l"/>
            <a:r>
              <a:rPr lang="en-US" sz="2400" b="0" i="0" u="none" strike="noStrike" baseline="0" dirty="0">
                <a:latin typeface="Times New Roman" panose="02020603050405020304" pitchFamily="18" charset="0"/>
              </a:rPr>
              <a:t>Prior knowledge can be combined with observed data to determine the final probability of a hypothesis. </a:t>
            </a:r>
          </a:p>
          <a:p>
            <a:pPr lvl="1"/>
            <a:r>
              <a:rPr lang="en-US" sz="2000" b="0" i="0" u="none" strike="noStrike" baseline="0" dirty="0">
                <a:latin typeface="Times New Roman" panose="02020603050405020304" pitchFamily="18" charset="0"/>
              </a:rPr>
              <a:t>In Bayesian learning, prior knowledge is provided by asserting (1) a prior probability for each candidate hypothesis, and (2) a probability distribution over observed data for each possible hypothesis.</a:t>
            </a:r>
          </a:p>
          <a:p>
            <a:pPr algn="l"/>
            <a:r>
              <a:rPr lang="en-US" sz="2400" b="0" i="0" u="none" strike="noStrike" baseline="0" dirty="0">
                <a:latin typeface="Times New Roman" panose="02020603050405020304" pitchFamily="18" charset="0"/>
              </a:rPr>
              <a:t>Bayesian methods can accommodate hypotheses that make probabilistic predictions (e.g., hypotheses such as "this pneumonia patient has a 93% chance </a:t>
            </a:r>
            <a:r>
              <a:rPr lang="en-IN" sz="2400" b="0" i="0" u="none" strike="noStrike" baseline="0" dirty="0">
                <a:latin typeface="Times New Roman" panose="02020603050405020304" pitchFamily="18" charset="0"/>
              </a:rPr>
              <a:t>of complete recovery").</a:t>
            </a:r>
          </a:p>
          <a:p>
            <a:pPr algn="l"/>
            <a:r>
              <a:rPr lang="en-US" sz="2400" b="0" i="0" u="none" strike="noStrike" baseline="0" dirty="0">
                <a:latin typeface="Times New Roman" panose="02020603050405020304" pitchFamily="18" charset="0"/>
              </a:rPr>
              <a:t>New instances can be classified by combining the predictions of multiple hypotheses, weighted by their probabilities.</a:t>
            </a:r>
          </a:p>
          <a:p>
            <a:pPr algn="l"/>
            <a:r>
              <a:rPr lang="en-US" sz="2400" b="0" i="0" u="none" strike="noStrike" baseline="0" dirty="0">
                <a:latin typeface="Times New Roman" panose="02020603050405020304" pitchFamily="18" charset="0"/>
              </a:rPr>
              <a:t>Even in cases where Bayesian methods prove computationally intractable, they can provide a standard of optimal decision making against which other practical methods can be measured.</a:t>
            </a:r>
          </a:p>
        </p:txBody>
      </p:sp>
    </p:spTree>
    <p:extLst>
      <p:ext uri="{BB962C8B-B14F-4D97-AF65-F5344CB8AC3E}">
        <p14:creationId xmlns:p14="http://schemas.microsoft.com/office/powerpoint/2010/main" val="34583482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58857-88C5-2320-E09B-1A9562E28C76}"/>
              </a:ext>
            </a:extLst>
          </p:cNvPr>
          <p:cNvSpPr>
            <a:spLocks noGrp="1"/>
          </p:cNvSpPr>
          <p:nvPr>
            <p:ph type="title"/>
          </p:nvPr>
        </p:nvSpPr>
        <p:spPr/>
        <p:txBody>
          <a:bodyPr>
            <a:normAutofit fontScale="90000"/>
          </a:bodyPr>
          <a:lstStyle/>
          <a:p>
            <a:r>
              <a:rPr lang="en-US" dirty="0">
                <a:latin typeface="Times New Roman" panose="02020603050405020304" pitchFamily="18" charset="0"/>
              </a:rPr>
              <a:t>Practical difficulty in applying Bayesian methods </a:t>
            </a:r>
            <a:endParaRPr lang="en-IN" dirty="0"/>
          </a:p>
        </p:txBody>
      </p:sp>
      <p:sp>
        <p:nvSpPr>
          <p:cNvPr id="3" name="Content Placeholder 2">
            <a:extLst>
              <a:ext uri="{FF2B5EF4-FFF2-40B4-BE49-F238E27FC236}">
                <a16:creationId xmlns:a16="http://schemas.microsoft.com/office/drawing/2014/main" id="{5DEFBD76-01D4-0EBA-CC36-3FA83D06779C}"/>
              </a:ext>
            </a:extLst>
          </p:cNvPr>
          <p:cNvSpPr>
            <a:spLocks noGrp="1"/>
          </p:cNvSpPr>
          <p:nvPr>
            <p:ph idx="1"/>
          </p:nvPr>
        </p:nvSpPr>
        <p:spPr/>
        <p:txBody>
          <a:bodyPr>
            <a:normAutofit/>
          </a:bodyPr>
          <a:lstStyle/>
          <a:p>
            <a:pPr marL="342900" indent="-342900" algn="l">
              <a:buFont typeface="+mj-lt"/>
              <a:buAutoNum type="arabicPeriod"/>
            </a:pPr>
            <a:r>
              <a:rPr lang="en-US" b="0" i="0" u="none" strike="noStrike" baseline="0" dirty="0">
                <a:latin typeface="Times New Roman" panose="02020603050405020304" pitchFamily="18" charset="0"/>
              </a:rPr>
              <a:t>They typically require initial knowledge of many probabilities. When these probabilities are not known in advance they are often estimated based on background knowledge, previously available data, and assumptions about the form of the underlying distributions.</a:t>
            </a:r>
          </a:p>
          <a:p>
            <a:pPr marL="342900" indent="-342900" algn="l">
              <a:buFont typeface="+mj-lt"/>
              <a:buAutoNum type="arabicPeriod"/>
            </a:pPr>
            <a:r>
              <a:rPr lang="en-US" b="0" i="0" u="none" strike="noStrike" baseline="0" dirty="0">
                <a:latin typeface="Times New Roman" panose="02020603050405020304" pitchFamily="18" charset="0"/>
              </a:rPr>
              <a:t>The significant computational cost required to determine the Bayes optimal hypothesis in the general case (linear in the number of candidate hypotheses). In certain specialized situations, this computational cost </a:t>
            </a:r>
            <a:r>
              <a:rPr lang="en-IN" b="0" i="0" u="none" strike="noStrike" baseline="0" dirty="0">
                <a:latin typeface="Times New Roman" panose="02020603050405020304" pitchFamily="18" charset="0"/>
              </a:rPr>
              <a:t>can be significantly reduced.</a:t>
            </a:r>
            <a:endParaRPr lang="en-IN" sz="4000" dirty="0"/>
          </a:p>
        </p:txBody>
      </p:sp>
    </p:spTree>
    <p:extLst>
      <p:ext uri="{BB962C8B-B14F-4D97-AF65-F5344CB8AC3E}">
        <p14:creationId xmlns:p14="http://schemas.microsoft.com/office/powerpoint/2010/main" val="293342260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E0968C4-BFA2-FACD-21E1-F7B814A2702A}"/>
              </a:ext>
            </a:extLst>
          </p:cNvPr>
          <p:cNvPicPr>
            <a:picLocks noChangeAspect="1"/>
          </p:cNvPicPr>
          <p:nvPr/>
        </p:nvPicPr>
        <p:blipFill>
          <a:blip r:embed="rId2"/>
          <a:stretch>
            <a:fillRect/>
          </a:stretch>
        </p:blipFill>
        <p:spPr>
          <a:xfrm>
            <a:off x="189186" y="142144"/>
            <a:ext cx="12069074" cy="6715856"/>
          </a:xfrm>
          <a:prstGeom prst="rect">
            <a:avLst/>
          </a:prstGeom>
        </p:spPr>
      </p:pic>
    </p:spTree>
    <p:extLst>
      <p:ext uri="{BB962C8B-B14F-4D97-AF65-F5344CB8AC3E}">
        <p14:creationId xmlns:p14="http://schemas.microsoft.com/office/powerpoint/2010/main" val="389344797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22F383-A179-9B09-552C-4480042E3452}"/>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A6B2C5F-4718-0796-A89C-14E0B74D861B}"/>
              </a:ext>
            </a:extLst>
          </p:cNvPr>
          <p:cNvPicPr>
            <a:picLocks noChangeAspect="1"/>
          </p:cNvPicPr>
          <p:nvPr/>
        </p:nvPicPr>
        <p:blipFill>
          <a:blip r:embed="rId2"/>
          <a:stretch>
            <a:fillRect/>
          </a:stretch>
        </p:blipFill>
        <p:spPr>
          <a:xfrm>
            <a:off x="109276" y="178210"/>
            <a:ext cx="12082724" cy="6443308"/>
          </a:xfrm>
          <a:prstGeom prst="rect">
            <a:avLst/>
          </a:prstGeom>
        </p:spPr>
      </p:pic>
    </p:spTree>
    <p:extLst>
      <p:ext uri="{BB962C8B-B14F-4D97-AF65-F5344CB8AC3E}">
        <p14:creationId xmlns:p14="http://schemas.microsoft.com/office/powerpoint/2010/main" val="42203323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D616836-FD4A-026A-3BA8-36C694DE2841}"/>
              </a:ext>
            </a:extLst>
          </p:cNvPr>
          <p:cNvPicPr>
            <a:picLocks noChangeAspect="1"/>
          </p:cNvPicPr>
          <p:nvPr/>
        </p:nvPicPr>
        <p:blipFill>
          <a:blip r:embed="rId2"/>
          <a:stretch>
            <a:fillRect/>
          </a:stretch>
        </p:blipFill>
        <p:spPr>
          <a:xfrm>
            <a:off x="-878" y="116163"/>
            <a:ext cx="12061502" cy="6663008"/>
          </a:xfrm>
          <a:prstGeom prst="rect">
            <a:avLst/>
          </a:prstGeom>
        </p:spPr>
      </p:pic>
    </p:spTree>
    <p:extLst>
      <p:ext uri="{BB962C8B-B14F-4D97-AF65-F5344CB8AC3E}">
        <p14:creationId xmlns:p14="http://schemas.microsoft.com/office/powerpoint/2010/main" val="7936291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81F9AD-515F-6249-E60D-9459E6DC348E}"/>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0DEA3834-828D-54BF-E7E3-A09CA704EDF3}"/>
              </a:ext>
            </a:extLst>
          </p:cNvPr>
          <p:cNvPicPr>
            <a:picLocks noChangeAspect="1"/>
          </p:cNvPicPr>
          <p:nvPr/>
        </p:nvPicPr>
        <p:blipFill>
          <a:blip r:embed="rId2"/>
          <a:stretch>
            <a:fillRect/>
          </a:stretch>
        </p:blipFill>
        <p:spPr>
          <a:xfrm>
            <a:off x="17271" y="276750"/>
            <a:ext cx="11964522" cy="6407829"/>
          </a:xfrm>
          <a:prstGeom prst="rect">
            <a:avLst/>
          </a:prstGeom>
        </p:spPr>
      </p:pic>
    </p:spTree>
    <p:extLst>
      <p:ext uri="{BB962C8B-B14F-4D97-AF65-F5344CB8AC3E}">
        <p14:creationId xmlns:p14="http://schemas.microsoft.com/office/powerpoint/2010/main" val="377344492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C31551-6A39-E572-AD5C-6267A2F34713}"/>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714D49BF-2456-9FC0-D9E8-E68C665C8A27}"/>
              </a:ext>
            </a:extLst>
          </p:cNvPr>
          <p:cNvPicPr>
            <a:picLocks noChangeAspect="1"/>
          </p:cNvPicPr>
          <p:nvPr/>
        </p:nvPicPr>
        <p:blipFill>
          <a:blip r:embed="rId2"/>
          <a:stretch>
            <a:fillRect/>
          </a:stretch>
        </p:blipFill>
        <p:spPr>
          <a:xfrm>
            <a:off x="189186" y="88780"/>
            <a:ext cx="11729545" cy="6728671"/>
          </a:xfrm>
          <a:prstGeom prst="rect">
            <a:avLst/>
          </a:prstGeom>
        </p:spPr>
      </p:pic>
    </p:spTree>
    <p:extLst>
      <p:ext uri="{BB962C8B-B14F-4D97-AF65-F5344CB8AC3E}">
        <p14:creationId xmlns:p14="http://schemas.microsoft.com/office/powerpoint/2010/main" val="69286061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1A1ADB-D0CE-94EB-61B3-714CC8E213AF}"/>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A88A3146-9826-D457-7654-38DC95773FD9}"/>
              </a:ext>
            </a:extLst>
          </p:cNvPr>
          <p:cNvPicPr>
            <a:picLocks noChangeAspect="1"/>
          </p:cNvPicPr>
          <p:nvPr/>
        </p:nvPicPr>
        <p:blipFill>
          <a:blip r:embed="rId2"/>
          <a:stretch>
            <a:fillRect/>
          </a:stretch>
        </p:blipFill>
        <p:spPr>
          <a:xfrm>
            <a:off x="156450" y="55307"/>
            <a:ext cx="12035550" cy="6660804"/>
          </a:xfrm>
          <a:prstGeom prst="rect">
            <a:avLst/>
          </a:prstGeom>
        </p:spPr>
      </p:pic>
    </p:spTree>
    <p:extLst>
      <p:ext uri="{BB962C8B-B14F-4D97-AF65-F5344CB8AC3E}">
        <p14:creationId xmlns:p14="http://schemas.microsoft.com/office/powerpoint/2010/main" val="20505086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AE212-0129-65A2-A0EE-6B04C55F48F5}"/>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C117C786-F2CA-4028-4F67-4815F9FA1169}"/>
              </a:ext>
            </a:extLst>
          </p:cNvPr>
          <p:cNvPicPr>
            <a:picLocks noChangeAspect="1"/>
          </p:cNvPicPr>
          <p:nvPr/>
        </p:nvPicPr>
        <p:blipFill>
          <a:blip r:embed="rId2"/>
          <a:stretch>
            <a:fillRect/>
          </a:stretch>
        </p:blipFill>
        <p:spPr>
          <a:xfrm>
            <a:off x="0" y="-18437"/>
            <a:ext cx="12192000" cy="6894871"/>
          </a:xfrm>
          <a:prstGeom prst="rect">
            <a:avLst/>
          </a:prstGeom>
        </p:spPr>
      </p:pic>
    </p:spTree>
    <p:extLst>
      <p:ext uri="{BB962C8B-B14F-4D97-AF65-F5344CB8AC3E}">
        <p14:creationId xmlns:p14="http://schemas.microsoft.com/office/powerpoint/2010/main" val="4536170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FEB369-3288-60B5-02A6-9A669C49FE9C}"/>
              </a:ext>
            </a:extLst>
          </p:cNvPr>
          <p:cNvSpPr>
            <a:spLocks noGrp="1"/>
          </p:cNvSpPr>
          <p:nvPr>
            <p:ph type="title"/>
          </p:nvPr>
        </p:nvSpPr>
        <p:spPr/>
        <p:txBody>
          <a:bodyPr>
            <a:normAutofit/>
          </a:bodyPr>
          <a:lstStyle/>
          <a:p>
            <a:r>
              <a:rPr lang="en-IN" sz="4000" b="1" i="0" u="none" strike="noStrike" baseline="0" dirty="0">
                <a:latin typeface="Times New Roman" panose="02020603050405020304" pitchFamily="18" charset="0"/>
              </a:rPr>
              <a:t>BAYES THEOREM</a:t>
            </a:r>
            <a:endParaRPr lang="en-IN" sz="8000" dirty="0"/>
          </a:p>
        </p:txBody>
      </p:sp>
      <p:sp>
        <p:nvSpPr>
          <p:cNvPr id="3" name="Content Placeholder 2">
            <a:extLst>
              <a:ext uri="{FF2B5EF4-FFF2-40B4-BE49-F238E27FC236}">
                <a16:creationId xmlns:a16="http://schemas.microsoft.com/office/drawing/2014/main" id="{78DEAB4F-1BFF-3523-AB68-EFD3939DD14B}"/>
              </a:ext>
            </a:extLst>
          </p:cNvPr>
          <p:cNvSpPr>
            <a:spLocks noGrp="1"/>
          </p:cNvSpPr>
          <p:nvPr>
            <p:ph idx="1"/>
          </p:nvPr>
        </p:nvSpPr>
        <p:spPr>
          <a:xfrm>
            <a:off x="152399" y="1026185"/>
            <a:ext cx="11873345" cy="5311546"/>
          </a:xfrm>
        </p:spPr>
        <p:txBody>
          <a:bodyPr>
            <a:noAutofit/>
          </a:bodyPr>
          <a:lstStyle/>
          <a:p>
            <a:pPr algn="l"/>
            <a:r>
              <a:rPr lang="en-US" b="0" i="0" u="none" strike="noStrike" baseline="0" dirty="0">
                <a:latin typeface="Times New Roman" panose="02020603050405020304" pitchFamily="18" charset="0"/>
                <a:cs typeface="Times New Roman" panose="02020603050405020304" pitchFamily="18" charset="0"/>
              </a:rPr>
              <a:t>In machine learning, the interest is in determining the best hypothesis from some space H, given the observed training data D.</a:t>
            </a:r>
            <a:endParaRPr lang="en-US"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Notations</a:t>
            </a:r>
          </a:p>
          <a:p>
            <a:r>
              <a:rPr lang="en-US" b="1" i="1" u="none" strike="noStrike" baseline="0" dirty="0">
                <a:latin typeface="Times New Roman" panose="02020603050405020304" pitchFamily="18" charset="0"/>
                <a:cs typeface="Times New Roman" panose="02020603050405020304" pitchFamily="18" charset="0"/>
              </a:rPr>
              <a:t>P(h)</a:t>
            </a:r>
            <a:r>
              <a:rPr lang="en-US" b="0" i="0" u="none" strike="noStrike" baseline="0" dirty="0">
                <a:latin typeface="Times New Roman" panose="02020603050405020304" pitchFamily="18" charset="0"/>
                <a:cs typeface="Times New Roman" panose="02020603050405020304" pitchFamily="18" charset="0"/>
              </a:rPr>
              <a:t> denotes the initial probability that hypothesis </a:t>
            </a:r>
            <a:r>
              <a:rPr lang="en-US" b="1"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holds, before the </a:t>
            </a:r>
            <a:r>
              <a:rPr lang="en-US" dirty="0">
                <a:latin typeface="Times New Roman" panose="02020603050405020304" pitchFamily="18" charset="0"/>
                <a:cs typeface="Times New Roman" panose="02020603050405020304" pitchFamily="18" charset="0"/>
              </a:rPr>
              <a:t>training data is observed and </a:t>
            </a:r>
            <a:r>
              <a:rPr lang="en-US" b="0" i="0" u="none" strike="noStrike" baseline="0" dirty="0">
                <a:latin typeface="Times New Roman" panose="02020603050405020304" pitchFamily="18" charset="0"/>
                <a:cs typeface="Times New Roman" panose="02020603050405020304" pitchFamily="18" charset="0"/>
              </a:rPr>
              <a:t>is often called the </a:t>
            </a:r>
            <a:r>
              <a:rPr lang="en-US" b="1" i="1" u="none" strike="noStrike" baseline="0" dirty="0" err="1">
                <a:latin typeface="Times New Roman" panose="02020603050405020304" pitchFamily="18" charset="0"/>
                <a:cs typeface="Times New Roman" panose="02020603050405020304" pitchFamily="18" charset="0"/>
              </a:rPr>
              <a:t>priorprobability</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of </a:t>
            </a:r>
            <a:r>
              <a:rPr lang="en-US" b="1"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and may reflect any background knowledge the chance that </a:t>
            </a:r>
            <a:r>
              <a:rPr lang="en-US" b="1"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is a correct hypothesis.</a:t>
            </a:r>
          </a:p>
          <a:p>
            <a:pPr algn="l"/>
            <a:r>
              <a:rPr lang="en-US" b="0" i="0" u="none" strike="noStrike" baseline="0" dirty="0">
                <a:latin typeface="Times New Roman" panose="02020603050405020304" pitchFamily="18" charset="0"/>
                <a:cs typeface="Times New Roman" panose="02020603050405020304" pitchFamily="18" charset="0"/>
              </a:rPr>
              <a:t>If no such prior knowledge is there, then simply assign  the same prior probability to each candidate hypothesis. </a:t>
            </a:r>
          </a:p>
          <a:p>
            <a:pPr algn="l"/>
            <a:r>
              <a:rPr lang="en-US" b="1" i="1" u="none" strike="noStrike" baseline="0" dirty="0">
                <a:latin typeface="Times New Roman" panose="02020603050405020304" pitchFamily="18" charset="0"/>
                <a:cs typeface="Times New Roman" panose="02020603050405020304" pitchFamily="18" charset="0"/>
              </a:rPr>
              <a:t>P(D) </a:t>
            </a:r>
            <a:r>
              <a:rPr lang="en-US" b="0" i="0" u="none" strike="noStrike" baseline="0" dirty="0">
                <a:latin typeface="Times New Roman" panose="02020603050405020304" pitchFamily="18" charset="0"/>
                <a:cs typeface="Times New Roman" panose="02020603050405020304" pitchFamily="18" charset="0"/>
              </a:rPr>
              <a:t>denotes the prior probability that training data D will be observed (i.e., the probability of D given no knowledge about which hypothesis holds). </a:t>
            </a:r>
          </a:p>
          <a:p>
            <a:pPr algn="l"/>
            <a:r>
              <a:rPr lang="en-US" b="1" i="1" u="none" strike="noStrike" baseline="0" dirty="0">
                <a:latin typeface="Times New Roman" panose="02020603050405020304" pitchFamily="18" charset="0"/>
                <a:cs typeface="Times New Roman" panose="02020603050405020304" pitchFamily="18" charset="0"/>
              </a:rPr>
              <a:t>P(D | h) </a:t>
            </a:r>
            <a:r>
              <a:rPr lang="en-US" b="0" i="0" u="none" strike="noStrike" baseline="0" dirty="0">
                <a:latin typeface="Times New Roman" panose="02020603050405020304" pitchFamily="18" charset="0"/>
                <a:cs typeface="Times New Roman" panose="02020603050405020304" pitchFamily="18" charset="0"/>
              </a:rPr>
              <a:t>denotes likelihood, the probability of observing data </a:t>
            </a:r>
            <a:r>
              <a:rPr lang="en-US" b="1" i="1" u="none" strike="noStrike" baseline="0" dirty="0">
                <a:latin typeface="Times New Roman" panose="02020603050405020304" pitchFamily="18" charset="0"/>
                <a:cs typeface="Times New Roman" panose="02020603050405020304" pitchFamily="18" charset="0"/>
              </a:rPr>
              <a:t>D </a:t>
            </a:r>
            <a:r>
              <a:rPr lang="en-US" b="0" i="0" u="none" strike="noStrike" baseline="0" dirty="0">
                <a:latin typeface="Times New Roman" panose="02020603050405020304" pitchFamily="18" charset="0"/>
                <a:cs typeface="Times New Roman" panose="02020603050405020304" pitchFamily="18" charset="0"/>
              </a:rPr>
              <a:t>given hypothesis </a:t>
            </a:r>
            <a:r>
              <a:rPr lang="en-US" b="1" i="1" u="none" strike="noStrike" baseline="0" dirty="0">
                <a:latin typeface="Times New Roman" panose="02020603050405020304" pitchFamily="18" charset="0"/>
                <a:cs typeface="Times New Roman" panose="02020603050405020304" pitchFamily="18" charset="0"/>
              </a:rPr>
              <a:t>h</a:t>
            </a:r>
            <a:r>
              <a:rPr lang="en-US" b="0" i="0" u="none" strike="noStrike" baseline="0" dirty="0">
                <a:latin typeface="Times New Roman" panose="02020603050405020304" pitchFamily="18" charset="0"/>
                <a:cs typeface="Times New Roman" panose="02020603050405020304" pitchFamily="18" charset="0"/>
              </a:rPr>
              <a:t>, </a:t>
            </a:r>
            <a:r>
              <a:rPr lang="en-US" b="0" i="0" u="none" strike="noStrike" baseline="0" dirty="0" err="1">
                <a:latin typeface="Times New Roman" panose="02020603050405020304" pitchFamily="18" charset="0"/>
                <a:cs typeface="Times New Roman" panose="02020603050405020304" pitchFamily="18" charset="0"/>
              </a:rPr>
              <a:t>ie</a:t>
            </a:r>
            <a:r>
              <a:rPr lang="en-US" b="0" i="0" u="none" strike="noStrike" baseline="0" dirty="0">
                <a:latin typeface="Times New Roman" panose="02020603050405020304" pitchFamily="18" charset="0"/>
                <a:cs typeface="Times New Roman" panose="02020603050405020304" pitchFamily="18" charset="0"/>
              </a:rPr>
              <a:t>., More generally,  </a:t>
            </a:r>
            <a:r>
              <a:rPr lang="en-US" b="1" i="1" u="none" strike="noStrike" baseline="0" dirty="0">
                <a:latin typeface="Times New Roman" panose="02020603050405020304" pitchFamily="18" charset="0"/>
                <a:cs typeface="Times New Roman" panose="02020603050405020304" pitchFamily="18" charset="0"/>
              </a:rPr>
              <a:t>P(x </a:t>
            </a:r>
            <a:r>
              <a:rPr lang="en-US" b="1" i="1" dirty="0">
                <a:latin typeface="Times New Roman" panose="02020603050405020304" pitchFamily="18" charset="0"/>
                <a:cs typeface="Times New Roman" panose="02020603050405020304" pitchFamily="18" charset="0"/>
              </a:rPr>
              <a:t>| </a:t>
            </a:r>
            <a:r>
              <a:rPr lang="en-US" b="1" i="1" u="none" strike="noStrike" baseline="0" dirty="0">
                <a:latin typeface="Times New Roman" panose="02020603050405020304" pitchFamily="18" charset="0"/>
                <a:cs typeface="Times New Roman" panose="02020603050405020304" pitchFamily="18" charset="0"/>
              </a:rPr>
              <a:t>y)</a:t>
            </a:r>
            <a:r>
              <a:rPr lang="en-US" b="0" i="0" u="none" strike="noStrike" baseline="0" dirty="0">
                <a:latin typeface="Times New Roman" panose="02020603050405020304" pitchFamily="18" charset="0"/>
                <a:cs typeface="Times New Roman" panose="02020603050405020304" pitchFamily="18" charset="0"/>
              </a:rPr>
              <a:t> denotes the probability of x given </a:t>
            </a:r>
            <a:r>
              <a:rPr lang="en-US" b="1" i="1" u="none" strike="noStrike" baseline="0" dirty="0">
                <a:latin typeface="Times New Roman" panose="02020603050405020304" pitchFamily="18" charset="0"/>
                <a:cs typeface="Times New Roman" panose="02020603050405020304" pitchFamily="18" charset="0"/>
              </a:rPr>
              <a:t>y   </a:t>
            </a:r>
          </a:p>
        </p:txBody>
      </p:sp>
    </p:spTree>
    <p:extLst>
      <p:ext uri="{BB962C8B-B14F-4D97-AF65-F5344CB8AC3E}">
        <p14:creationId xmlns:p14="http://schemas.microsoft.com/office/powerpoint/2010/main" val="37545141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3837B-7E31-C014-E987-F0D432070939}"/>
              </a:ext>
            </a:extLst>
          </p:cNvPr>
          <p:cNvSpPr>
            <a:spLocks noGrp="1"/>
          </p:cNvSpPr>
          <p:nvPr>
            <p:ph type="title"/>
          </p:nvPr>
        </p:nvSpPr>
        <p:spPr>
          <a:xfrm>
            <a:off x="223336" y="88032"/>
            <a:ext cx="10515600" cy="731776"/>
          </a:xfrm>
        </p:spPr>
        <p:txBody>
          <a:bodyPr/>
          <a:lstStyle/>
          <a:p>
            <a:r>
              <a:rPr lang="en-US" dirty="0"/>
              <a:t>Derivation</a:t>
            </a:r>
            <a:endParaRPr lang="en-IN" dirty="0"/>
          </a:p>
        </p:txBody>
      </p:sp>
      <p:sp>
        <p:nvSpPr>
          <p:cNvPr id="3" name="Content Placeholder 2">
            <a:extLst>
              <a:ext uri="{FF2B5EF4-FFF2-40B4-BE49-F238E27FC236}">
                <a16:creationId xmlns:a16="http://schemas.microsoft.com/office/drawing/2014/main" id="{B9D65428-205D-B55C-3D69-9D43A80E785B}"/>
              </a:ext>
            </a:extLst>
          </p:cNvPr>
          <p:cNvSpPr>
            <a:spLocks noGrp="1"/>
          </p:cNvSpPr>
          <p:nvPr>
            <p:ph idx="1"/>
          </p:nvPr>
        </p:nvSpPr>
        <p:spPr/>
        <p:txBody>
          <a:bodyPr/>
          <a:lstStyle/>
          <a:p>
            <a:r>
              <a:rPr lang="en-US" dirty="0">
                <a:latin typeface="Times New Roman" panose="02020603050405020304" pitchFamily="18" charset="0"/>
                <a:cs typeface="Times New Roman" panose="02020603050405020304" pitchFamily="18" charset="0"/>
              </a:rPr>
              <a:t>We Have      P(</a:t>
            </a:r>
            <a:r>
              <a:rPr lang="en-US" dirty="0" err="1">
                <a:latin typeface="Times New Roman" panose="02020603050405020304" pitchFamily="18" charset="0"/>
                <a:cs typeface="Times New Roman" panose="02020603050405020304" pitchFamily="18" charset="0"/>
              </a:rPr>
              <a:t>h|D</a:t>
            </a:r>
            <a:r>
              <a:rPr lang="en-US" dirty="0">
                <a:latin typeface="Times New Roman" panose="02020603050405020304" pitchFamily="18" charset="0"/>
                <a:cs typeface="Times New Roman" panose="02020603050405020304" pitchFamily="18" charset="0"/>
              </a:rPr>
              <a:t>)  = P( h </a:t>
            </a:r>
            <a:r>
              <a:rPr lang="en-IN" b="0" i="0" dirty="0">
                <a:solidFill>
                  <a:srgbClr val="111111"/>
                </a:solidFill>
                <a:effectLst/>
                <a:latin typeface="Times New Roman" panose="02020603050405020304" pitchFamily="18" charset="0"/>
                <a:cs typeface="Times New Roman" panose="02020603050405020304" pitchFamily="18" charset="0"/>
              </a:rPr>
              <a:t>∩ D) / P(D)</a:t>
            </a:r>
          </a:p>
          <a:p>
            <a:r>
              <a:rPr lang="en-IN" dirty="0">
                <a:solidFill>
                  <a:srgbClr val="111111"/>
                </a:solidFill>
                <a:latin typeface="Times New Roman" panose="02020603050405020304" pitchFamily="18" charset="0"/>
                <a:cs typeface="Times New Roman" panose="02020603050405020304" pitchFamily="18" charset="0"/>
              </a:rPr>
              <a:t>And              </a:t>
            </a:r>
            <a:r>
              <a:rPr lang="en-US" dirty="0">
                <a:latin typeface="Times New Roman" panose="02020603050405020304" pitchFamily="18" charset="0"/>
                <a:cs typeface="Times New Roman" panose="02020603050405020304" pitchFamily="18" charset="0"/>
              </a:rPr>
              <a:t>P(</a:t>
            </a:r>
            <a:r>
              <a:rPr lang="en-US" dirty="0" err="1">
                <a:latin typeface="Times New Roman" panose="02020603050405020304" pitchFamily="18" charset="0"/>
                <a:cs typeface="Times New Roman" panose="02020603050405020304" pitchFamily="18" charset="0"/>
              </a:rPr>
              <a:t>D|h</a:t>
            </a:r>
            <a:r>
              <a:rPr lang="en-US" dirty="0">
                <a:latin typeface="Times New Roman" panose="02020603050405020304" pitchFamily="18" charset="0"/>
                <a:cs typeface="Times New Roman" panose="02020603050405020304" pitchFamily="18" charset="0"/>
              </a:rPr>
              <a:t>)  = P( D </a:t>
            </a:r>
            <a:r>
              <a:rPr lang="en-IN" b="0" i="0" dirty="0">
                <a:solidFill>
                  <a:srgbClr val="111111"/>
                </a:solidFill>
                <a:effectLst/>
                <a:latin typeface="Times New Roman" panose="02020603050405020304" pitchFamily="18" charset="0"/>
                <a:cs typeface="Times New Roman" panose="02020603050405020304" pitchFamily="18" charset="0"/>
              </a:rPr>
              <a:t>∩ h) / P(h)</a:t>
            </a:r>
          </a:p>
          <a:p>
            <a:r>
              <a:rPr lang="en-IN" dirty="0">
                <a:solidFill>
                  <a:srgbClr val="111111"/>
                </a:solidFill>
                <a:latin typeface="Times New Roman" panose="02020603050405020304" pitchFamily="18" charset="0"/>
                <a:cs typeface="Times New Roman" panose="02020603050405020304" pitchFamily="18" charset="0"/>
              </a:rPr>
              <a:t>Also </a:t>
            </a:r>
            <a:r>
              <a:rPr lang="en-IN" dirty="0" err="1">
                <a:solidFill>
                  <a:srgbClr val="111111"/>
                </a:solidFill>
                <a:latin typeface="Times New Roman" panose="02020603050405020304" pitchFamily="18" charset="0"/>
                <a:cs typeface="Times New Roman" panose="02020603050405020304" pitchFamily="18" charset="0"/>
              </a:rPr>
              <a:t>wkt</a:t>
            </a:r>
            <a:r>
              <a:rPr lang="en-IN" dirty="0">
                <a:solidFill>
                  <a:srgbClr val="111111"/>
                </a:solidFill>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 h </a:t>
            </a:r>
            <a:r>
              <a:rPr lang="en-IN" b="0" i="0" dirty="0">
                <a:solidFill>
                  <a:srgbClr val="111111"/>
                </a:solidFill>
                <a:effectLst/>
                <a:latin typeface="Times New Roman" panose="02020603050405020304" pitchFamily="18" charset="0"/>
                <a:cs typeface="Times New Roman" panose="02020603050405020304" pitchFamily="18" charset="0"/>
              </a:rPr>
              <a:t>∩ D)  = </a:t>
            </a:r>
            <a:r>
              <a:rPr lang="en-US" dirty="0">
                <a:latin typeface="Times New Roman" panose="02020603050405020304" pitchFamily="18" charset="0"/>
                <a:cs typeface="Times New Roman" panose="02020603050405020304" pitchFamily="18" charset="0"/>
              </a:rPr>
              <a:t>P( D </a:t>
            </a:r>
            <a:r>
              <a:rPr lang="en-IN" b="0" i="0" dirty="0">
                <a:solidFill>
                  <a:srgbClr val="111111"/>
                </a:solidFill>
                <a:effectLst/>
                <a:latin typeface="Times New Roman" panose="02020603050405020304" pitchFamily="18" charset="0"/>
                <a:cs typeface="Times New Roman" panose="02020603050405020304" pitchFamily="18" charset="0"/>
              </a:rPr>
              <a:t>∩ h) </a:t>
            </a:r>
          </a:p>
          <a:p>
            <a:pPr marL="0" indent="0">
              <a:buNone/>
            </a:pPr>
            <a:r>
              <a:rPr lang="en-IN" dirty="0">
                <a:solidFill>
                  <a:srgbClr val="111111"/>
                </a:solidFill>
                <a:latin typeface="Times New Roman" panose="02020603050405020304" pitchFamily="18" charset="0"/>
                <a:cs typeface="Times New Roman" panose="02020603050405020304" pitchFamily="18" charset="0"/>
              </a:rPr>
              <a:t>	</a:t>
            </a:r>
            <a:r>
              <a:rPr lang="en-IN" dirty="0">
                <a:solidFill>
                  <a:srgbClr val="111111"/>
                </a:solidFill>
                <a:latin typeface="Times New Roman" panose="02020603050405020304" pitchFamily="18" charset="0"/>
                <a:cs typeface="Times New Roman" panose="02020603050405020304" pitchFamily="18" charset="0"/>
                <a:sym typeface="Wingdings" panose="05000000000000000000" pitchFamily="2" charset="2"/>
              </a:rPr>
              <a:t>     </a:t>
            </a:r>
            <a:r>
              <a:rPr lang="en-IN" b="0" i="0" dirty="0">
                <a:solidFill>
                  <a:srgbClr val="11111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a:t>
            </a:r>
            <a:r>
              <a:rPr lang="en-US" dirty="0" err="1">
                <a:latin typeface="Times New Roman" panose="02020603050405020304" pitchFamily="18" charset="0"/>
                <a:cs typeface="Times New Roman" panose="02020603050405020304" pitchFamily="18" charset="0"/>
              </a:rPr>
              <a:t>h|D</a:t>
            </a:r>
            <a:r>
              <a:rPr lang="en-US" dirty="0">
                <a:latin typeface="Times New Roman" panose="02020603050405020304" pitchFamily="18" charset="0"/>
                <a:cs typeface="Times New Roman" panose="02020603050405020304" pitchFamily="18" charset="0"/>
              </a:rPr>
              <a:t>) * </a:t>
            </a:r>
            <a:r>
              <a:rPr lang="en-IN" b="0" i="0" dirty="0">
                <a:solidFill>
                  <a:srgbClr val="111111"/>
                </a:solidFill>
                <a:effectLst/>
                <a:latin typeface="Times New Roman" panose="02020603050405020304" pitchFamily="18" charset="0"/>
                <a:cs typeface="Times New Roman" panose="02020603050405020304" pitchFamily="18" charset="0"/>
              </a:rPr>
              <a:t>P(D) = </a:t>
            </a:r>
            <a:r>
              <a:rPr lang="en-US" dirty="0">
                <a:latin typeface="Times New Roman" panose="02020603050405020304" pitchFamily="18" charset="0"/>
                <a:cs typeface="Times New Roman" panose="02020603050405020304" pitchFamily="18" charset="0"/>
              </a:rPr>
              <a:t>P(</a:t>
            </a:r>
            <a:r>
              <a:rPr lang="en-US" dirty="0" err="1">
                <a:latin typeface="Times New Roman" panose="02020603050405020304" pitchFamily="18" charset="0"/>
                <a:cs typeface="Times New Roman" panose="02020603050405020304" pitchFamily="18" charset="0"/>
              </a:rPr>
              <a:t>D|h</a:t>
            </a:r>
            <a:r>
              <a:rPr lang="en-US" dirty="0">
                <a:latin typeface="Times New Roman" panose="02020603050405020304" pitchFamily="18" charset="0"/>
                <a:cs typeface="Times New Roman" panose="02020603050405020304" pitchFamily="18" charset="0"/>
              </a:rPr>
              <a:t>) * </a:t>
            </a:r>
            <a:r>
              <a:rPr lang="en-IN" b="0" i="0" dirty="0">
                <a:solidFill>
                  <a:srgbClr val="111111"/>
                </a:solidFill>
                <a:effectLst/>
                <a:latin typeface="Times New Roman" panose="02020603050405020304" pitchFamily="18" charset="0"/>
                <a:cs typeface="Times New Roman" panose="02020603050405020304" pitchFamily="18" charset="0"/>
              </a:rPr>
              <a:t>P(h)</a:t>
            </a:r>
          </a:p>
          <a:p>
            <a:pPr marL="0" indent="0">
              <a:buNone/>
            </a:pPr>
            <a:r>
              <a:rPr lang="en-IN" dirty="0">
                <a:solidFill>
                  <a:srgbClr val="111111"/>
                </a:solidFill>
                <a:latin typeface="Times New Roman" panose="02020603050405020304" pitchFamily="18" charset="0"/>
                <a:cs typeface="Times New Roman" panose="02020603050405020304" pitchFamily="18" charset="0"/>
              </a:rPr>
              <a:t>	</a:t>
            </a:r>
            <a:r>
              <a:rPr lang="en-IN" dirty="0">
                <a:solidFill>
                  <a:srgbClr val="111111"/>
                </a:solidFill>
                <a:latin typeface="Times New Roman" panose="02020603050405020304" pitchFamily="18" charset="0"/>
                <a:cs typeface="Times New Roman" panose="02020603050405020304" pitchFamily="18" charset="0"/>
                <a:sym typeface="Wingdings" panose="05000000000000000000" pitchFamily="2" charset="2"/>
              </a:rPr>
              <a:t>         </a:t>
            </a:r>
            <a:r>
              <a:rPr lang="en-US" dirty="0">
                <a:latin typeface="Times New Roman" panose="02020603050405020304" pitchFamily="18" charset="0"/>
                <a:cs typeface="Times New Roman" panose="02020603050405020304" pitchFamily="18" charset="0"/>
              </a:rPr>
              <a:t>P(</a:t>
            </a:r>
            <a:r>
              <a:rPr lang="en-US" dirty="0" err="1">
                <a:latin typeface="Times New Roman" panose="02020603050405020304" pitchFamily="18" charset="0"/>
                <a:cs typeface="Times New Roman" panose="02020603050405020304" pitchFamily="18" charset="0"/>
              </a:rPr>
              <a:t>h|D</a:t>
            </a:r>
            <a:r>
              <a:rPr lang="en-US" dirty="0">
                <a:latin typeface="Times New Roman" panose="02020603050405020304" pitchFamily="18" charset="0"/>
                <a:cs typeface="Times New Roman" panose="02020603050405020304" pitchFamily="18" charset="0"/>
              </a:rPr>
              <a:t>)    </a:t>
            </a:r>
            <a:r>
              <a:rPr lang="en-IN" b="0" i="0" dirty="0">
                <a:solidFill>
                  <a:srgbClr val="111111"/>
                </a:solidFill>
                <a:effectLst/>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P(</a:t>
            </a:r>
            <a:r>
              <a:rPr lang="en-US" dirty="0" err="1">
                <a:latin typeface="Times New Roman" panose="02020603050405020304" pitchFamily="18" charset="0"/>
                <a:cs typeface="Times New Roman" panose="02020603050405020304" pitchFamily="18" charset="0"/>
              </a:rPr>
              <a:t>D|h</a:t>
            </a:r>
            <a:r>
              <a:rPr lang="en-US" dirty="0">
                <a:latin typeface="Times New Roman" panose="02020603050405020304" pitchFamily="18" charset="0"/>
                <a:cs typeface="Times New Roman" panose="02020603050405020304" pitchFamily="18" charset="0"/>
              </a:rPr>
              <a:t>) * </a:t>
            </a:r>
            <a:r>
              <a:rPr lang="en-IN" b="0" i="0" dirty="0">
                <a:solidFill>
                  <a:srgbClr val="111111"/>
                </a:solidFill>
                <a:effectLst/>
                <a:latin typeface="Times New Roman" panose="02020603050405020304" pitchFamily="18" charset="0"/>
                <a:cs typeface="Times New Roman" panose="02020603050405020304" pitchFamily="18" charset="0"/>
              </a:rPr>
              <a:t>P(h))  / </a:t>
            </a:r>
            <a:r>
              <a:rPr lang="en-US" dirty="0">
                <a:latin typeface="Times New Roman" panose="02020603050405020304" pitchFamily="18" charset="0"/>
                <a:cs typeface="Times New Roman" panose="02020603050405020304" pitchFamily="18" charset="0"/>
              </a:rPr>
              <a:t> </a:t>
            </a:r>
            <a:r>
              <a:rPr lang="en-IN" b="0" i="0" dirty="0">
                <a:solidFill>
                  <a:srgbClr val="111111"/>
                </a:solidFill>
                <a:effectLst/>
                <a:latin typeface="Times New Roman" panose="02020603050405020304" pitchFamily="18" charset="0"/>
                <a:cs typeface="Times New Roman" panose="02020603050405020304" pitchFamily="18" charset="0"/>
              </a:rPr>
              <a:t>P(D)</a:t>
            </a:r>
          </a:p>
          <a:p>
            <a:pPr marL="0" indent="0">
              <a:buNone/>
            </a:pPr>
            <a:endParaRPr lang="en-IN" b="0" i="0" dirty="0">
              <a:solidFill>
                <a:srgbClr val="111111"/>
              </a:solidFill>
              <a:effectLst/>
              <a:latin typeface="Times New Roman" panose="02020603050405020304" pitchFamily="18" charset="0"/>
              <a:cs typeface="Times New Roman" panose="02020603050405020304" pitchFamily="18" charset="0"/>
            </a:endParaRPr>
          </a:p>
          <a:p>
            <a:endParaRPr lang="en-IN" b="0" i="0" dirty="0">
              <a:solidFill>
                <a:srgbClr val="111111"/>
              </a:solidFill>
              <a:effectLst/>
              <a:latin typeface="Times New Roman" panose="02020603050405020304" pitchFamily="18" charset="0"/>
              <a:cs typeface="Times New Roman" panose="02020603050405020304" pitchFamily="18" charset="0"/>
            </a:endParaRPr>
          </a:p>
          <a:p>
            <a:endParaRPr lang="en-IN" b="0" i="0" dirty="0">
              <a:solidFill>
                <a:srgbClr val="111111"/>
              </a:solidFill>
              <a:effectLst/>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A3B7418-B257-6090-1772-CCB3B583430F}"/>
              </a:ext>
            </a:extLst>
          </p:cNvPr>
          <p:cNvSpPr txBox="1"/>
          <p:nvPr/>
        </p:nvSpPr>
        <p:spPr>
          <a:xfrm>
            <a:off x="2081048" y="4067503"/>
            <a:ext cx="6006662" cy="646331"/>
          </a:xfrm>
          <a:prstGeom prst="rect">
            <a:avLst/>
          </a:prstGeom>
          <a:noFill/>
        </p:spPr>
        <p:txBody>
          <a:bodyPr wrap="square" rtlCol="0">
            <a:spAutoFit/>
          </a:bodyPr>
          <a:lstStyle/>
          <a:p>
            <a:r>
              <a:rPr lang="en-US" dirty="0"/>
              <a:t>Posterior                          </a:t>
            </a:r>
            <a:r>
              <a:rPr lang="en-US" dirty="0" err="1"/>
              <a:t>Likelyhood</a:t>
            </a:r>
            <a:r>
              <a:rPr lang="en-US" dirty="0"/>
              <a:t>      Prior                   Marginal</a:t>
            </a:r>
          </a:p>
          <a:p>
            <a:r>
              <a:rPr lang="en-US" dirty="0"/>
              <a:t>Probability                                                   </a:t>
            </a:r>
            <a:r>
              <a:rPr lang="en-US" dirty="0" err="1"/>
              <a:t>Probability</a:t>
            </a:r>
            <a:r>
              <a:rPr lang="en-US" dirty="0"/>
              <a:t>      </a:t>
            </a:r>
            <a:r>
              <a:rPr lang="en-US" dirty="0" err="1"/>
              <a:t>Probability</a:t>
            </a:r>
            <a:endParaRPr lang="en-IN" dirty="0"/>
          </a:p>
        </p:txBody>
      </p:sp>
      <p:sp>
        <p:nvSpPr>
          <p:cNvPr id="5" name="Arrow: Up 4">
            <a:extLst>
              <a:ext uri="{FF2B5EF4-FFF2-40B4-BE49-F238E27FC236}">
                <a16:creationId xmlns:a16="http://schemas.microsoft.com/office/drawing/2014/main" id="{26F20C03-4369-2AED-3AF9-B3C42A812D02}"/>
              </a:ext>
            </a:extLst>
          </p:cNvPr>
          <p:cNvSpPr/>
          <p:nvPr/>
        </p:nvSpPr>
        <p:spPr>
          <a:xfrm>
            <a:off x="2712203" y="3750590"/>
            <a:ext cx="170482" cy="31691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Arrow: Up 5">
            <a:extLst>
              <a:ext uri="{FF2B5EF4-FFF2-40B4-BE49-F238E27FC236}">
                <a16:creationId xmlns:a16="http://schemas.microsoft.com/office/drawing/2014/main" id="{15E0CC2E-A679-2810-AE4D-550AE5255365}"/>
              </a:ext>
            </a:extLst>
          </p:cNvPr>
          <p:cNvSpPr/>
          <p:nvPr/>
        </p:nvSpPr>
        <p:spPr>
          <a:xfrm>
            <a:off x="4631408" y="3763508"/>
            <a:ext cx="170482" cy="31691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Arrow: Up 6">
            <a:extLst>
              <a:ext uri="{FF2B5EF4-FFF2-40B4-BE49-F238E27FC236}">
                <a16:creationId xmlns:a16="http://schemas.microsoft.com/office/drawing/2014/main" id="{9CAA1424-39A9-53FB-90EB-D353D59DF1C1}"/>
              </a:ext>
            </a:extLst>
          </p:cNvPr>
          <p:cNvSpPr/>
          <p:nvPr/>
        </p:nvSpPr>
        <p:spPr>
          <a:xfrm>
            <a:off x="5855777" y="3748010"/>
            <a:ext cx="170482" cy="31691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Arrow: Up 7">
            <a:extLst>
              <a:ext uri="{FF2B5EF4-FFF2-40B4-BE49-F238E27FC236}">
                <a16:creationId xmlns:a16="http://schemas.microsoft.com/office/drawing/2014/main" id="{4352D615-A81B-AFC0-8AFA-BC69B7DF8DCC}"/>
              </a:ext>
            </a:extLst>
          </p:cNvPr>
          <p:cNvSpPr/>
          <p:nvPr/>
        </p:nvSpPr>
        <p:spPr>
          <a:xfrm>
            <a:off x="7018146" y="3763508"/>
            <a:ext cx="170482" cy="316913"/>
          </a:xfrm>
          <a:prstGeom prst="up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582512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0AF03C6-D27D-AE2D-FBCC-8B994489B435}"/>
              </a:ext>
            </a:extLst>
          </p:cNvPr>
          <p:cNvSpPr>
            <a:spLocks noGrp="1"/>
          </p:cNvSpPr>
          <p:nvPr>
            <p:ph idx="1"/>
          </p:nvPr>
        </p:nvSpPr>
        <p:spPr>
          <a:xfrm>
            <a:off x="152399" y="441434"/>
            <a:ext cx="11873345" cy="6243145"/>
          </a:xfrm>
        </p:spPr>
        <p:txBody>
          <a:bodyPr>
            <a:normAutofit/>
          </a:bodyPr>
          <a:lstStyle/>
          <a:p>
            <a:pPr algn="l"/>
            <a:r>
              <a:rPr lang="en-US" b="1" i="1" u="none" strike="noStrike" baseline="0" dirty="0">
                <a:latin typeface="Times New Roman" panose="02020603050405020304" pitchFamily="18" charset="0"/>
                <a:cs typeface="Times New Roman" panose="02020603050405020304" pitchFamily="18" charset="0"/>
              </a:rPr>
              <a:t>P (h | D) </a:t>
            </a:r>
            <a:r>
              <a:rPr lang="en-US" b="0" i="0" u="none" strike="noStrike" baseline="0" dirty="0">
                <a:latin typeface="Times New Roman" panose="02020603050405020304" pitchFamily="18" charset="0"/>
                <a:cs typeface="Times New Roman" panose="02020603050405020304" pitchFamily="18" charset="0"/>
              </a:rPr>
              <a:t>is called the </a:t>
            </a:r>
            <a:r>
              <a:rPr lang="en-US" b="1" i="1" u="none" strike="noStrike" baseline="0" dirty="0" err="1">
                <a:latin typeface="Times New Roman" panose="02020603050405020304" pitchFamily="18" charset="0"/>
                <a:cs typeface="Times New Roman" panose="02020603050405020304" pitchFamily="18" charset="0"/>
              </a:rPr>
              <a:t>posteriorprobability</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of </a:t>
            </a:r>
            <a:r>
              <a:rPr lang="en-US" b="1"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because it reflects our confidence that </a:t>
            </a:r>
            <a:r>
              <a:rPr lang="en-US" b="1" i="1" u="none" strike="noStrike" baseline="0" dirty="0">
                <a:latin typeface="Times New Roman" panose="02020603050405020304" pitchFamily="18" charset="0"/>
                <a:cs typeface="Times New Roman" panose="02020603050405020304" pitchFamily="18" charset="0"/>
              </a:rPr>
              <a:t>h </a:t>
            </a:r>
            <a:r>
              <a:rPr lang="en-US" b="0" i="0" u="none" strike="noStrike" baseline="0" dirty="0">
                <a:latin typeface="Times New Roman" panose="02020603050405020304" pitchFamily="18" charset="0"/>
                <a:cs typeface="Times New Roman" panose="02020603050405020304" pitchFamily="18" charset="0"/>
              </a:rPr>
              <a:t>holds after the training data </a:t>
            </a:r>
            <a:r>
              <a:rPr lang="en-US" b="1" i="1" u="none" strike="noStrike" baseline="0" dirty="0">
                <a:latin typeface="Times New Roman" panose="02020603050405020304" pitchFamily="18" charset="0"/>
                <a:cs typeface="Times New Roman" panose="02020603050405020304" pitchFamily="18" charset="0"/>
              </a:rPr>
              <a:t>D </a:t>
            </a:r>
            <a:r>
              <a:rPr lang="en-US" u="none" strike="noStrike" baseline="0" dirty="0">
                <a:latin typeface="Times New Roman" panose="02020603050405020304" pitchFamily="18" charset="0"/>
                <a:cs typeface="Times New Roman" panose="02020603050405020304" pitchFamily="18" charset="0"/>
              </a:rPr>
              <a:t>is seen</a:t>
            </a:r>
            <a:r>
              <a:rPr lang="en-US" b="1" i="1"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solidFill>
                  <a:srgbClr val="000000"/>
                </a:solidFill>
                <a:latin typeface="Times New Roman" panose="02020603050405020304" pitchFamily="18" charset="0"/>
              </a:rPr>
              <a:t>Bayes theorem is the cornerstone of Bayesian learning methods because it provides a way to calculate the posterior probability </a:t>
            </a:r>
            <a:r>
              <a:rPr lang="en-US" b="1" i="1" u="none" strike="noStrike" baseline="0" dirty="0">
                <a:solidFill>
                  <a:srgbClr val="000000"/>
                </a:solidFill>
                <a:latin typeface="Times New Roman" panose="02020603050405020304" pitchFamily="18" charset="0"/>
              </a:rPr>
              <a:t>P(h | D), </a:t>
            </a:r>
            <a:r>
              <a:rPr lang="en-US" b="0" i="0" u="none" strike="noStrike" baseline="0" dirty="0">
                <a:solidFill>
                  <a:srgbClr val="000000"/>
                </a:solidFill>
                <a:latin typeface="Times New Roman" panose="02020603050405020304" pitchFamily="18" charset="0"/>
              </a:rPr>
              <a:t>from the prior probability </a:t>
            </a:r>
            <a:r>
              <a:rPr lang="en-US" b="1" i="1" u="none" strike="noStrike" baseline="0" dirty="0">
                <a:solidFill>
                  <a:srgbClr val="000000"/>
                </a:solidFill>
                <a:latin typeface="Times New Roman" panose="02020603050405020304" pitchFamily="18" charset="0"/>
              </a:rPr>
              <a:t>P(h), </a:t>
            </a:r>
            <a:r>
              <a:rPr lang="en-US" b="0" i="0" u="none" strike="noStrike" baseline="0" dirty="0">
                <a:solidFill>
                  <a:srgbClr val="000000"/>
                </a:solidFill>
                <a:latin typeface="Times New Roman" panose="02020603050405020304" pitchFamily="18" charset="0"/>
              </a:rPr>
              <a:t>together with </a:t>
            </a:r>
            <a:r>
              <a:rPr lang="en-US" b="1" i="1" u="none" strike="noStrike" baseline="0" dirty="0">
                <a:solidFill>
                  <a:srgbClr val="000000"/>
                </a:solidFill>
                <a:latin typeface="Times New Roman" panose="02020603050405020304" pitchFamily="18" charset="0"/>
              </a:rPr>
              <a:t>P(D) </a:t>
            </a:r>
            <a:r>
              <a:rPr lang="en-US" b="0" i="0" u="none" strike="noStrike" baseline="0" dirty="0">
                <a:solidFill>
                  <a:srgbClr val="000000"/>
                </a:solidFill>
                <a:latin typeface="Times New Roman" panose="02020603050405020304" pitchFamily="18" charset="0"/>
              </a:rPr>
              <a:t>and </a:t>
            </a:r>
            <a:r>
              <a:rPr lang="en-US" b="1" i="1" u="none" strike="noStrike" baseline="0" dirty="0">
                <a:solidFill>
                  <a:srgbClr val="000000"/>
                </a:solidFill>
                <a:latin typeface="Times New Roman" panose="02020603050405020304" pitchFamily="18" charset="0"/>
              </a:rPr>
              <a:t>P(D | h).</a:t>
            </a:r>
            <a:endParaRPr lang="en-US" b="1" i="1" u="none" strike="noStrike" baseline="0" dirty="0">
              <a:latin typeface="Times New Roman" panose="02020603050405020304" pitchFamily="18" charset="0"/>
              <a:cs typeface="Times New Roman" panose="02020603050405020304" pitchFamily="18" charset="0"/>
            </a:endParaRPr>
          </a:p>
          <a:p>
            <a:pPr algn="l"/>
            <a:r>
              <a:rPr lang="en-IN" b="1" i="0" u="none" strike="noStrike" baseline="0" dirty="0">
                <a:latin typeface="Times New Roman" panose="02020603050405020304" pitchFamily="18" charset="0"/>
              </a:rPr>
              <a:t>Bayes theorem:</a:t>
            </a:r>
          </a:p>
          <a:p>
            <a:pPr algn="l"/>
            <a:endParaRPr lang="en-IN" b="1" dirty="0">
              <a:latin typeface="Times New Roman" panose="02020603050405020304" pitchFamily="18" charset="0"/>
              <a:cs typeface="Times New Roman" panose="02020603050405020304" pitchFamily="18" charset="0"/>
            </a:endParaRPr>
          </a:p>
          <a:p>
            <a:pPr algn="l"/>
            <a:endParaRPr lang="en-IN" b="1" i="1" dirty="0">
              <a:latin typeface="Times New Roman" panose="02020603050405020304" pitchFamily="18" charset="0"/>
              <a:cs typeface="Times New Roman" panose="02020603050405020304" pitchFamily="18" charset="0"/>
            </a:endParaRPr>
          </a:p>
          <a:p>
            <a:pPr algn="l"/>
            <a:endParaRPr lang="en-IN" b="1" i="1" dirty="0">
              <a:latin typeface="Times New Roman" panose="02020603050405020304" pitchFamily="18" charset="0"/>
              <a:cs typeface="Times New Roman" panose="02020603050405020304" pitchFamily="18" charset="0"/>
            </a:endParaRPr>
          </a:p>
          <a:p>
            <a:r>
              <a:rPr lang="en-US" b="1" i="1" u="none" strike="noStrike" baseline="0" dirty="0">
                <a:solidFill>
                  <a:srgbClr val="000000"/>
                </a:solidFill>
                <a:latin typeface="Times New Roman" panose="02020603050405020304" pitchFamily="18" charset="0"/>
              </a:rPr>
              <a:t>P(</a:t>
            </a:r>
            <a:r>
              <a:rPr lang="en-US" b="1" i="1" u="none" strike="noStrike" baseline="0" dirty="0" err="1">
                <a:solidFill>
                  <a:srgbClr val="000000"/>
                </a:solidFill>
                <a:latin typeface="Times New Roman" panose="02020603050405020304" pitchFamily="18" charset="0"/>
              </a:rPr>
              <a:t>h|D</a:t>
            </a:r>
            <a:r>
              <a:rPr lang="en-US" b="1" i="1" u="none" strike="noStrike" baseline="0"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increases with </a:t>
            </a:r>
            <a:r>
              <a:rPr lang="en-US" b="1" i="1" u="none" strike="noStrike" baseline="0" dirty="0">
                <a:solidFill>
                  <a:srgbClr val="000000"/>
                </a:solidFill>
                <a:latin typeface="Times New Roman" panose="02020603050405020304" pitchFamily="18" charset="0"/>
              </a:rPr>
              <a:t>P(h) </a:t>
            </a:r>
            <a:r>
              <a:rPr lang="en-US" b="0" i="0" u="none" strike="noStrike" baseline="0" dirty="0">
                <a:solidFill>
                  <a:srgbClr val="000000"/>
                </a:solidFill>
                <a:latin typeface="Times New Roman" panose="02020603050405020304" pitchFamily="18" charset="0"/>
              </a:rPr>
              <a:t>and with </a:t>
            </a:r>
            <a:r>
              <a:rPr lang="en-US" b="1" i="1" u="none" strike="noStrike" baseline="0" dirty="0">
                <a:solidFill>
                  <a:srgbClr val="000000"/>
                </a:solidFill>
                <a:latin typeface="Times New Roman" panose="02020603050405020304" pitchFamily="18" charset="0"/>
              </a:rPr>
              <a:t>P(</a:t>
            </a:r>
            <a:r>
              <a:rPr lang="en-US" b="1" i="1" u="none" strike="noStrike" baseline="0" dirty="0" err="1">
                <a:solidFill>
                  <a:srgbClr val="000000"/>
                </a:solidFill>
                <a:latin typeface="Times New Roman" panose="02020603050405020304" pitchFamily="18" charset="0"/>
              </a:rPr>
              <a:t>D|h</a:t>
            </a:r>
            <a:r>
              <a:rPr lang="en-US" b="1" i="1" u="none" strike="noStrike" baseline="0"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according to Bayes theorem. </a:t>
            </a:r>
          </a:p>
          <a:p>
            <a:r>
              <a:rPr lang="en-US" b="1" i="1" u="none" strike="noStrike" baseline="0" dirty="0">
                <a:solidFill>
                  <a:srgbClr val="000000"/>
                </a:solidFill>
                <a:latin typeface="Times New Roman" panose="02020603050405020304" pitchFamily="18" charset="0"/>
              </a:rPr>
              <a:t>P(</a:t>
            </a:r>
            <a:r>
              <a:rPr lang="en-US" b="1" i="1" u="none" strike="noStrike" baseline="0" dirty="0" err="1">
                <a:solidFill>
                  <a:srgbClr val="000000"/>
                </a:solidFill>
                <a:latin typeface="Times New Roman" panose="02020603050405020304" pitchFamily="18" charset="0"/>
              </a:rPr>
              <a:t>h|D</a:t>
            </a:r>
            <a:r>
              <a:rPr lang="en-US" b="1" i="1" u="none" strike="noStrike" baseline="0"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decreases as </a:t>
            </a:r>
            <a:r>
              <a:rPr lang="en-US" b="1" i="1" u="none" strike="noStrike" baseline="0" dirty="0">
                <a:solidFill>
                  <a:srgbClr val="000000"/>
                </a:solidFill>
                <a:latin typeface="Times New Roman" panose="02020603050405020304" pitchFamily="18" charset="0"/>
              </a:rPr>
              <a:t>P(D) </a:t>
            </a:r>
            <a:r>
              <a:rPr lang="en-US" b="0" i="0" u="none" strike="noStrike" baseline="0" dirty="0">
                <a:solidFill>
                  <a:srgbClr val="000000"/>
                </a:solidFill>
                <a:latin typeface="Times New Roman" panose="02020603050405020304" pitchFamily="18" charset="0"/>
              </a:rPr>
              <a:t>increases, because the more probable it is that </a:t>
            </a:r>
            <a:r>
              <a:rPr lang="en-US" b="1" i="1" u="none" strike="noStrike" baseline="0" dirty="0">
                <a:solidFill>
                  <a:srgbClr val="000000"/>
                </a:solidFill>
                <a:latin typeface="Times New Roman" panose="02020603050405020304" pitchFamily="18" charset="0"/>
              </a:rPr>
              <a:t>D </a:t>
            </a:r>
            <a:r>
              <a:rPr lang="en-US" b="0" i="0" u="none" strike="noStrike" baseline="0" dirty="0">
                <a:solidFill>
                  <a:srgbClr val="000000"/>
                </a:solidFill>
                <a:latin typeface="Times New Roman" panose="02020603050405020304" pitchFamily="18" charset="0"/>
              </a:rPr>
              <a:t>will be observed independent of </a:t>
            </a:r>
            <a:r>
              <a:rPr lang="en-US" b="1" i="1" u="none" strike="noStrike" baseline="0" dirty="0">
                <a:solidFill>
                  <a:srgbClr val="000000"/>
                </a:solidFill>
                <a:latin typeface="Times New Roman" panose="02020603050405020304" pitchFamily="18" charset="0"/>
              </a:rPr>
              <a:t>h, </a:t>
            </a:r>
            <a:r>
              <a:rPr lang="en-US" b="0" i="0" u="none" strike="noStrike" baseline="0" dirty="0">
                <a:solidFill>
                  <a:srgbClr val="000000"/>
                </a:solidFill>
                <a:latin typeface="Times New Roman" panose="02020603050405020304" pitchFamily="18" charset="0"/>
              </a:rPr>
              <a:t>the less evidence </a:t>
            </a:r>
            <a:r>
              <a:rPr lang="en-US" b="1" i="1" u="none" strike="noStrike" baseline="0" dirty="0">
                <a:solidFill>
                  <a:srgbClr val="000000"/>
                </a:solidFill>
                <a:latin typeface="Times New Roman" panose="02020603050405020304" pitchFamily="18" charset="0"/>
              </a:rPr>
              <a:t>D </a:t>
            </a:r>
            <a:r>
              <a:rPr lang="en-US" b="0" i="0" u="none" strike="noStrike" baseline="0" dirty="0">
                <a:solidFill>
                  <a:srgbClr val="000000"/>
                </a:solidFill>
                <a:latin typeface="Times New Roman" panose="02020603050405020304" pitchFamily="18" charset="0"/>
              </a:rPr>
              <a:t>provides in support of </a:t>
            </a:r>
            <a:r>
              <a:rPr lang="en-US" b="1" i="1" u="none" strike="noStrike" baseline="0" dirty="0">
                <a:solidFill>
                  <a:srgbClr val="000000"/>
                </a:solidFill>
                <a:latin typeface="Times New Roman" panose="02020603050405020304" pitchFamily="18" charset="0"/>
              </a:rPr>
              <a:t>h.</a:t>
            </a:r>
            <a:endParaRPr lang="en-US" b="1" i="1" dirty="0">
              <a:latin typeface="Times New Roman" panose="02020603050405020304" pitchFamily="18" charset="0"/>
              <a:cs typeface="Times New Roman" panose="02020603050405020304" pitchFamily="18" charset="0"/>
            </a:endParaRPr>
          </a:p>
          <a:p>
            <a:pPr algn="l"/>
            <a:endParaRPr lang="en-IN" dirty="0"/>
          </a:p>
        </p:txBody>
      </p:sp>
      <p:pic>
        <p:nvPicPr>
          <p:cNvPr id="5" name="Picture 4">
            <a:extLst>
              <a:ext uri="{FF2B5EF4-FFF2-40B4-BE49-F238E27FC236}">
                <a16:creationId xmlns:a16="http://schemas.microsoft.com/office/drawing/2014/main" id="{20805525-AC05-1BD7-70B8-586AEE8C661D}"/>
              </a:ext>
            </a:extLst>
          </p:cNvPr>
          <p:cNvPicPr>
            <a:picLocks noChangeAspect="1"/>
          </p:cNvPicPr>
          <p:nvPr/>
        </p:nvPicPr>
        <p:blipFill>
          <a:blip r:embed="rId2"/>
          <a:stretch>
            <a:fillRect/>
          </a:stretch>
        </p:blipFill>
        <p:spPr>
          <a:xfrm>
            <a:off x="2968863" y="2884736"/>
            <a:ext cx="5383244" cy="1561140"/>
          </a:xfrm>
          <a:prstGeom prst="rect">
            <a:avLst/>
          </a:prstGeom>
        </p:spPr>
      </p:pic>
    </p:spTree>
    <p:extLst>
      <p:ext uri="{BB962C8B-B14F-4D97-AF65-F5344CB8AC3E}">
        <p14:creationId xmlns:p14="http://schemas.microsoft.com/office/powerpoint/2010/main" val="10033639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9088FD-5B97-927E-3A78-CAED0E09574D}"/>
              </a:ext>
            </a:extLst>
          </p:cNvPr>
          <p:cNvSpPr>
            <a:spLocks noGrp="1"/>
          </p:cNvSpPr>
          <p:nvPr>
            <p:ph type="title"/>
          </p:nvPr>
        </p:nvSpPr>
        <p:spPr>
          <a:xfrm>
            <a:off x="838200" y="88032"/>
            <a:ext cx="10515600" cy="652948"/>
          </a:xfrm>
        </p:spPr>
        <p:txBody>
          <a:bodyPr>
            <a:normAutofit fontScale="90000"/>
          </a:bodyPr>
          <a:lstStyle/>
          <a:p>
            <a:r>
              <a:rPr lang="en-US" b="1" dirty="0">
                <a:solidFill>
                  <a:srgbClr val="000000"/>
                </a:solidFill>
                <a:latin typeface="Times New Roman" panose="02020603050405020304" pitchFamily="18" charset="0"/>
              </a:rPr>
              <a:t>Maximum a Posteriori (MAP) Hypothesis</a:t>
            </a:r>
            <a:endParaRPr lang="en-IN" dirty="0"/>
          </a:p>
        </p:txBody>
      </p:sp>
      <p:sp>
        <p:nvSpPr>
          <p:cNvPr id="3" name="Content Placeholder 2">
            <a:extLst>
              <a:ext uri="{FF2B5EF4-FFF2-40B4-BE49-F238E27FC236}">
                <a16:creationId xmlns:a16="http://schemas.microsoft.com/office/drawing/2014/main" id="{130965F3-354F-5F87-92FD-D990A9195600}"/>
              </a:ext>
            </a:extLst>
          </p:cNvPr>
          <p:cNvSpPr>
            <a:spLocks noGrp="1"/>
          </p:cNvSpPr>
          <p:nvPr>
            <p:ph idx="1"/>
          </p:nvPr>
        </p:nvSpPr>
        <p:spPr>
          <a:xfrm>
            <a:off x="0" y="882869"/>
            <a:ext cx="12191999" cy="6006663"/>
          </a:xfrm>
        </p:spPr>
        <p:txBody>
          <a:bodyPr>
            <a:normAutofit fontScale="92500" lnSpcReduction="10000"/>
          </a:bodyPr>
          <a:lstStyle/>
          <a:p>
            <a:r>
              <a:rPr lang="en-US" b="0" i="0" u="none" strike="noStrike" baseline="0" dirty="0">
                <a:solidFill>
                  <a:srgbClr val="000000"/>
                </a:solidFill>
                <a:latin typeface="Times New Roman" panose="02020603050405020304" pitchFamily="18" charset="0"/>
              </a:rPr>
              <a:t>In many learning scenarios, the learner considers some set of candidate hypotheses H and is interested in finding the most probable hypothesis </a:t>
            </a:r>
            <a:r>
              <a:rPr lang="en-US" b="1" i="1" u="none" strike="noStrike" baseline="0" dirty="0">
                <a:solidFill>
                  <a:srgbClr val="000000"/>
                </a:solidFill>
                <a:latin typeface="Times New Roman" panose="02020603050405020304" pitchFamily="18" charset="0"/>
              </a:rPr>
              <a:t>h </a:t>
            </a:r>
            <a:r>
              <a:rPr lang="en-US" b="0" i="0" u="none" strike="noStrike" baseline="0" dirty="0">
                <a:solidFill>
                  <a:srgbClr val="000000"/>
                </a:solidFill>
                <a:latin typeface="Cambria Math" panose="02040503050406030204" pitchFamily="18" charset="0"/>
              </a:rPr>
              <a:t>∈</a:t>
            </a:r>
            <a:r>
              <a:rPr lang="en-US" b="1" i="1" u="none" strike="noStrike" baseline="0" dirty="0">
                <a:solidFill>
                  <a:srgbClr val="000000"/>
                </a:solidFill>
                <a:latin typeface="Times New Roman" panose="02020603050405020304" pitchFamily="18" charset="0"/>
              </a:rPr>
              <a:t>H </a:t>
            </a:r>
            <a:r>
              <a:rPr lang="en-US" b="0" i="0" u="none" strike="noStrike" baseline="0" dirty="0">
                <a:solidFill>
                  <a:srgbClr val="000000"/>
                </a:solidFill>
                <a:latin typeface="Times New Roman" panose="02020603050405020304" pitchFamily="18" charset="0"/>
              </a:rPr>
              <a:t>given the observed data </a:t>
            </a:r>
            <a:r>
              <a:rPr lang="en-US" b="1" i="1" u="none" strike="noStrike" baseline="0" dirty="0">
                <a:solidFill>
                  <a:srgbClr val="000000"/>
                </a:solidFill>
                <a:latin typeface="Times New Roman" panose="02020603050405020304" pitchFamily="18" charset="0"/>
              </a:rPr>
              <a:t>D( D event has already occurred)</a:t>
            </a:r>
            <a:r>
              <a:rPr lang="en-US" b="0" i="0" u="none" strike="noStrike" baseline="0" dirty="0">
                <a:solidFill>
                  <a:srgbClr val="000000"/>
                </a:solidFill>
                <a:latin typeface="Times New Roman" panose="02020603050405020304" pitchFamily="18" charset="0"/>
              </a:rPr>
              <a:t>. </a:t>
            </a:r>
          </a:p>
          <a:p>
            <a:r>
              <a:rPr lang="en-US" b="0" i="0" u="none" strike="noStrike" baseline="0" dirty="0">
                <a:solidFill>
                  <a:srgbClr val="000000"/>
                </a:solidFill>
                <a:latin typeface="Times New Roman" panose="02020603050405020304" pitchFamily="18" charset="0"/>
              </a:rPr>
              <a:t>Any such maximally probable hypothesis is called a </a:t>
            </a:r>
            <a:r>
              <a:rPr lang="en-US" b="1" i="1" u="none" strike="noStrike" baseline="0" dirty="0">
                <a:solidFill>
                  <a:srgbClr val="000000"/>
                </a:solidFill>
                <a:latin typeface="Times New Roman" panose="02020603050405020304" pitchFamily="18" charset="0"/>
              </a:rPr>
              <a:t>maximum a posteriori (MAP) hypothesis</a:t>
            </a:r>
            <a:r>
              <a:rPr lang="en-US" b="0" i="0" u="none" strike="noStrike" baseline="0" dirty="0">
                <a:solidFill>
                  <a:srgbClr val="000000"/>
                </a:solidFill>
                <a:latin typeface="Times New Roman" panose="02020603050405020304" pitchFamily="18" charset="0"/>
              </a:rPr>
              <a:t>.</a:t>
            </a:r>
          </a:p>
          <a:p>
            <a:r>
              <a:rPr lang="en-US" b="0" i="0" u="none" strike="noStrike" dirty="0">
                <a:effectLst/>
                <a:latin typeface="Times New Roman" panose="02020603050405020304" pitchFamily="18" charset="0"/>
                <a:cs typeface="Times New Roman" panose="02020603050405020304" pitchFamily="18" charset="0"/>
              </a:rPr>
              <a:t>MAP learning selects a single most likely hypothesis given the data</a:t>
            </a:r>
            <a:endParaRPr lang="en-US" b="0" i="0" u="none" strike="noStrike" baseline="0" dirty="0">
              <a:solidFill>
                <a:srgbClr val="000000"/>
              </a:solidFill>
              <a:latin typeface="Times New Roman" panose="02020603050405020304" pitchFamily="18" charset="0"/>
            </a:endParaRPr>
          </a:p>
          <a:p>
            <a:r>
              <a:rPr lang="en-IN" b="0" i="0" u="none" strike="noStrike" baseline="0" dirty="0">
                <a:solidFill>
                  <a:srgbClr val="000000"/>
                </a:solidFill>
                <a:latin typeface="Times New Roman" panose="02020603050405020304" pitchFamily="18" charset="0"/>
              </a:rPr>
              <a:t>Bayes theorem to calculate the posterior-probability of each candidate hypothesis is </a:t>
            </a:r>
            <a:r>
              <a:rPr lang="en-IN" b="1" i="1" u="none" strike="noStrike" baseline="0" dirty="0">
                <a:solidFill>
                  <a:srgbClr val="000000"/>
                </a:solidFill>
                <a:latin typeface="Times New Roman" panose="02020603050405020304" pitchFamily="18" charset="0"/>
              </a:rPr>
              <a:t>h </a:t>
            </a:r>
            <a:r>
              <a:rPr lang="en-IN" b="1" i="1" u="none" strike="noStrike" baseline="-25000" dirty="0">
                <a:solidFill>
                  <a:srgbClr val="000000"/>
                </a:solidFill>
                <a:latin typeface="Times New Roman" panose="02020603050405020304" pitchFamily="18" charset="0"/>
              </a:rPr>
              <a:t>MAP</a:t>
            </a:r>
            <a:r>
              <a:rPr lang="en-IN" b="1" i="1" u="none" strike="noStrike" baseline="0" dirty="0">
                <a:solidFill>
                  <a:srgbClr val="000000"/>
                </a:solidFill>
                <a:latin typeface="Times New Roman" panose="02020603050405020304" pitchFamily="18" charset="0"/>
              </a:rPr>
              <a:t> </a:t>
            </a:r>
            <a:r>
              <a:rPr lang="en-IN" b="0" i="0" u="none" strike="noStrike" baseline="0" dirty="0">
                <a:solidFill>
                  <a:srgbClr val="000000"/>
                </a:solidFill>
                <a:latin typeface="Times New Roman" panose="02020603050405020304" pitchFamily="18" charset="0"/>
              </a:rPr>
              <a:t>is a MAP hypothesis provided</a:t>
            </a:r>
          </a:p>
          <a:p>
            <a:endParaRPr lang="en-IN" dirty="0">
              <a:solidFill>
                <a:srgbClr val="000000"/>
              </a:solidFill>
              <a:latin typeface="Times New Roman" panose="02020603050405020304" pitchFamily="18" charset="0"/>
            </a:endParaRPr>
          </a:p>
          <a:p>
            <a:endParaRPr lang="en-IN" b="0" i="0" u="none" strike="noStrike" baseline="0" dirty="0">
              <a:solidFill>
                <a:srgbClr val="000000"/>
              </a:solidFill>
              <a:latin typeface="Times New Roman" panose="02020603050405020304" pitchFamily="18" charset="0"/>
            </a:endParaRPr>
          </a:p>
          <a:p>
            <a:endParaRPr lang="en-IN" dirty="0">
              <a:solidFill>
                <a:srgbClr val="000000"/>
              </a:solidFill>
              <a:latin typeface="Times New Roman" panose="02020603050405020304" pitchFamily="18" charset="0"/>
            </a:endParaRPr>
          </a:p>
          <a:p>
            <a:endParaRPr lang="en-IN" b="0" i="0" u="none" strike="noStrike" baseline="0" dirty="0">
              <a:solidFill>
                <a:srgbClr val="000000"/>
              </a:solidFill>
              <a:latin typeface="Times New Roman" panose="02020603050405020304" pitchFamily="18" charset="0"/>
            </a:endParaRPr>
          </a:p>
          <a:p>
            <a:endParaRPr lang="en-US" b="0" i="0" u="none" strike="noStrike" baseline="0" dirty="0">
              <a:solidFill>
                <a:srgbClr val="000000"/>
              </a:solidFill>
              <a:latin typeface="Times New Roman" panose="02020603050405020304" pitchFamily="18" charset="0"/>
            </a:endParaRPr>
          </a:p>
          <a:p>
            <a:r>
              <a:rPr lang="en-US" b="0" i="0" u="none" strike="noStrike" baseline="0" dirty="0">
                <a:solidFill>
                  <a:srgbClr val="000000"/>
                </a:solidFill>
                <a:latin typeface="Times New Roman" panose="02020603050405020304" pitchFamily="18" charset="0"/>
              </a:rPr>
              <a:t>P(D) can be dropped, because it is a constant, independent of h</a:t>
            </a:r>
          </a:p>
        </p:txBody>
      </p:sp>
      <p:pic>
        <p:nvPicPr>
          <p:cNvPr id="7" name="Picture 6">
            <a:extLst>
              <a:ext uri="{FF2B5EF4-FFF2-40B4-BE49-F238E27FC236}">
                <a16:creationId xmlns:a16="http://schemas.microsoft.com/office/drawing/2014/main" id="{21586AA5-2F38-9651-9741-DDC6DB88B158}"/>
              </a:ext>
            </a:extLst>
          </p:cNvPr>
          <p:cNvPicPr>
            <a:picLocks noChangeAspect="1"/>
          </p:cNvPicPr>
          <p:nvPr/>
        </p:nvPicPr>
        <p:blipFill>
          <a:blip r:embed="rId2"/>
          <a:stretch>
            <a:fillRect/>
          </a:stretch>
        </p:blipFill>
        <p:spPr>
          <a:xfrm>
            <a:off x="6309807" y="3618701"/>
            <a:ext cx="4174262" cy="2418422"/>
          </a:xfrm>
          <a:prstGeom prst="rect">
            <a:avLst/>
          </a:prstGeom>
        </p:spPr>
      </p:pic>
    </p:spTree>
    <p:extLst>
      <p:ext uri="{BB962C8B-B14F-4D97-AF65-F5344CB8AC3E}">
        <p14:creationId xmlns:p14="http://schemas.microsoft.com/office/powerpoint/2010/main" val="23544536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9B5A3-02C0-14A4-42E1-58FC88D698F8}"/>
              </a:ext>
            </a:extLst>
          </p:cNvPr>
          <p:cNvSpPr>
            <a:spLocks noGrp="1"/>
          </p:cNvSpPr>
          <p:nvPr>
            <p:ph type="title"/>
          </p:nvPr>
        </p:nvSpPr>
        <p:spPr/>
        <p:txBody>
          <a:bodyPr>
            <a:normAutofit/>
          </a:bodyPr>
          <a:lstStyle/>
          <a:p>
            <a:r>
              <a:rPr lang="en-IN" b="1" dirty="0">
                <a:solidFill>
                  <a:srgbClr val="000000"/>
                </a:solidFill>
                <a:latin typeface="Times New Roman" panose="02020603050405020304" pitchFamily="18" charset="0"/>
              </a:rPr>
              <a:t>Maximum Likelihood (ML) Hypothesis </a:t>
            </a:r>
            <a:endParaRPr lang="en-IN" dirty="0"/>
          </a:p>
        </p:txBody>
      </p:sp>
      <p:sp>
        <p:nvSpPr>
          <p:cNvPr id="3" name="Content Placeholder 2">
            <a:extLst>
              <a:ext uri="{FF2B5EF4-FFF2-40B4-BE49-F238E27FC236}">
                <a16:creationId xmlns:a16="http://schemas.microsoft.com/office/drawing/2014/main" id="{932416CC-B16B-036B-6CAB-1FC64AD4EDFF}"/>
              </a:ext>
            </a:extLst>
          </p:cNvPr>
          <p:cNvSpPr>
            <a:spLocks noGrp="1"/>
          </p:cNvSpPr>
          <p:nvPr>
            <p:ph idx="1"/>
          </p:nvPr>
        </p:nvSpPr>
        <p:spPr>
          <a:xfrm>
            <a:off x="152399" y="1246908"/>
            <a:ext cx="11873345" cy="5611091"/>
          </a:xfrm>
        </p:spPr>
        <p:txBody>
          <a:bodyPr>
            <a:normAutofit/>
          </a:bodyPr>
          <a:lstStyle/>
          <a:p>
            <a:r>
              <a:rPr lang="en-US" b="0" i="0" u="none" strike="noStrike" baseline="0" dirty="0">
                <a:solidFill>
                  <a:srgbClr val="000000"/>
                </a:solidFill>
                <a:latin typeface="Times New Roman" panose="02020603050405020304" pitchFamily="18" charset="0"/>
              </a:rPr>
              <a:t>In some cases, it is assumed that every hypothesis in H is equally probable a priori </a:t>
            </a:r>
            <a:r>
              <a:rPr lang="en-US" b="1" i="1" u="none" strike="noStrike" baseline="0" dirty="0">
                <a:solidFill>
                  <a:srgbClr val="000000"/>
                </a:solidFill>
                <a:latin typeface="Times New Roman" panose="02020603050405020304" pitchFamily="18" charset="0"/>
              </a:rPr>
              <a:t>(P(</a:t>
            </a:r>
            <a:r>
              <a:rPr lang="en-US" b="1" i="1" u="none" strike="noStrike" dirty="0">
                <a:solidFill>
                  <a:srgbClr val="000000"/>
                </a:solidFill>
                <a:latin typeface="Times New Roman" panose="02020603050405020304" pitchFamily="18" charset="0"/>
              </a:rPr>
              <a:t>h</a:t>
            </a:r>
            <a:r>
              <a:rPr lang="en-US" b="1" i="1" u="none" strike="noStrike" baseline="-25000" dirty="0">
                <a:solidFill>
                  <a:srgbClr val="000000"/>
                </a:solidFill>
                <a:latin typeface="Times New Roman" panose="02020603050405020304" pitchFamily="18" charset="0"/>
              </a:rPr>
              <a:t>i</a:t>
            </a:r>
            <a:r>
              <a:rPr lang="en-US" b="1" i="1" u="none" strike="noStrike" baseline="0"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 </a:t>
            </a:r>
            <a:r>
              <a:rPr lang="en-US" b="1" i="1" u="none" strike="noStrike" baseline="0" dirty="0">
                <a:solidFill>
                  <a:srgbClr val="000000"/>
                </a:solidFill>
                <a:latin typeface="Times New Roman" panose="02020603050405020304" pitchFamily="18" charset="0"/>
              </a:rPr>
              <a:t>P(</a:t>
            </a:r>
            <a:r>
              <a:rPr lang="en-US" b="1" i="1" u="none" strike="noStrike" baseline="0" dirty="0" err="1">
                <a:solidFill>
                  <a:srgbClr val="000000"/>
                </a:solidFill>
                <a:latin typeface="Times New Roman" panose="02020603050405020304" pitchFamily="18" charset="0"/>
              </a:rPr>
              <a:t>h</a:t>
            </a:r>
            <a:r>
              <a:rPr lang="en-US" b="1" i="1" u="none" strike="noStrike" baseline="-25000" dirty="0" err="1">
                <a:solidFill>
                  <a:srgbClr val="000000"/>
                </a:solidFill>
                <a:latin typeface="Times New Roman" panose="02020603050405020304" pitchFamily="18" charset="0"/>
              </a:rPr>
              <a:t>j</a:t>
            </a:r>
            <a:r>
              <a:rPr lang="en-US" b="1" i="1" u="none" strike="noStrike" baseline="0"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for all </a:t>
            </a:r>
            <a:r>
              <a:rPr lang="en-US" b="1" i="1" u="none" strike="noStrike" baseline="0" dirty="0">
                <a:solidFill>
                  <a:srgbClr val="000000"/>
                </a:solidFill>
                <a:latin typeface="Times New Roman" panose="02020603050405020304" pitchFamily="18" charset="0"/>
              </a:rPr>
              <a:t>h</a:t>
            </a:r>
            <a:r>
              <a:rPr lang="en-US" b="1" i="1" u="none" strike="noStrike" baseline="-25000" dirty="0">
                <a:solidFill>
                  <a:srgbClr val="000000"/>
                </a:solidFill>
                <a:latin typeface="Times New Roman" panose="02020603050405020304" pitchFamily="18" charset="0"/>
              </a:rPr>
              <a:t>i </a:t>
            </a:r>
            <a:r>
              <a:rPr lang="en-US" b="0" i="0" u="none" strike="noStrike" baseline="0" dirty="0">
                <a:solidFill>
                  <a:srgbClr val="000000"/>
                </a:solidFill>
                <a:latin typeface="Times New Roman" panose="02020603050405020304" pitchFamily="18" charset="0"/>
              </a:rPr>
              <a:t>and </a:t>
            </a:r>
            <a:r>
              <a:rPr lang="en-US" b="1" i="1" u="none" strike="noStrike" baseline="0" dirty="0" err="1">
                <a:solidFill>
                  <a:srgbClr val="000000"/>
                </a:solidFill>
                <a:latin typeface="Times New Roman" panose="02020603050405020304" pitchFamily="18" charset="0"/>
              </a:rPr>
              <a:t>h</a:t>
            </a:r>
            <a:r>
              <a:rPr lang="en-US" b="1" i="1" u="none" strike="noStrike" baseline="-25000" dirty="0" err="1">
                <a:solidFill>
                  <a:srgbClr val="000000"/>
                </a:solidFill>
                <a:latin typeface="Times New Roman" panose="02020603050405020304" pitchFamily="18" charset="0"/>
              </a:rPr>
              <a:t>j</a:t>
            </a:r>
            <a:r>
              <a:rPr lang="en-US" b="1" i="1" u="none" strike="noStrike" baseline="-25000"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in H). </a:t>
            </a:r>
          </a:p>
          <a:p>
            <a:r>
              <a:rPr lang="en-US" b="0" i="0" u="none" strike="noStrike" baseline="0" dirty="0">
                <a:solidFill>
                  <a:srgbClr val="000000"/>
                </a:solidFill>
                <a:latin typeface="Times New Roman" panose="02020603050405020304" pitchFamily="18" charset="0"/>
              </a:rPr>
              <a:t>In this case the below equation can be simplified and need only consider the term </a:t>
            </a:r>
            <a:r>
              <a:rPr lang="en-US" b="1" i="1" u="none" strike="noStrike" baseline="0" dirty="0">
                <a:solidFill>
                  <a:srgbClr val="000000"/>
                </a:solidFill>
                <a:latin typeface="Times New Roman" panose="02020603050405020304" pitchFamily="18" charset="0"/>
              </a:rPr>
              <a:t>P(</a:t>
            </a:r>
            <a:r>
              <a:rPr lang="en-US" b="1" i="1" u="none" strike="noStrike" baseline="0" dirty="0" err="1">
                <a:solidFill>
                  <a:srgbClr val="000000"/>
                </a:solidFill>
                <a:latin typeface="Times New Roman" panose="02020603050405020304" pitchFamily="18" charset="0"/>
              </a:rPr>
              <a:t>D|h</a:t>
            </a:r>
            <a:r>
              <a:rPr lang="en-US" b="1" i="1" u="none" strike="noStrike" baseline="0"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to find the most probable hypothesis. </a:t>
            </a:r>
          </a:p>
          <a:p>
            <a:endParaRPr lang="en-US" sz="4000" dirty="0">
              <a:solidFill>
                <a:srgbClr val="000000"/>
              </a:solidFill>
              <a:latin typeface="Times New Roman" panose="02020603050405020304" pitchFamily="18" charset="0"/>
            </a:endParaRPr>
          </a:p>
          <a:p>
            <a:endParaRPr lang="en-US" sz="4000" dirty="0">
              <a:solidFill>
                <a:srgbClr val="000000"/>
              </a:solidFill>
              <a:latin typeface="Times New Roman" panose="02020603050405020304" pitchFamily="18" charset="0"/>
            </a:endParaRPr>
          </a:p>
          <a:p>
            <a:endParaRPr lang="en-US" sz="4000" dirty="0">
              <a:solidFill>
                <a:srgbClr val="000000"/>
              </a:solidFill>
              <a:latin typeface="Times New Roman" panose="02020603050405020304" pitchFamily="18" charset="0"/>
            </a:endParaRPr>
          </a:p>
          <a:p>
            <a:endParaRPr lang="en-US" sz="4000" dirty="0">
              <a:solidFill>
                <a:srgbClr val="000000"/>
              </a:solidFill>
              <a:latin typeface="Times New Roman" panose="02020603050405020304" pitchFamily="18" charset="0"/>
            </a:endParaRPr>
          </a:p>
          <a:p>
            <a:r>
              <a:rPr lang="en-US" b="1" i="1" u="none" strike="noStrike" baseline="0" dirty="0">
                <a:solidFill>
                  <a:srgbClr val="000000"/>
                </a:solidFill>
                <a:latin typeface="Times New Roman" panose="02020603050405020304" pitchFamily="18" charset="0"/>
              </a:rPr>
              <a:t>P(</a:t>
            </a:r>
            <a:r>
              <a:rPr lang="en-US" b="1" i="1" u="none" strike="noStrike" baseline="0" dirty="0" err="1">
                <a:solidFill>
                  <a:srgbClr val="000000"/>
                </a:solidFill>
                <a:latin typeface="Times New Roman" panose="02020603050405020304" pitchFamily="18" charset="0"/>
              </a:rPr>
              <a:t>D|h</a:t>
            </a:r>
            <a:r>
              <a:rPr lang="en-US" b="1" i="1" u="none" strike="noStrike" baseline="0"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is often called the </a:t>
            </a:r>
            <a:r>
              <a:rPr lang="en-US" b="1" i="1" u="none" strike="noStrike" baseline="0" dirty="0">
                <a:solidFill>
                  <a:srgbClr val="000000"/>
                </a:solidFill>
                <a:latin typeface="Times New Roman" panose="02020603050405020304" pitchFamily="18" charset="0"/>
              </a:rPr>
              <a:t>likelihood </a:t>
            </a:r>
            <a:r>
              <a:rPr lang="en-US" b="0" i="0" u="none" strike="noStrike" baseline="0" dirty="0">
                <a:solidFill>
                  <a:srgbClr val="000000"/>
                </a:solidFill>
                <a:latin typeface="Times New Roman" panose="02020603050405020304" pitchFamily="18" charset="0"/>
              </a:rPr>
              <a:t>of the data </a:t>
            </a:r>
            <a:r>
              <a:rPr lang="en-US" b="1" i="1" u="none" strike="noStrike" baseline="0" dirty="0">
                <a:solidFill>
                  <a:srgbClr val="000000"/>
                </a:solidFill>
                <a:latin typeface="Times New Roman" panose="02020603050405020304" pitchFamily="18" charset="0"/>
              </a:rPr>
              <a:t>D </a:t>
            </a:r>
            <a:r>
              <a:rPr lang="en-US" b="0" i="0" u="none" strike="noStrike" baseline="0" dirty="0">
                <a:solidFill>
                  <a:srgbClr val="000000"/>
                </a:solidFill>
                <a:latin typeface="Times New Roman" panose="02020603050405020304" pitchFamily="18" charset="0"/>
              </a:rPr>
              <a:t>given </a:t>
            </a:r>
            <a:r>
              <a:rPr lang="en-US" b="1" i="1" u="none" strike="noStrike" baseline="0" dirty="0">
                <a:solidFill>
                  <a:srgbClr val="000000"/>
                </a:solidFill>
                <a:latin typeface="Times New Roman" panose="02020603050405020304" pitchFamily="18" charset="0"/>
              </a:rPr>
              <a:t>h, </a:t>
            </a:r>
            <a:r>
              <a:rPr lang="en-US" b="0" i="0" u="none" strike="noStrike" baseline="0" dirty="0">
                <a:solidFill>
                  <a:srgbClr val="000000"/>
                </a:solidFill>
                <a:latin typeface="Times New Roman" panose="02020603050405020304" pitchFamily="18" charset="0"/>
              </a:rPr>
              <a:t>and any hypothesis that maximizes </a:t>
            </a:r>
            <a:r>
              <a:rPr lang="en-US" b="1" i="1" u="none" strike="noStrike" baseline="0" dirty="0">
                <a:solidFill>
                  <a:srgbClr val="000000"/>
                </a:solidFill>
                <a:latin typeface="Times New Roman" panose="02020603050405020304" pitchFamily="18" charset="0"/>
              </a:rPr>
              <a:t>P(</a:t>
            </a:r>
            <a:r>
              <a:rPr lang="en-US" b="1" i="1" u="none" strike="noStrike" baseline="0" dirty="0" err="1">
                <a:solidFill>
                  <a:srgbClr val="000000"/>
                </a:solidFill>
                <a:latin typeface="Times New Roman" panose="02020603050405020304" pitchFamily="18" charset="0"/>
              </a:rPr>
              <a:t>D|h</a:t>
            </a:r>
            <a:r>
              <a:rPr lang="en-US" b="1" i="1" u="none" strike="noStrike" baseline="0" dirty="0">
                <a:solidFill>
                  <a:srgbClr val="000000"/>
                </a:solidFill>
                <a:latin typeface="Times New Roman" panose="02020603050405020304" pitchFamily="18" charset="0"/>
              </a:rPr>
              <a:t>) </a:t>
            </a:r>
            <a:r>
              <a:rPr lang="en-US" b="0" i="0" u="none" strike="noStrike" baseline="0" dirty="0">
                <a:solidFill>
                  <a:srgbClr val="000000"/>
                </a:solidFill>
                <a:latin typeface="Times New Roman" panose="02020603050405020304" pitchFamily="18" charset="0"/>
              </a:rPr>
              <a:t>is called a </a:t>
            </a:r>
            <a:r>
              <a:rPr lang="en-US" b="1" i="1" u="none" strike="noStrike" baseline="0" dirty="0">
                <a:solidFill>
                  <a:srgbClr val="000000"/>
                </a:solidFill>
                <a:latin typeface="Times New Roman" panose="02020603050405020304" pitchFamily="18" charset="0"/>
              </a:rPr>
              <a:t>maximum likelihood </a:t>
            </a:r>
            <a:r>
              <a:rPr lang="en-US" b="0" i="0" u="none" strike="noStrike" baseline="0" dirty="0">
                <a:solidFill>
                  <a:srgbClr val="000000"/>
                </a:solidFill>
                <a:latin typeface="Times New Roman" panose="02020603050405020304" pitchFamily="18" charset="0"/>
              </a:rPr>
              <a:t>(ML) hypothesis</a:t>
            </a:r>
            <a:endParaRPr lang="en-IN" sz="5400" dirty="0"/>
          </a:p>
        </p:txBody>
      </p:sp>
      <p:pic>
        <p:nvPicPr>
          <p:cNvPr id="5" name="Picture 4">
            <a:extLst>
              <a:ext uri="{FF2B5EF4-FFF2-40B4-BE49-F238E27FC236}">
                <a16:creationId xmlns:a16="http://schemas.microsoft.com/office/drawing/2014/main" id="{53637305-0D03-CB78-6438-8E77923F86FA}"/>
              </a:ext>
            </a:extLst>
          </p:cNvPr>
          <p:cNvPicPr>
            <a:picLocks noChangeAspect="1"/>
          </p:cNvPicPr>
          <p:nvPr/>
        </p:nvPicPr>
        <p:blipFill>
          <a:blip r:embed="rId2"/>
          <a:stretch>
            <a:fillRect/>
          </a:stretch>
        </p:blipFill>
        <p:spPr>
          <a:xfrm>
            <a:off x="3215242" y="3060062"/>
            <a:ext cx="4840937" cy="2461726"/>
          </a:xfrm>
          <a:prstGeom prst="rect">
            <a:avLst/>
          </a:prstGeom>
        </p:spPr>
      </p:pic>
    </p:spTree>
    <p:extLst>
      <p:ext uri="{BB962C8B-B14F-4D97-AF65-F5344CB8AC3E}">
        <p14:creationId xmlns:p14="http://schemas.microsoft.com/office/powerpoint/2010/main" val="1516875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9DFF8B-2829-059A-B887-C23812940498}"/>
              </a:ext>
            </a:extLst>
          </p:cNvPr>
          <p:cNvSpPr>
            <a:spLocks noGrp="1"/>
          </p:cNvSpPr>
          <p:nvPr>
            <p:ph type="title"/>
          </p:nvPr>
        </p:nvSpPr>
        <p:spPr>
          <a:xfrm>
            <a:off x="191810" y="88031"/>
            <a:ext cx="10515600" cy="644601"/>
          </a:xfrm>
        </p:spPr>
        <p:txBody>
          <a:bodyPr>
            <a:normAutofit fontScale="90000"/>
          </a:bodyPr>
          <a:lstStyle/>
          <a:p>
            <a:r>
              <a:rPr lang="en-IN" b="1" dirty="0">
                <a:solidFill>
                  <a:srgbClr val="000000"/>
                </a:solidFill>
                <a:latin typeface="Times New Roman" panose="02020603050405020304" pitchFamily="18" charset="0"/>
              </a:rPr>
              <a:t>Example</a:t>
            </a:r>
            <a:endParaRPr lang="en-IN" dirty="0"/>
          </a:p>
        </p:txBody>
      </p:sp>
      <p:sp>
        <p:nvSpPr>
          <p:cNvPr id="3" name="Content Placeholder 2">
            <a:extLst>
              <a:ext uri="{FF2B5EF4-FFF2-40B4-BE49-F238E27FC236}">
                <a16:creationId xmlns:a16="http://schemas.microsoft.com/office/drawing/2014/main" id="{D8EED18B-51F2-9089-B801-8F7F9F44FC5D}"/>
              </a:ext>
            </a:extLst>
          </p:cNvPr>
          <p:cNvSpPr>
            <a:spLocks noGrp="1"/>
          </p:cNvSpPr>
          <p:nvPr>
            <p:ph idx="1"/>
          </p:nvPr>
        </p:nvSpPr>
        <p:spPr>
          <a:xfrm>
            <a:off x="152399" y="732632"/>
            <a:ext cx="11873345" cy="6037337"/>
          </a:xfrm>
        </p:spPr>
        <p:txBody>
          <a:bodyPr>
            <a:normAutofit/>
          </a:bodyPr>
          <a:lstStyle/>
          <a:p>
            <a:r>
              <a:rPr lang="en-US" b="0" i="0" u="none" strike="noStrike" baseline="0" dirty="0">
                <a:solidFill>
                  <a:srgbClr val="000000"/>
                </a:solidFill>
              </a:rPr>
              <a:t>Consider a medical diagnosis problem in which there are two alternative hypotheses</a:t>
            </a:r>
          </a:p>
          <a:p>
            <a:pPr lvl="1"/>
            <a:r>
              <a:rPr lang="en-US" b="0" i="0" u="none" strike="noStrike" baseline="0" dirty="0">
                <a:solidFill>
                  <a:srgbClr val="000000"/>
                </a:solidFill>
              </a:rPr>
              <a:t>The patient has a particular form of cancer (denoted by cancer) </a:t>
            </a:r>
          </a:p>
          <a:p>
            <a:pPr lvl="1"/>
            <a:r>
              <a:rPr lang="en-US" b="0" i="0" u="none" strike="noStrike" baseline="0" dirty="0">
                <a:solidFill>
                  <a:srgbClr val="000000"/>
                </a:solidFill>
              </a:rPr>
              <a:t>The patient has no cancer (denoted by </a:t>
            </a:r>
            <a:r>
              <a:rPr lang="en-US" b="1" i="1" u="none" strike="noStrike" baseline="0" dirty="0">
                <a:solidFill>
                  <a:srgbClr val="000000"/>
                </a:solidFill>
              </a:rPr>
              <a:t>¬ cancer</a:t>
            </a:r>
            <a:r>
              <a:rPr lang="en-US" b="0" i="0" u="none" strike="noStrike" baseline="0" dirty="0">
                <a:solidFill>
                  <a:srgbClr val="000000"/>
                </a:solidFill>
              </a:rPr>
              <a:t>)</a:t>
            </a:r>
          </a:p>
          <a:p>
            <a:r>
              <a:rPr lang="en-US" b="0" i="0" u="none" strike="noStrike" baseline="0" dirty="0">
                <a:solidFill>
                  <a:srgbClr val="000000"/>
                </a:solidFill>
              </a:rPr>
              <a:t>The available data is from a particular laboratory with two possible outcomes: + (positive) and -(negative) </a:t>
            </a:r>
          </a:p>
          <a:p>
            <a:endParaRPr lang="en-US" sz="4000" dirty="0">
              <a:solidFill>
                <a:srgbClr val="000000"/>
              </a:solidFill>
            </a:endParaRPr>
          </a:p>
          <a:p>
            <a:endParaRPr lang="en-US" sz="4000" dirty="0">
              <a:solidFill>
                <a:srgbClr val="000000"/>
              </a:solidFill>
            </a:endParaRPr>
          </a:p>
          <a:p>
            <a:pPr algn="l"/>
            <a:endParaRPr lang="en-IN" sz="1800" b="0" i="0" u="none" strike="noStrike" baseline="0" dirty="0">
              <a:solidFill>
                <a:srgbClr val="000000"/>
              </a:solidFill>
              <a:latin typeface="Times New Roman" panose="02020603050405020304" pitchFamily="18" charset="0"/>
            </a:endParaRPr>
          </a:p>
          <a:p>
            <a:endParaRPr lang="en-IN" sz="4000" dirty="0"/>
          </a:p>
        </p:txBody>
      </p:sp>
      <p:pic>
        <p:nvPicPr>
          <p:cNvPr id="5" name="Picture 4">
            <a:extLst>
              <a:ext uri="{FF2B5EF4-FFF2-40B4-BE49-F238E27FC236}">
                <a16:creationId xmlns:a16="http://schemas.microsoft.com/office/drawing/2014/main" id="{7B57977A-A5E0-CFF5-6AE9-29FB89A9CF45}"/>
              </a:ext>
            </a:extLst>
          </p:cNvPr>
          <p:cNvPicPr>
            <a:picLocks noChangeAspect="1"/>
          </p:cNvPicPr>
          <p:nvPr/>
        </p:nvPicPr>
        <p:blipFill>
          <a:blip r:embed="rId2"/>
          <a:stretch>
            <a:fillRect/>
          </a:stretch>
        </p:blipFill>
        <p:spPr>
          <a:xfrm>
            <a:off x="2270233" y="3660135"/>
            <a:ext cx="6921063" cy="1587774"/>
          </a:xfrm>
          <a:prstGeom prst="rect">
            <a:avLst/>
          </a:prstGeom>
        </p:spPr>
      </p:pic>
    </p:spTree>
    <p:extLst>
      <p:ext uri="{BB962C8B-B14F-4D97-AF65-F5344CB8AC3E}">
        <p14:creationId xmlns:p14="http://schemas.microsoft.com/office/powerpoint/2010/main" val="324637646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E9DC22-DE86-D5B2-DB3A-40543BD6DDDE}"/>
              </a:ext>
            </a:extLst>
          </p:cNvPr>
          <p:cNvSpPr>
            <a:spLocks noGrp="1"/>
          </p:cNvSpPr>
          <p:nvPr>
            <p:ph idx="1"/>
          </p:nvPr>
        </p:nvSpPr>
        <p:spPr>
          <a:xfrm>
            <a:off x="152399" y="0"/>
            <a:ext cx="11873345" cy="6741763"/>
          </a:xfrm>
        </p:spPr>
        <p:txBody>
          <a:bodyPr>
            <a:normAutofit fontScale="92500" lnSpcReduction="10000"/>
          </a:bodyPr>
          <a:lstStyle/>
          <a:p>
            <a:pPr algn="l"/>
            <a:r>
              <a:rPr lang="en-US" b="0" i="0" u="none" strike="noStrike" baseline="0" dirty="0">
                <a:solidFill>
                  <a:srgbClr val="000000"/>
                </a:solidFill>
              </a:rPr>
              <a:t>We have prior knowledge that over the entire population of people only 0.008 have this disease.</a:t>
            </a:r>
          </a:p>
          <a:p>
            <a:pPr algn="l"/>
            <a:r>
              <a:rPr lang="en-US" b="0" i="0" u="none" strike="noStrike" baseline="0" dirty="0">
                <a:solidFill>
                  <a:srgbClr val="000000"/>
                </a:solidFill>
              </a:rPr>
              <a:t>Furthermore, the lab test is only an imperfect indicator </a:t>
            </a:r>
            <a:r>
              <a:rPr lang="en-IN" b="0" i="0" u="none" strike="noStrike" baseline="0" dirty="0">
                <a:solidFill>
                  <a:srgbClr val="000000"/>
                </a:solidFill>
              </a:rPr>
              <a:t>of the disease.</a:t>
            </a:r>
          </a:p>
          <a:p>
            <a:pPr algn="l"/>
            <a:r>
              <a:rPr lang="en-US" b="0" i="0" u="none" strike="noStrike" baseline="0" dirty="0">
                <a:solidFill>
                  <a:srgbClr val="000000"/>
                </a:solidFill>
              </a:rPr>
              <a:t>The test returns a correct positive result in only 98% of the cases in which the disease is actually present and a correct negative result in only 97% of the cases in which the disease is not present.</a:t>
            </a:r>
          </a:p>
          <a:p>
            <a:pPr algn="l"/>
            <a:r>
              <a:rPr lang="en-US" b="0" i="0" u="none" strike="noStrike" baseline="0" dirty="0">
                <a:solidFill>
                  <a:srgbClr val="000000"/>
                </a:solidFill>
              </a:rPr>
              <a:t>In other cases, the test returns the opposite result.</a:t>
            </a:r>
          </a:p>
          <a:p>
            <a:endParaRPr lang="en-US" sz="3600" b="0" i="0" u="none" strike="noStrike" baseline="0" dirty="0">
              <a:solidFill>
                <a:srgbClr val="0070C0"/>
              </a:solidFill>
            </a:endParaRPr>
          </a:p>
          <a:p>
            <a:endParaRPr lang="en-US" sz="3600" dirty="0">
              <a:solidFill>
                <a:srgbClr val="0070C0"/>
              </a:solidFill>
            </a:endParaRPr>
          </a:p>
          <a:p>
            <a:endParaRPr lang="en-US" sz="3600" dirty="0">
              <a:solidFill>
                <a:srgbClr val="0070C0"/>
              </a:solidFill>
            </a:endParaRPr>
          </a:p>
          <a:p>
            <a:endParaRPr lang="en-US" sz="3600" dirty="0">
              <a:solidFill>
                <a:srgbClr val="0070C0"/>
              </a:solidFill>
            </a:endParaRPr>
          </a:p>
          <a:p>
            <a:r>
              <a:rPr lang="en-US" sz="3600" b="0" i="0" u="none" strike="noStrike" baseline="0" dirty="0">
                <a:solidFill>
                  <a:srgbClr val="0070C0"/>
                </a:solidFill>
              </a:rPr>
              <a:t>Suppose a new patient is observed for whom the lab test returns a positive (+) result.</a:t>
            </a:r>
          </a:p>
          <a:p>
            <a:r>
              <a:rPr lang="en-US" sz="3600" b="0" i="0" u="none" strike="noStrike" baseline="0" dirty="0">
                <a:solidFill>
                  <a:srgbClr val="0070C0"/>
                </a:solidFill>
              </a:rPr>
              <a:t>Should we diagnose the patient as having cancer or not?</a:t>
            </a:r>
          </a:p>
        </p:txBody>
      </p:sp>
      <p:pic>
        <p:nvPicPr>
          <p:cNvPr id="2" name="Picture 1">
            <a:extLst>
              <a:ext uri="{FF2B5EF4-FFF2-40B4-BE49-F238E27FC236}">
                <a16:creationId xmlns:a16="http://schemas.microsoft.com/office/drawing/2014/main" id="{1B8E8839-91D2-FB5C-65E5-855CDC2A93E9}"/>
              </a:ext>
            </a:extLst>
          </p:cNvPr>
          <p:cNvPicPr>
            <a:picLocks noChangeAspect="1"/>
          </p:cNvPicPr>
          <p:nvPr/>
        </p:nvPicPr>
        <p:blipFill>
          <a:blip r:embed="rId2"/>
          <a:stretch>
            <a:fillRect/>
          </a:stretch>
        </p:blipFill>
        <p:spPr>
          <a:xfrm>
            <a:off x="2146247" y="2916218"/>
            <a:ext cx="6921063" cy="1587774"/>
          </a:xfrm>
          <a:prstGeom prst="rect">
            <a:avLst/>
          </a:prstGeom>
        </p:spPr>
      </p:pic>
    </p:spTree>
    <p:extLst>
      <p:ext uri="{BB962C8B-B14F-4D97-AF65-F5344CB8AC3E}">
        <p14:creationId xmlns:p14="http://schemas.microsoft.com/office/powerpoint/2010/main" val="32093336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0F62FA2-820A-1445-CE4E-F919E75F9B61}"/>
              </a:ext>
            </a:extLst>
          </p:cNvPr>
          <p:cNvPicPr>
            <a:picLocks noGrp="1" noChangeAspect="1"/>
          </p:cNvPicPr>
          <p:nvPr>
            <p:ph idx="1"/>
          </p:nvPr>
        </p:nvPicPr>
        <p:blipFill>
          <a:blip r:embed="rId2"/>
          <a:stretch>
            <a:fillRect/>
          </a:stretch>
        </p:blipFill>
        <p:spPr>
          <a:xfrm>
            <a:off x="697638" y="4477670"/>
            <a:ext cx="10337155" cy="1974109"/>
          </a:xfrm>
        </p:spPr>
      </p:pic>
      <p:pic>
        <p:nvPicPr>
          <p:cNvPr id="7" name="Picture 6">
            <a:extLst>
              <a:ext uri="{FF2B5EF4-FFF2-40B4-BE49-F238E27FC236}">
                <a16:creationId xmlns:a16="http://schemas.microsoft.com/office/drawing/2014/main" id="{764EC1EF-DFEB-7C4F-643F-257BAA529B8E}"/>
              </a:ext>
            </a:extLst>
          </p:cNvPr>
          <p:cNvPicPr>
            <a:picLocks noChangeAspect="1"/>
          </p:cNvPicPr>
          <p:nvPr/>
        </p:nvPicPr>
        <p:blipFill>
          <a:blip r:embed="rId3"/>
          <a:stretch>
            <a:fillRect/>
          </a:stretch>
        </p:blipFill>
        <p:spPr>
          <a:xfrm>
            <a:off x="1727661" y="34268"/>
            <a:ext cx="6518563" cy="4203439"/>
          </a:xfrm>
          <a:prstGeom prst="rect">
            <a:avLst/>
          </a:prstGeom>
        </p:spPr>
      </p:pic>
    </p:spTree>
    <p:extLst>
      <p:ext uri="{BB962C8B-B14F-4D97-AF65-F5344CB8AC3E}">
        <p14:creationId xmlns:p14="http://schemas.microsoft.com/office/powerpoint/2010/main" val="351025140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AB8027-4A2F-7205-F490-D16BEC36F921}"/>
              </a:ext>
            </a:extLst>
          </p:cNvPr>
          <p:cNvSpPr>
            <a:spLocks noGrp="1"/>
          </p:cNvSpPr>
          <p:nvPr>
            <p:ph idx="1"/>
          </p:nvPr>
        </p:nvSpPr>
        <p:spPr>
          <a:xfrm>
            <a:off x="152399" y="299545"/>
            <a:ext cx="11873345" cy="6274676"/>
          </a:xfrm>
        </p:spPr>
        <p:txBody>
          <a:bodyPr>
            <a:normAutofit/>
          </a:bodyPr>
          <a:lstStyle/>
          <a:p>
            <a:r>
              <a:rPr lang="en-US" dirty="0">
                <a:latin typeface="Times New Roman" panose="02020603050405020304" pitchFamily="18" charset="0"/>
                <a:cs typeface="Times New Roman" panose="02020603050405020304" pitchFamily="18" charset="0"/>
              </a:rPr>
              <a:t>Work out problems of Bayes Theorem</a:t>
            </a:r>
          </a:p>
          <a:p>
            <a:pPr marL="514350" indent="-514350">
              <a:buFont typeface="+mj-lt"/>
              <a:buAutoNum type="arabicPeriod"/>
            </a:pPr>
            <a:r>
              <a:rPr lang="en-US" b="0" i="0" dirty="0">
                <a:effectLst/>
                <a:latin typeface="Times New Roman" panose="02020603050405020304" pitchFamily="18" charset="0"/>
                <a:cs typeface="Times New Roman" panose="02020603050405020304" pitchFamily="18" charset="0"/>
              </a:rPr>
              <a:t>In a </a:t>
            </a:r>
            <a:r>
              <a:rPr lang="en-US" b="0" i="0" dirty="0" err="1">
                <a:effectLst/>
                <a:latin typeface="Times New Roman" panose="02020603050405020304" pitchFamily="18" charset="0"/>
                <a:cs typeface="Times New Roman" panose="02020603050405020304" pitchFamily="18" charset="0"/>
              </a:rPr>
              <a:t>neighbourhood</a:t>
            </a:r>
            <a:r>
              <a:rPr lang="en-US" b="0" i="0" dirty="0">
                <a:effectLst/>
                <a:latin typeface="Times New Roman" panose="02020603050405020304" pitchFamily="18" charset="0"/>
                <a:cs typeface="Times New Roman" panose="02020603050405020304" pitchFamily="18" charset="0"/>
              </a:rPr>
              <a:t>, 90% children were falling sick due flu and 10% due to measles and no other disease. The probability of observing rashes for measles is 0.95 and for flu is 0.08. If a child develops rashes, find the child’s probability of having flu. </a:t>
            </a:r>
          </a:p>
          <a:p>
            <a:pPr marL="514350" indent="-514350">
              <a:buFont typeface="+mj-lt"/>
              <a:buAutoNum type="arabicPeriod"/>
            </a:pPr>
            <a:r>
              <a:rPr lang="en-IN" dirty="0">
                <a:effectLst/>
                <a:latin typeface="Times New Roman" panose="02020603050405020304" pitchFamily="18" charset="0"/>
                <a:cs typeface="Times New Roman" panose="02020603050405020304" pitchFamily="18" charset="0"/>
              </a:rPr>
              <a:t>Given</a:t>
            </a:r>
            <a:r>
              <a:rPr lang="en-IN" dirty="0">
                <a:latin typeface="Times New Roman" panose="02020603050405020304" pitchFamily="18" charset="0"/>
                <a:cs typeface="Times New Roman" panose="02020603050405020304" pitchFamily="18" charset="0"/>
              </a:rPr>
              <a:t>, </a:t>
            </a:r>
            <a:r>
              <a:rPr lang="en-IN" dirty="0">
                <a:effectLst/>
                <a:latin typeface="Times New Roman" panose="02020603050405020304" pitchFamily="18" charset="0"/>
                <a:cs typeface="Times New Roman" panose="02020603050405020304" pitchFamily="18" charset="0"/>
              </a:rPr>
              <a:t>Dangerous fires are rate (1%), Smoke is fairly common (10%) due to barbecues and 90% of dangerous fires make smoke, </a:t>
            </a:r>
            <a:r>
              <a:rPr lang="en-IN" dirty="0">
                <a:latin typeface="Times New Roman" panose="02020603050405020304" pitchFamily="18" charset="0"/>
                <a:cs typeface="Times New Roman" panose="02020603050405020304" pitchFamily="18" charset="0"/>
              </a:rPr>
              <a:t>C</a:t>
            </a:r>
            <a:r>
              <a:rPr lang="en-IN" dirty="0">
                <a:effectLst/>
                <a:latin typeface="Times New Roman" panose="02020603050405020304" pitchFamily="18" charset="0"/>
                <a:cs typeface="Times New Roman" panose="02020603050405020304" pitchFamily="18" charset="0"/>
              </a:rPr>
              <a:t>alculate the probability of a dangerous Fire when there is Smoke.</a:t>
            </a:r>
          </a:p>
          <a:p>
            <a:pPr marL="514350" indent="-514350">
              <a:buFont typeface="+mj-lt"/>
              <a:buAutoNum type="arabicPeriod"/>
            </a:pPr>
            <a:r>
              <a:rPr lang="en-US" b="0" i="0" dirty="0">
                <a:effectLst/>
                <a:latin typeface="Times New Roman" panose="02020603050405020304" pitchFamily="18" charset="0"/>
                <a:cs typeface="Times New Roman" panose="02020603050405020304" pitchFamily="18" charset="0"/>
              </a:rPr>
              <a:t>There are three identical cards except that both the sides of the first card is </a:t>
            </a:r>
            <a:r>
              <a:rPr lang="en-US" b="0" i="0" dirty="0" err="1">
                <a:effectLst/>
                <a:latin typeface="Times New Roman" panose="02020603050405020304" pitchFamily="18" charset="0"/>
                <a:cs typeface="Times New Roman" panose="02020603050405020304" pitchFamily="18" charset="0"/>
              </a:rPr>
              <a:t>coloured</a:t>
            </a:r>
            <a:r>
              <a:rPr lang="en-US" b="0" i="0" dirty="0">
                <a:effectLst/>
                <a:latin typeface="Times New Roman" panose="02020603050405020304" pitchFamily="18" charset="0"/>
                <a:cs typeface="Times New Roman" panose="02020603050405020304" pitchFamily="18" charset="0"/>
              </a:rPr>
              <a:t> red, both sides of the second card is </a:t>
            </a:r>
            <a:r>
              <a:rPr lang="en-US" b="0" i="0" dirty="0" err="1">
                <a:effectLst/>
                <a:latin typeface="Times New Roman" panose="02020603050405020304" pitchFamily="18" charset="0"/>
                <a:cs typeface="Times New Roman" panose="02020603050405020304" pitchFamily="18" charset="0"/>
              </a:rPr>
              <a:t>coloured</a:t>
            </a:r>
            <a:r>
              <a:rPr lang="en-US" b="0" i="0" dirty="0">
                <a:effectLst/>
                <a:latin typeface="Times New Roman" panose="02020603050405020304" pitchFamily="18" charset="0"/>
                <a:cs typeface="Times New Roman" panose="02020603050405020304" pitchFamily="18" charset="0"/>
              </a:rPr>
              <a:t> blue and for the third card one side is </a:t>
            </a:r>
            <a:r>
              <a:rPr lang="en-US" b="0" i="0" dirty="0" err="1">
                <a:effectLst/>
                <a:latin typeface="Times New Roman" panose="02020603050405020304" pitchFamily="18" charset="0"/>
                <a:cs typeface="Times New Roman" panose="02020603050405020304" pitchFamily="18" charset="0"/>
              </a:rPr>
              <a:t>coloured</a:t>
            </a:r>
            <a:r>
              <a:rPr lang="en-US" b="0" i="0" dirty="0">
                <a:effectLst/>
                <a:latin typeface="Times New Roman" panose="02020603050405020304" pitchFamily="18" charset="0"/>
                <a:cs typeface="Times New Roman" panose="02020603050405020304" pitchFamily="18" charset="0"/>
              </a:rPr>
              <a:t> red and the other side is blue. One card is randomly selected among these three cards and put down, visible side of the card is red. What is the probability that the other side is blue?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20176677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AC99CE-5326-B86D-C335-D6E2333A52D9}"/>
              </a:ext>
            </a:extLst>
          </p:cNvPr>
          <p:cNvSpPr>
            <a:spLocks noGrp="1"/>
          </p:cNvSpPr>
          <p:nvPr>
            <p:ph type="title"/>
          </p:nvPr>
        </p:nvSpPr>
        <p:spPr>
          <a:xfrm>
            <a:off x="152399" y="88031"/>
            <a:ext cx="11201401" cy="909493"/>
          </a:xfrm>
        </p:spPr>
        <p:txBody>
          <a:bodyPr>
            <a:normAutofit/>
          </a:bodyPr>
          <a:lstStyle/>
          <a:p>
            <a:r>
              <a:rPr lang="en-US" sz="4000" b="1" i="0" u="none" strike="noStrike" baseline="0" dirty="0">
                <a:solidFill>
                  <a:srgbClr val="000000"/>
                </a:solidFill>
                <a:latin typeface="Californian FB" panose="0207040306080B030204" pitchFamily="18" charset="0"/>
              </a:rPr>
              <a:t>BAYES THEOREM AND CONCEPT LEARNING </a:t>
            </a:r>
            <a:endParaRPr lang="en-IN" sz="8000" dirty="0"/>
          </a:p>
        </p:txBody>
      </p:sp>
      <p:sp>
        <p:nvSpPr>
          <p:cNvPr id="3" name="Content Placeholder 2">
            <a:extLst>
              <a:ext uri="{FF2B5EF4-FFF2-40B4-BE49-F238E27FC236}">
                <a16:creationId xmlns:a16="http://schemas.microsoft.com/office/drawing/2014/main" id="{04FB3713-EA86-FB8C-1E75-5CC632787EDE}"/>
              </a:ext>
            </a:extLst>
          </p:cNvPr>
          <p:cNvSpPr>
            <a:spLocks noGrp="1"/>
          </p:cNvSpPr>
          <p:nvPr>
            <p:ph idx="1"/>
          </p:nvPr>
        </p:nvSpPr>
        <p:spPr/>
        <p:txBody>
          <a:bodyPr>
            <a:normAutofit/>
          </a:bodyPr>
          <a:lstStyle/>
          <a:p>
            <a:r>
              <a:rPr lang="en-US" b="0" i="0" u="none" strike="noStrike" baseline="0" dirty="0"/>
              <a:t>What is the relationship between Bayes theorem and the problem of concept learning?</a:t>
            </a:r>
          </a:p>
          <a:p>
            <a:pPr algn="l"/>
            <a:r>
              <a:rPr lang="en-US" b="0" i="0" u="none" strike="noStrike" baseline="0" dirty="0"/>
              <a:t>Bayes theorem provides a principled way to calculate the posterior probability of each hypothesis given the </a:t>
            </a:r>
            <a:r>
              <a:rPr lang="en-IN" b="0" i="0" u="none" strike="noStrike" baseline="0" dirty="0"/>
              <a:t>training data</a:t>
            </a:r>
            <a:endParaRPr lang="en-US" b="0" i="0" u="none" strike="noStrike" baseline="0" dirty="0"/>
          </a:p>
          <a:p>
            <a:pPr algn="l"/>
            <a:r>
              <a:rPr lang="en-US" dirty="0"/>
              <a:t>W</a:t>
            </a:r>
            <a:r>
              <a:rPr lang="en-US" b="0" i="0" u="none" strike="noStrike" baseline="0" dirty="0"/>
              <a:t>e can use it as the basis for a straightforward learning algorithm that calculates the probability for </a:t>
            </a:r>
            <a:r>
              <a:rPr lang="en-IN" b="0" i="0" u="none" strike="noStrike" baseline="0" dirty="0"/>
              <a:t>each possible hypothesis</a:t>
            </a:r>
          </a:p>
          <a:p>
            <a:pPr algn="l"/>
            <a:r>
              <a:rPr lang="en-US" b="0" i="0" u="none" strike="noStrike" baseline="0" dirty="0"/>
              <a:t>then outputs the most probable.</a:t>
            </a:r>
            <a:endParaRPr lang="en-IN" dirty="0"/>
          </a:p>
        </p:txBody>
      </p:sp>
    </p:spTree>
    <p:extLst>
      <p:ext uri="{BB962C8B-B14F-4D97-AF65-F5344CB8AC3E}">
        <p14:creationId xmlns:p14="http://schemas.microsoft.com/office/powerpoint/2010/main" val="3862431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CF80AD-79D6-5277-5C22-A85AE0CFFE20}"/>
              </a:ext>
            </a:extLst>
          </p:cNvPr>
          <p:cNvSpPr>
            <a:spLocks noGrp="1"/>
          </p:cNvSpPr>
          <p:nvPr>
            <p:ph type="title"/>
          </p:nvPr>
        </p:nvSpPr>
        <p:spPr/>
        <p:txBody>
          <a:bodyPr/>
          <a:lstStyle/>
          <a:p>
            <a:r>
              <a:rPr lang="en-US" dirty="0">
                <a:solidFill>
                  <a:srgbClr val="000000"/>
                </a:solidFill>
                <a:latin typeface="Times New Roman" panose="02020603050405020304" pitchFamily="18" charset="0"/>
                <a:cs typeface="Times New Roman" panose="02020603050405020304" pitchFamily="18" charset="0"/>
              </a:rPr>
              <a:t>Brute-Force Bayes Concept Learning</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18710DA-9C13-DE75-9F03-2B261CB5AFEC}"/>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Consider some finite hypothesis space H defined over the instances space X, in which the task is to learn some target concept c: X </a:t>
            </a:r>
            <a:r>
              <a:rPr lang="en-US" b="0" i="0" dirty="0">
                <a:solidFill>
                  <a:srgbClr val="000000"/>
                </a:solidFill>
                <a:effectLst/>
                <a:latin typeface="Times New Roman" panose="02020603050405020304" pitchFamily="18" charset="0"/>
                <a:cs typeface="Times New Roman" panose="02020603050405020304" pitchFamily="18" charset="0"/>
                <a:sym typeface="Wingdings" panose="05000000000000000000" pitchFamily="2" charset="2"/>
              </a:rPr>
              <a:t></a:t>
            </a:r>
            <a:r>
              <a:rPr lang="en-US" b="0" i="0" dirty="0">
                <a:solidFill>
                  <a:srgbClr val="000000"/>
                </a:solidFill>
                <a:effectLst/>
                <a:latin typeface="Times New Roman" panose="02020603050405020304" pitchFamily="18" charset="0"/>
                <a:cs typeface="Times New Roman" panose="02020603050405020304" pitchFamily="18" charset="0"/>
              </a:rPr>
              <a:t> {0,1}. </a:t>
            </a:r>
          </a:p>
          <a:p>
            <a:r>
              <a:rPr lang="en-US" b="0" i="0" dirty="0">
                <a:solidFill>
                  <a:srgbClr val="000000"/>
                </a:solidFill>
                <a:effectLst/>
                <a:latin typeface="Times New Roman" panose="02020603050405020304" pitchFamily="18" charset="0"/>
                <a:cs typeface="Times New Roman" panose="02020603050405020304" pitchFamily="18" charset="0"/>
              </a:rPr>
              <a:t>Sequence of instances (x</a:t>
            </a:r>
            <a:r>
              <a:rPr lang="en-US" b="0" i="0" baseline="-25000" dirty="0">
                <a:solidFill>
                  <a:srgbClr val="000000"/>
                </a:solidFill>
                <a:effectLst/>
                <a:latin typeface="Times New Roman" panose="02020603050405020304" pitchFamily="18" charset="0"/>
                <a:cs typeface="Times New Roman" panose="02020603050405020304" pitchFamily="18" charset="0"/>
              </a:rPr>
              <a:t>1</a:t>
            </a:r>
            <a:r>
              <a:rPr lang="en-US" b="0" i="0" dirty="0">
                <a:solidFill>
                  <a:srgbClr val="000000"/>
                </a:solidFill>
                <a:effectLst/>
                <a:latin typeface="Times New Roman" panose="02020603050405020304" pitchFamily="18" charset="0"/>
                <a:cs typeface="Times New Roman" panose="02020603050405020304" pitchFamily="18" charset="0"/>
              </a:rPr>
              <a:t> . . . </a:t>
            </a:r>
            <a:r>
              <a:rPr lang="en-US" b="0" i="0" dirty="0" err="1">
                <a:solidFill>
                  <a:srgbClr val="000000"/>
                </a:solidFill>
                <a:effectLst/>
                <a:latin typeface="Times New Roman" panose="02020603050405020304" pitchFamily="18" charset="0"/>
                <a:cs typeface="Times New Roman" panose="02020603050405020304" pitchFamily="18" charset="0"/>
              </a:rPr>
              <a:t>x</a:t>
            </a:r>
            <a:r>
              <a:rPr lang="en-US" b="0" i="0" baseline="-25000" dirty="0" err="1">
                <a:solidFill>
                  <a:srgbClr val="000000"/>
                </a:solidFill>
                <a:effectLst/>
                <a:latin typeface="Times New Roman" panose="02020603050405020304" pitchFamily="18" charset="0"/>
                <a:cs typeface="Times New Roman" panose="02020603050405020304" pitchFamily="18" charset="0"/>
              </a:rPr>
              <a:t>m</a:t>
            </a:r>
            <a:r>
              <a:rPr lang="en-US" b="0" i="0" dirty="0">
                <a:solidFill>
                  <a:srgbClr val="000000"/>
                </a:solidFill>
                <a:effectLst/>
                <a:latin typeface="Times New Roman" panose="02020603050405020304" pitchFamily="18" charset="0"/>
                <a:cs typeface="Times New Roman" panose="02020603050405020304" pitchFamily="18" charset="0"/>
              </a:rPr>
              <a:t>) and sequence of target values D= (d</a:t>
            </a:r>
            <a:r>
              <a:rPr lang="en-US" b="0" i="0" baseline="-25000" dirty="0">
                <a:solidFill>
                  <a:srgbClr val="000000"/>
                </a:solidFill>
                <a:effectLst/>
                <a:latin typeface="Times New Roman" panose="02020603050405020304" pitchFamily="18" charset="0"/>
                <a:cs typeface="Times New Roman" panose="02020603050405020304" pitchFamily="18" charset="0"/>
              </a:rPr>
              <a:t>1</a:t>
            </a:r>
            <a:r>
              <a:rPr lang="en-US" b="0" i="0" dirty="0">
                <a:solidFill>
                  <a:srgbClr val="000000"/>
                </a:solidFill>
                <a:effectLst/>
                <a:latin typeface="Times New Roman" panose="02020603050405020304" pitchFamily="18" charset="0"/>
                <a:cs typeface="Times New Roman" panose="02020603050405020304" pitchFamily="18" charset="0"/>
              </a:rPr>
              <a:t>, . . . d</a:t>
            </a:r>
            <a:r>
              <a:rPr lang="en-US" b="0" i="0" baseline="-25000" dirty="0">
                <a:solidFill>
                  <a:srgbClr val="000000"/>
                </a:solidFill>
                <a:effectLst/>
                <a:latin typeface="Times New Roman" panose="02020603050405020304" pitchFamily="18" charset="0"/>
                <a:cs typeface="Times New Roman" panose="02020603050405020304" pitchFamily="18" charset="0"/>
              </a:rPr>
              <a:t>m</a:t>
            </a:r>
            <a:r>
              <a:rPr lang="en-US" b="0" i="0" dirty="0">
                <a:solidFill>
                  <a:srgbClr val="000000"/>
                </a:solidFill>
                <a:effectLst/>
                <a:latin typeface="Times New Roman" panose="02020603050405020304" pitchFamily="18" charset="0"/>
                <a:cs typeface="Times New Roman" panose="02020603050405020304" pitchFamily="18" charset="0"/>
              </a:rPr>
              <a:t>). </a:t>
            </a:r>
          </a:p>
          <a:p>
            <a:r>
              <a:rPr lang="en-US" b="0" i="0" dirty="0">
                <a:solidFill>
                  <a:srgbClr val="000000"/>
                </a:solidFill>
                <a:effectLst/>
                <a:latin typeface="Times New Roman" panose="02020603050405020304" pitchFamily="18" charset="0"/>
                <a:cs typeface="Times New Roman" panose="02020603050405020304" pitchFamily="18" charset="0"/>
              </a:rPr>
              <a:t>The sequence of training examples ((x</a:t>
            </a:r>
            <a:r>
              <a:rPr lang="en-US" b="0" i="0" baseline="-25000" dirty="0">
                <a:solidFill>
                  <a:srgbClr val="000000"/>
                </a:solidFill>
                <a:effectLst/>
                <a:latin typeface="Times New Roman" panose="02020603050405020304" pitchFamily="18" charset="0"/>
                <a:cs typeface="Times New Roman" panose="02020603050405020304" pitchFamily="18" charset="0"/>
              </a:rPr>
              <a:t>1</a:t>
            </a:r>
            <a:r>
              <a:rPr lang="en-US" b="0" i="0" dirty="0">
                <a:solidFill>
                  <a:srgbClr val="000000"/>
                </a:solidFill>
                <a:effectLst/>
                <a:latin typeface="Times New Roman" panose="02020603050405020304" pitchFamily="18" charset="0"/>
                <a:cs typeface="Times New Roman" panose="02020603050405020304" pitchFamily="18" charset="0"/>
              </a:rPr>
              <a:t>,d</a:t>
            </a:r>
            <a:r>
              <a:rPr lang="en-US" b="0" i="0" baseline="-25000" dirty="0">
                <a:solidFill>
                  <a:srgbClr val="000000"/>
                </a:solidFill>
                <a:effectLst/>
                <a:latin typeface="Times New Roman" panose="02020603050405020304" pitchFamily="18" charset="0"/>
                <a:cs typeface="Times New Roman" panose="02020603050405020304" pitchFamily="18" charset="0"/>
              </a:rPr>
              <a:t>1</a:t>
            </a:r>
            <a:r>
              <a:rPr lang="en-US" b="0" i="0" dirty="0">
                <a:solidFill>
                  <a:srgbClr val="000000"/>
                </a:solidFill>
                <a:effectLst/>
                <a:latin typeface="Times New Roman" panose="02020603050405020304" pitchFamily="18" charset="0"/>
                <a:cs typeface="Times New Roman" panose="02020603050405020304" pitchFamily="18" charset="0"/>
              </a:rPr>
              <a:t>), (x</a:t>
            </a:r>
            <a:r>
              <a:rPr lang="en-US" b="0" i="0" baseline="-25000" dirty="0">
                <a:solidFill>
                  <a:srgbClr val="000000"/>
                </a:solidFill>
                <a:effectLst/>
                <a:latin typeface="Times New Roman" panose="02020603050405020304" pitchFamily="18" charset="0"/>
                <a:cs typeface="Times New Roman" panose="02020603050405020304" pitchFamily="18" charset="0"/>
              </a:rPr>
              <a:t>2</a:t>
            </a:r>
            <a:r>
              <a:rPr lang="en-US" b="0" i="0" dirty="0">
                <a:solidFill>
                  <a:srgbClr val="000000"/>
                </a:solidFill>
                <a:effectLst/>
                <a:latin typeface="Times New Roman" panose="02020603050405020304" pitchFamily="18" charset="0"/>
                <a:cs typeface="Times New Roman" panose="02020603050405020304" pitchFamily="18" charset="0"/>
              </a:rPr>
              <a:t>,d</a:t>
            </a:r>
            <a:r>
              <a:rPr lang="en-US" baseline="-25000" dirty="0">
                <a:solidFill>
                  <a:srgbClr val="000000"/>
                </a:solidFill>
                <a:latin typeface="Times New Roman" panose="02020603050405020304" pitchFamily="18" charset="0"/>
                <a:cs typeface="Times New Roman" panose="02020603050405020304" pitchFamily="18" charset="0"/>
              </a:rPr>
              <a:t>2</a:t>
            </a:r>
            <a:r>
              <a:rPr lang="en-US" b="0" i="0" dirty="0">
                <a:solidFill>
                  <a:srgbClr val="000000"/>
                </a:solidFill>
                <a:effectLst/>
                <a:latin typeface="Times New Roman" panose="02020603050405020304" pitchFamily="18" charset="0"/>
                <a:cs typeface="Times New Roman" panose="02020603050405020304" pitchFamily="18" charset="0"/>
              </a:rPr>
              <a:t>). . . (</a:t>
            </a:r>
            <a:r>
              <a:rPr lang="en-US" b="0" i="0" dirty="0" err="1">
                <a:solidFill>
                  <a:srgbClr val="000000"/>
                </a:solidFill>
                <a:effectLst/>
                <a:latin typeface="Times New Roman" panose="02020603050405020304" pitchFamily="18" charset="0"/>
                <a:cs typeface="Times New Roman" panose="02020603050405020304" pitchFamily="18" charset="0"/>
              </a:rPr>
              <a:t>x</a:t>
            </a:r>
            <a:r>
              <a:rPr lang="en-US" b="0" i="0" baseline="-25000" dirty="0" err="1">
                <a:solidFill>
                  <a:srgbClr val="000000"/>
                </a:solidFill>
                <a:effectLst/>
                <a:latin typeface="Times New Roman" panose="02020603050405020304" pitchFamily="18" charset="0"/>
                <a:cs typeface="Times New Roman" panose="02020603050405020304" pitchFamily="18" charset="0"/>
              </a:rPr>
              <a:t>m</a:t>
            </a:r>
            <a:r>
              <a:rPr lang="en-US" b="0" i="0" dirty="0" err="1">
                <a:solidFill>
                  <a:srgbClr val="000000"/>
                </a:solidFill>
                <a:effectLst/>
                <a:latin typeface="Times New Roman" panose="02020603050405020304" pitchFamily="18" charset="0"/>
                <a:cs typeface="Times New Roman" panose="02020603050405020304" pitchFamily="18" charset="0"/>
              </a:rPr>
              <a:t>,d</a:t>
            </a:r>
            <a:r>
              <a:rPr lang="en-US" b="0" i="0" baseline="-25000" dirty="0" err="1">
                <a:solidFill>
                  <a:srgbClr val="000000"/>
                </a:solidFill>
                <a:effectLst/>
                <a:latin typeface="Times New Roman" panose="02020603050405020304" pitchFamily="18" charset="0"/>
                <a:cs typeface="Times New Roman" panose="02020603050405020304" pitchFamily="18" charset="0"/>
              </a:rPr>
              <a:t>m</a:t>
            </a:r>
            <a:r>
              <a:rPr lang="en-US" b="0" i="0" dirty="0">
                <a:solidFill>
                  <a:srgbClr val="000000"/>
                </a:solidFill>
                <a:effectLst/>
                <a:latin typeface="Times New Roman" panose="02020603050405020304" pitchFamily="18" charset="0"/>
                <a:cs typeface="Times New Roman" panose="02020603050405020304" pitchFamily="18" charset="0"/>
              </a:rPr>
              <a:t>)) , where x</a:t>
            </a:r>
            <a:r>
              <a:rPr lang="en-US" b="0" i="0" baseline="-25000" dirty="0">
                <a:solidFill>
                  <a:srgbClr val="000000"/>
                </a:solidFill>
                <a:effectLst/>
                <a:latin typeface="Times New Roman" panose="02020603050405020304" pitchFamily="18" charset="0"/>
                <a:cs typeface="Times New Roman" panose="02020603050405020304" pitchFamily="18" charset="0"/>
              </a:rPr>
              <a:t>i</a:t>
            </a:r>
            <a:r>
              <a:rPr lang="en-US" b="0" i="0" dirty="0">
                <a:solidFill>
                  <a:srgbClr val="000000"/>
                </a:solidFill>
                <a:effectLst/>
                <a:latin typeface="Times New Roman" panose="02020603050405020304" pitchFamily="18" charset="0"/>
                <a:cs typeface="Times New Roman" panose="02020603050405020304" pitchFamily="18" charset="0"/>
              </a:rPr>
              <a:t> is some instance from X and where </a:t>
            </a:r>
            <a:r>
              <a:rPr lang="en-US" b="0" i="0" dirty="0" err="1">
                <a:solidFill>
                  <a:srgbClr val="000000"/>
                </a:solidFill>
                <a:effectLst/>
                <a:latin typeface="Times New Roman" panose="02020603050405020304" pitchFamily="18" charset="0"/>
                <a:cs typeface="Times New Roman" panose="02020603050405020304" pitchFamily="18" charset="0"/>
              </a:rPr>
              <a:t>t</a:t>
            </a:r>
            <a:r>
              <a:rPr lang="en-US" b="0" i="0" baseline="-25000" dirty="0" err="1">
                <a:solidFill>
                  <a:srgbClr val="000000"/>
                </a:solidFill>
                <a:effectLst/>
                <a:latin typeface="Times New Roman" panose="02020603050405020304" pitchFamily="18" charset="0"/>
                <a:cs typeface="Times New Roman" panose="02020603050405020304" pitchFamily="18" charset="0"/>
              </a:rPr>
              <a:t>i</a:t>
            </a:r>
            <a:r>
              <a:rPr lang="en-US" b="0" i="0" dirty="0">
                <a:solidFill>
                  <a:srgbClr val="000000"/>
                </a:solidFill>
                <a:effectLst/>
                <a:latin typeface="Times New Roman" panose="02020603050405020304" pitchFamily="18" charset="0"/>
                <a:cs typeface="Times New Roman" panose="02020603050405020304" pitchFamily="18" charset="0"/>
              </a:rPr>
              <a:t> is the target value of x</a:t>
            </a:r>
            <a:r>
              <a:rPr lang="en-US" b="0" i="0" baseline="-25000" dirty="0">
                <a:solidFill>
                  <a:srgbClr val="000000"/>
                </a:solidFill>
                <a:effectLst/>
                <a:latin typeface="Times New Roman" panose="02020603050405020304" pitchFamily="18" charset="0"/>
                <a:cs typeface="Times New Roman" panose="02020603050405020304" pitchFamily="18" charset="0"/>
              </a:rPr>
              <a:t>i</a:t>
            </a:r>
            <a:r>
              <a:rPr lang="en-US" b="0" i="0" dirty="0">
                <a:solidFill>
                  <a:srgbClr val="000000"/>
                </a:solidFill>
                <a:effectLst/>
                <a:latin typeface="Times New Roman" panose="02020603050405020304" pitchFamily="18" charset="0"/>
                <a:cs typeface="Times New Roman" panose="02020603050405020304" pitchFamily="18" charset="0"/>
              </a:rPr>
              <a:t> defined as </a:t>
            </a:r>
            <a:r>
              <a:rPr lang="en-US" dirty="0">
                <a:solidFill>
                  <a:srgbClr val="000000"/>
                </a:solidFill>
                <a:latin typeface="Times New Roman" panose="02020603050405020304" pitchFamily="18" charset="0"/>
                <a:cs typeface="Times New Roman" panose="02020603050405020304" pitchFamily="18" charset="0"/>
              </a:rPr>
              <a:t>d</a:t>
            </a:r>
            <a:r>
              <a:rPr lang="en-US" b="0" i="0" baseline="-25000" dirty="0">
                <a:solidFill>
                  <a:srgbClr val="000000"/>
                </a:solidFill>
                <a:effectLst/>
                <a:latin typeface="Times New Roman" panose="02020603050405020304" pitchFamily="18" charset="0"/>
                <a:cs typeface="Times New Roman" panose="02020603050405020304" pitchFamily="18" charset="0"/>
              </a:rPr>
              <a:t>i</a:t>
            </a:r>
            <a:r>
              <a:rPr lang="en-US" b="0" i="0" dirty="0">
                <a:solidFill>
                  <a:srgbClr val="000000"/>
                </a:solidFill>
                <a:effectLst/>
                <a:latin typeface="Times New Roman" panose="02020603050405020304" pitchFamily="18" charset="0"/>
                <a:cs typeface="Times New Roman" panose="02020603050405020304" pitchFamily="18" charset="0"/>
              </a:rPr>
              <a:t>=c(x</a:t>
            </a:r>
            <a:r>
              <a:rPr lang="en-US" b="0" i="0" baseline="-25000" dirty="0">
                <a:solidFill>
                  <a:srgbClr val="000000"/>
                </a:solidFill>
                <a:effectLst/>
                <a:latin typeface="Times New Roman" panose="02020603050405020304" pitchFamily="18" charset="0"/>
                <a:cs typeface="Times New Roman" panose="02020603050405020304" pitchFamily="18" charset="0"/>
              </a:rPr>
              <a:t>i</a:t>
            </a:r>
            <a:r>
              <a:rPr lang="en-US" b="0" i="0" dirty="0">
                <a:solidFill>
                  <a:srgbClr val="000000"/>
                </a:solidFill>
                <a:effectLst/>
                <a:latin typeface="Times New Roman" panose="02020603050405020304" pitchFamily="18" charset="0"/>
                <a:cs typeface="Times New Roman" panose="02020603050405020304" pitchFamily="18" charset="0"/>
              </a:rPr>
              <a:t>).</a:t>
            </a:r>
          </a:p>
          <a:p>
            <a:r>
              <a:rPr lang="en-US" dirty="0">
                <a:solidFill>
                  <a:srgbClr val="000000"/>
                </a:solidFill>
                <a:latin typeface="Times New Roman" panose="02020603050405020304" pitchFamily="18" charset="0"/>
                <a:cs typeface="Times New Roman" panose="02020603050405020304" pitchFamily="18" charset="0"/>
              </a:rPr>
              <a:t>If the instance belongs to H, then x = 1, else x = 0</a:t>
            </a:r>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A6E4D6BF-05FF-F754-790E-563D936B534E}"/>
              </a:ext>
            </a:extLst>
          </p:cNvPr>
          <p:cNvGrpSpPr/>
          <p:nvPr/>
        </p:nvGrpSpPr>
        <p:grpSpPr>
          <a:xfrm>
            <a:off x="3626070" y="4256689"/>
            <a:ext cx="5502165" cy="2308324"/>
            <a:chOff x="3626070" y="4256689"/>
            <a:chExt cx="5502165" cy="2308324"/>
          </a:xfrm>
        </p:grpSpPr>
        <p:sp>
          <p:nvSpPr>
            <p:cNvPr id="4" name="TextBox 3">
              <a:extLst>
                <a:ext uri="{FF2B5EF4-FFF2-40B4-BE49-F238E27FC236}">
                  <a16:creationId xmlns:a16="http://schemas.microsoft.com/office/drawing/2014/main" id="{3097CCD7-1C1F-0ABD-C0B3-E679D43120C1}"/>
                </a:ext>
              </a:extLst>
            </p:cNvPr>
            <p:cNvSpPr txBox="1"/>
            <p:nvPr/>
          </p:nvSpPr>
          <p:spPr>
            <a:xfrm>
              <a:off x="3626070" y="4256689"/>
              <a:ext cx="3342290" cy="2308324"/>
            </a:xfrm>
            <a:prstGeom prst="rect">
              <a:avLst/>
            </a:prstGeom>
            <a:noFill/>
            <a:ln>
              <a:solidFill>
                <a:schemeClr val="tx1"/>
              </a:solidFill>
            </a:ln>
          </p:spPr>
          <p:txBody>
            <a:bodyPr wrap="square" rtlCol="0">
              <a:spAutoFit/>
            </a:bodyPr>
            <a:lstStyle/>
            <a:p>
              <a:r>
                <a:rPr lang="en-US" dirty="0"/>
                <a:t>      </a:t>
              </a:r>
            </a:p>
            <a:p>
              <a:r>
                <a:rPr lang="en-US" dirty="0"/>
                <a:t>        </a:t>
              </a:r>
            </a:p>
            <a:p>
              <a:r>
                <a:rPr lang="en-US" dirty="0"/>
                <a:t>                   X= 1</a:t>
              </a:r>
            </a:p>
            <a:p>
              <a:endParaRPr lang="en-US" dirty="0"/>
            </a:p>
            <a:p>
              <a:endParaRPr lang="en-US" dirty="0"/>
            </a:p>
            <a:p>
              <a:endParaRPr lang="en-US" dirty="0"/>
            </a:p>
            <a:p>
              <a:endParaRPr lang="en-US" dirty="0"/>
            </a:p>
            <a:p>
              <a:endParaRPr lang="en-IN" dirty="0"/>
            </a:p>
          </p:txBody>
        </p:sp>
        <p:sp>
          <p:nvSpPr>
            <p:cNvPr id="5" name="Arrow: Right 4">
              <a:extLst>
                <a:ext uri="{FF2B5EF4-FFF2-40B4-BE49-F238E27FC236}">
                  <a16:creationId xmlns:a16="http://schemas.microsoft.com/office/drawing/2014/main" id="{FCB34725-AB57-9F02-C3F7-82D6BF485312}"/>
                </a:ext>
              </a:extLst>
            </p:cNvPr>
            <p:cNvSpPr/>
            <p:nvPr/>
          </p:nvSpPr>
          <p:spPr>
            <a:xfrm>
              <a:off x="7102366" y="5352825"/>
              <a:ext cx="945931" cy="18739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D5ABD3B-64DB-CA1D-38F9-8B6B0F71CB83}"/>
                </a:ext>
              </a:extLst>
            </p:cNvPr>
            <p:cNvSpPr txBox="1"/>
            <p:nvPr/>
          </p:nvSpPr>
          <p:spPr>
            <a:xfrm>
              <a:off x="8292662" y="5216401"/>
              <a:ext cx="835573" cy="523220"/>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H</a:t>
              </a:r>
              <a:endParaRPr lang="en-IN" b="1"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92D0934-8980-1970-EE33-D3D8FFFC341B}"/>
                </a:ext>
              </a:extLst>
            </p:cNvPr>
            <p:cNvSpPr txBox="1"/>
            <p:nvPr/>
          </p:nvSpPr>
          <p:spPr>
            <a:xfrm>
              <a:off x="8182303" y="4256689"/>
              <a:ext cx="835573" cy="369332"/>
            </a:xfrm>
            <a:prstGeom prst="rect">
              <a:avLst/>
            </a:prstGeom>
            <a:noFill/>
          </p:spPr>
          <p:txBody>
            <a:bodyPr wrap="square" rtlCol="0">
              <a:spAutoFit/>
            </a:bodyPr>
            <a:lstStyle/>
            <a:p>
              <a:r>
                <a:rPr lang="en-US" dirty="0"/>
                <a:t>X = 0</a:t>
              </a:r>
              <a:endParaRPr lang="en-IN" dirty="0"/>
            </a:p>
          </p:txBody>
        </p:sp>
      </p:grpSp>
    </p:spTree>
    <p:extLst>
      <p:ext uri="{BB962C8B-B14F-4D97-AF65-F5344CB8AC3E}">
        <p14:creationId xmlns:p14="http://schemas.microsoft.com/office/powerpoint/2010/main" val="124736615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7A7A801-C4EB-5A1C-A004-69C5D623384C}"/>
              </a:ext>
            </a:extLst>
          </p:cNvPr>
          <p:cNvPicPr>
            <a:picLocks noChangeAspect="1"/>
          </p:cNvPicPr>
          <p:nvPr/>
        </p:nvPicPr>
        <p:blipFill>
          <a:blip r:embed="rId2"/>
          <a:stretch>
            <a:fillRect/>
          </a:stretch>
        </p:blipFill>
        <p:spPr>
          <a:xfrm>
            <a:off x="460255" y="1513490"/>
            <a:ext cx="10682644" cy="3594538"/>
          </a:xfrm>
          <a:prstGeom prst="rect">
            <a:avLst/>
          </a:prstGeom>
        </p:spPr>
      </p:pic>
    </p:spTree>
    <p:extLst>
      <p:ext uri="{BB962C8B-B14F-4D97-AF65-F5344CB8AC3E}">
        <p14:creationId xmlns:p14="http://schemas.microsoft.com/office/powerpoint/2010/main" val="117146940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ECE57E5-4A06-0579-B726-00948147F3A7}"/>
              </a:ext>
            </a:extLst>
          </p:cNvPr>
          <p:cNvSpPr>
            <a:spLocks noGrp="1"/>
          </p:cNvSpPr>
          <p:nvPr>
            <p:ph idx="1"/>
          </p:nvPr>
        </p:nvSpPr>
        <p:spPr>
          <a:xfrm>
            <a:off x="152399" y="299545"/>
            <a:ext cx="11873345" cy="6258910"/>
          </a:xfrm>
        </p:spPr>
        <p:txBody>
          <a:bodyPr/>
          <a:lstStyle/>
          <a:p>
            <a:endParaRPr lang="en-US"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pic>
        <p:nvPicPr>
          <p:cNvPr id="7" name="Picture 6">
            <a:extLst>
              <a:ext uri="{FF2B5EF4-FFF2-40B4-BE49-F238E27FC236}">
                <a16:creationId xmlns:a16="http://schemas.microsoft.com/office/drawing/2014/main" id="{A2DD176B-9DF5-8463-4BA3-CAB7D0DBA51B}"/>
              </a:ext>
            </a:extLst>
          </p:cNvPr>
          <p:cNvPicPr>
            <a:picLocks noChangeAspect="1"/>
          </p:cNvPicPr>
          <p:nvPr/>
        </p:nvPicPr>
        <p:blipFill>
          <a:blip r:embed="rId2"/>
          <a:stretch>
            <a:fillRect/>
          </a:stretch>
        </p:blipFill>
        <p:spPr>
          <a:xfrm>
            <a:off x="229320" y="2853581"/>
            <a:ext cx="11400879" cy="3941254"/>
          </a:xfrm>
          <a:prstGeom prst="rect">
            <a:avLst/>
          </a:prstGeom>
        </p:spPr>
      </p:pic>
      <p:sp>
        <p:nvSpPr>
          <p:cNvPr id="8" name="Content Placeholder 2">
            <a:extLst>
              <a:ext uri="{FF2B5EF4-FFF2-40B4-BE49-F238E27FC236}">
                <a16:creationId xmlns:a16="http://schemas.microsoft.com/office/drawing/2014/main" id="{DF631126-B7D1-B7E4-C3E0-D97D36F8AD8C}"/>
              </a:ext>
            </a:extLst>
          </p:cNvPr>
          <p:cNvSpPr txBox="1">
            <a:spLocks/>
          </p:cNvSpPr>
          <p:nvPr/>
        </p:nvSpPr>
        <p:spPr>
          <a:xfrm>
            <a:off x="152398" y="134007"/>
            <a:ext cx="11873345" cy="32949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 typeface="Arial" panose="020B0604020202020204" pitchFamily="34" charset="0"/>
              <a:buNone/>
            </a:pPr>
            <a:r>
              <a:rPr lang="en-US" sz="2400" dirty="0">
                <a:solidFill>
                  <a:srgbClr val="000000"/>
                </a:solidFill>
                <a:latin typeface="Times New Roman" panose="02020603050405020304" pitchFamily="18" charset="0"/>
                <a:cs typeface="Times New Roman" panose="02020603050405020304" pitchFamily="18" charset="0"/>
              </a:rPr>
              <a:t>Assume </a:t>
            </a:r>
          </a:p>
          <a:p>
            <a:pPr marL="514350" indent="-514350">
              <a:buFont typeface="Arial" panose="020B0604020202020204" pitchFamily="34" charset="0"/>
              <a:buAutoNum type="arabicPeriod"/>
            </a:pPr>
            <a:r>
              <a:rPr lang="en-US" sz="2400" dirty="0">
                <a:solidFill>
                  <a:srgbClr val="000000"/>
                </a:solidFill>
                <a:latin typeface="Times New Roman" panose="02020603050405020304" pitchFamily="18" charset="0"/>
                <a:cs typeface="Times New Roman" panose="02020603050405020304" pitchFamily="18" charset="0"/>
              </a:rPr>
              <a:t>The training data D is noise free, i.e., d</a:t>
            </a:r>
            <a:r>
              <a:rPr lang="en-US" sz="2400" baseline="-25000" dirty="0">
                <a:solidFill>
                  <a:srgbClr val="000000"/>
                </a:solidFill>
                <a:latin typeface="Times New Roman" panose="02020603050405020304" pitchFamily="18" charset="0"/>
                <a:cs typeface="Times New Roman" panose="02020603050405020304" pitchFamily="18" charset="0"/>
              </a:rPr>
              <a:t>i</a:t>
            </a:r>
            <a:r>
              <a:rPr lang="en-US" sz="2400" dirty="0">
                <a:solidFill>
                  <a:srgbClr val="000000"/>
                </a:solidFill>
                <a:latin typeface="Times New Roman" panose="02020603050405020304" pitchFamily="18" charset="0"/>
                <a:cs typeface="Times New Roman" panose="02020603050405020304" pitchFamily="18" charset="0"/>
              </a:rPr>
              <a:t> = c(x</a:t>
            </a:r>
            <a:r>
              <a:rPr lang="en-US" sz="2400" baseline="-25000" dirty="0">
                <a:solidFill>
                  <a:srgbClr val="000000"/>
                </a:solidFill>
                <a:latin typeface="Times New Roman" panose="02020603050405020304" pitchFamily="18" charset="0"/>
                <a:cs typeface="Times New Roman" panose="02020603050405020304" pitchFamily="18" charset="0"/>
              </a:rPr>
              <a:t>i</a:t>
            </a:r>
            <a:r>
              <a:rPr lang="en-US" sz="2400" dirty="0">
                <a:solidFill>
                  <a:srgbClr val="000000"/>
                </a:solidFill>
                <a:latin typeface="Times New Roman" panose="02020603050405020304" pitchFamily="18" charset="0"/>
                <a:cs typeface="Times New Roman" panose="02020603050405020304" pitchFamily="18" charset="0"/>
              </a:rPr>
              <a:t>)), </a:t>
            </a:r>
          </a:p>
          <a:p>
            <a:pPr marL="514350" indent="-514350">
              <a:buFont typeface="Arial" panose="020B0604020202020204" pitchFamily="34" charset="0"/>
              <a:buAutoNum type="arabicPeriod"/>
            </a:pPr>
            <a:r>
              <a:rPr lang="en-US" sz="2400" dirty="0">
                <a:solidFill>
                  <a:srgbClr val="000000"/>
                </a:solidFill>
                <a:latin typeface="Times New Roman" panose="02020603050405020304" pitchFamily="18" charset="0"/>
                <a:cs typeface="Times New Roman" panose="02020603050405020304" pitchFamily="18" charset="0"/>
              </a:rPr>
              <a:t>The target concept c is contained in the hypothesis space H </a:t>
            </a:r>
          </a:p>
          <a:p>
            <a:pPr marL="514350" indent="-514350">
              <a:buFont typeface="Arial" panose="020B0604020202020204" pitchFamily="34" charset="0"/>
              <a:buAutoNum type="arabicPeriod"/>
            </a:pPr>
            <a:r>
              <a:rPr lang="en-US" sz="2400" dirty="0">
                <a:solidFill>
                  <a:srgbClr val="000000"/>
                </a:solidFill>
                <a:latin typeface="Times New Roman" panose="02020603050405020304" pitchFamily="18" charset="0"/>
                <a:cs typeface="Times New Roman" panose="02020603050405020304" pitchFamily="18" charset="0"/>
              </a:rPr>
              <a:t>Each hypothesis is equally probable and independent of each other., if </a:t>
            </a:r>
            <a:r>
              <a:rPr lang="en-US" sz="2400" dirty="0" err="1">
                <a:solidFill>
                  <a:srgbClr val="000000"/>
                </a:solidFill>
                <a:latin typeface="Times New Roman" panose="02020603050405020304" pitchFamily="18" charset="0"/>
                <a:cs typeface="Times New Roman" panose="02020603050405020304" pitchFamily="18" charset="0"/>
              </a:rPr>
              <a:t>ther</a:t>
            </a:r>
            <a:r>
              <a:rPr lang="en-US" sz="2400" dirty="0">
                <a:solidFill>
                  <a:srgbClr val="000000"/>
                </a:solidFill>
                <a:latin typeface="Times New Roman" panose="02020603050405020304" pitchFamily="18" charset="0"/>
                <a:cs typeface="Times New Roman" panose="02020603050405020304" pitchFamily="18" charset="0"/>
              </a:rPr>
              <a:t> e are 5 instances, then probability of each is 1/5</a:t>
            </a:r>
          </a:p>
          <a:p>
            <a:pPr marL="514350" indent="-514350">
              <a:buFont typeface="Arial" panose="020B0604020202020204" pitchFamily="34" charset="0"/>
              <a:buAutoNum type="arabicPeriod"/>
            </a:pPr>
            <a:r>
              <a:rPr lang="en-US" sz="2400" dirty="0">
                <a:solidFill>
                  <a:srgbClr val="000000"/>
                </a:solidFill>
                <a:latin typeface="Times New Roman" panose="02020603050405020304" pitchFamily="18" charset="0"/>
                <a:cs typeface="Times New Roman" panose="02020603050405020304" pitchFamily="18" charset="0"/>
              </a:rPr>
              <a:t>Sum of prior probabilities is 1 ( 1/5+1/5+1/5+1/5+1/5) =  1/ |H|</a:t>
            </a:r>
          </a:p>
        </p:txBody>
      </p:sp>
    </p:spTree>
    <p:extLst>
      <p:ext uri="{BB962C8B-B14F-4D97-AF65-F5344CB8AC3E}">
        <p14:creationId xmlns:p14="http://schemas.microsoft.com/office/powerpoint/2010/main" val="335581464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E5B5BF5-4D30-4212-B78C-1D7D160C02E3}"/>
              </a:ext>
            </a:extLst>
          </p:cNvPr>
          <p:cNvPicPr>
            <a:picLocks noGrp="1" noChangeAspect="1"/>
          </p:cNvPicPr>
          <p:nvPr>
            <p:ph idx="1"/>
          </p:nvPr>
        </p:nvPicPr>
        <p:blipFill>
          <a:blip r:embed="rId2"/>
          <a:stretch>
            <a:fillRect/>
          </a:stretch>
        </p:blipFill>
        <p:spPr>
          <a:xfrm>
            <a:off x="258150" y="863167"/>
            <a:ext cx="11933849" cy="5111963"/>
          </a:xfrm>
        </p:spPr>
      </p:pic>
    </p:spTree>
    <p:extLst>
      <p:ext uri="{BB962C8B-B14F-4D97-AF65-F5344CB8AC3E}">
        <p14:creationId xmlns:p14="http://schemas.microsoft.com/office/powerpoint/2010/main" val="25243017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4E1662D-4041-AAAA-B66E-09979DBFB413}"/>
              </a:ext>
            </a:extLst>
          </p:cNvPr>
          <p:cNvPicPr>
            <a:picLocks noChangeAspect="1"/>
          </p:cNvPicPr>
          <p:nvPr/>
        </p:nvPicPr>
        <p:blipFill>
          <a:blip r:embed="rId2"/>
          <a:stretch>
            <a:fillRect/>
          </a:stretch>
        </p:blipFill>
        <p:spPr>
          <a:xfrm>
            <a:off x="73857" y="283780"/>
            <a:ext cx="12106925" cy="5155323"/>
          </a:xfrm>
          <a:prstGeom prst="rect">
            <a:avLst/>
          </a:prstGeom>
        </p:spPr>
      </p:pic>
    </p:spTree>
    <p:extLst>
      <p:ext uri="{BB962C8B-B14F-4D97-AF65-F5344CB8AC3E}">
        <p14:creationId xmlns:p14="http://schemas.microsoft.com/office/powerpoint/2010/main" val="195050075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90FB4E-37D9-285D-745A-3D1989170CCD}"/>
              </a:ext>
            </a:extLst>
          </p:cNvPr>
          <p:cNvSpPr>
            <a:spLocks noGrp="1"/>
          </p:cNvSpPr>
          <p:nvPr>
            <p:ph type="title"/>
          </p:nvPr>
        </p:nvSpPr>
        <p:spPr>
          <a:xfrm>
            <a:off x="152399" y="88031"/>
            <a:ext cx="11873345" cy="747541"/>
          </a:xfrm>
        </p:spPr>
        <p:txBody>
          <a:bodyPr>
            <a:noAutofit/>
          </a:bodyPr>
          <a:lstStyle/>
          <a:p>
            <a:r>
              <a:rPr lang="en-IN" sz="3600" dirty="0"/>
              <a:t>Maximum Likelihood and Least squared error Hypothesis</a:t>
            </a:r>
          </a:p>
        </p:txBody>
      </p:sp>
      <p:sp>
        <p:nvSpPr>
          <p:cNvPr id="3" name="Content Placeholder 2">
            <a:extLst>
              <a:ext uri="{FF2B5EF4-FFF2-40B4-BE49-F238E27FC236}">
                <a16:creationId xmlns:a16="http://schemas.microsoft.com/office/drawing/2014/main" id="{149F50E3-BC73-1841-3183-92722F136737}"/>
              </a:ext>
            </a:extLst>
          </p:cNvPr>
          <p:cNvSpPr>
            <a:spLocks noGrp="1"/>
          </p:cNvSpPr>
          <p:nvPr>
            <p:ph idx="1"/>
          </p:nvPr>
        </p:nvSpPr>
        <p:spPr>
          <a:xfrm>
            <a:off x="152399" y="1246909"/>
            <a:ext cx="11873345" cy="5201188"/>
          </a:xfrm>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Under certain assumptions, any learning algorithm that minimizes the squared error between the output hypothesis predictions and the training data will output a maximum likelihood hypothesis. </a:t>
            </a:r>
          </a:p>
          <a:p>
            <a:r>
              <a:rPr lang="en-US" b="0" i="0" dirty="0">
                <a:solidFill>
                  <a:srgbClr val="000000"/>
                </a:solidFill>
                <a:effectLst/>
                <a:latin typeface="Times New Roman" panose="02020603050405020304" pitchFamily="18" charset="0"/>
                <a:cs typeface="Times New Roman" panose="02020603050405020304" pitchFamily="18" charset="0"/>
              </a:rPr>
              <a:t>Show that the least-squared error hypothesis is the maximum likelihood hypothesis:</a:t>
            </a:r>
          </a:p>
          <a:p>
            <a:endParaRPr lang="en-US" dirty="0">
              <a:solidFill>
                <a:srgbClr val="000000"/>
              </a:solidFill>
              <a:latin typeface="Times New Roman" panose="02020603050405020304" pitchFamily="18" charset="0"/>
              <a:cs typeface="Times New Roman" panose="02020603050405020304" pitchFamily="18" charset="0"/>
            </a:endParaRPr>
          </a:p>
          <a:p>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US" dirty="0">
              <a:solidFill>
                <a:srgbClr val="000000"/>
              </a:solidFill>
              <a:latin typeface="Times New Roman" panose="02020603050405020304" pitchFamily="18" charset="0"/>
              <a:cs typeface="Times New Roman" panose="02020603050405020304" pitchFamily="18" charset="0"/>
            </a:endParaRPr>
          </a:p>
          <a:p>
            <a:r>
              <a:rPr lang="en-US" b="0" i="0" dirty="0">
                <a:solidFill>
                  <a:srgbClr val="000000"/>
                </a:solidFill>
                <a:effectLst/>
                <a:latin typeface="Times New Roman" panose="02020603050405020304" pitchFamily="18" charset="0"/>
                <a:cs typeface="Times New Roman" panose="02020603050405020304" pitchFamily="18" charset="0"/>
              </a:rPr>
              <a:t>Where p refers to probability density</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0D72CDD-8154-8B24-4432-857B865F6845}"/>
              </a:ext>
            </a:extLst>
          </p:cNvPr>
          <p:cNvPicPr>
            <a:picLocks noChangeAspect="1"/>
          </p:cNvPicPr>
          <p:nvPr/>
        </p:nvPicPr>
        <p:blipFill>
          <a:blip r:embed="rId2"/>
          <a:stretch>
            <a:fillRect/>
          </a:stretch>
        </p:blipFill>
        <p:spPr>
          <a:xfrm>
            <a:off x="3074276" y="3429000"/>
            <a:ext cx="5096860" cy="1155288"/>
          </a:xfrm>
          <a:prstGeom prst="rect">
            <a:avLst/>
          </a:prstGeom>
        </p:spPr>
      </p:pic>
    </p:spTree>
    <p:extLst>
      <p:ext uri="{BB962C8B-B14F-4D97-AF65-F5344CB8AC3E}">
        <p14:creationId xmlns:p14="http://schemas.microsoft.com/office/powerpoint/2010/main" val="2078636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4378D53-1C3A-659C-52EA-B0D1E09ABFDA}"/>
              </a:ext>
            </a:extLst>
          </p:cNvPr>
          <p:cNvSpPr>
            <a:spLocks noGrp="1"/>
          </p:cNvSpPr>
          <p:nvPr>
            <p:ph idx="1"/>
          </p:nvPr>
        </p:nvSpPr>
        <p:spPr>
          <a:xfrm>
            <a:off x="152399" y="299545"/>
            <a:ext cx="11873345" cy="6337738"/>
          </a:xfrm>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Assume a fixed set of training instances (x</a:t>
            </a:r>
            <a:r>
              <a:rPr lang="en-US" b="0" i="0" baseline="-25000" dirty="0">
                <a:solidFill>
                  <a:srgbClr val="000000"/>
                </a:solidFill>
                <a:effectLst/>
                <a:latin typeface="Times New Roman" panose="02020603050405020304" pitchFamily="18" charset="0"/>
                <a:cs typeface="Times New Roman" panose="02020603050405020304" pitchFamily="18" charset="0"/>
              </a:rPr>
              <a:t>1 </a:t>
            </a:r>
            <a:r>
              <a:rPr lang="en-US" b="0" i="0" dirty="0">
                <a:solidFill>
                  <a:srgbClr val="000000"/>
                </a:solidFill>
                <a:effectLst/>
                <a:latin typeface="Times New Roman" panose="02020603050405020304" pitchFamily="18" charset="0"/>
                <a:cs typeface="Times New Roman" panose="02020603050405020304" pitchFamily="18" charset="0"/>
              </a:rPr>
              <a:t>. . . </a:t>
            </a:r>
            <a:r>
              <a:rPr lang="en-US" b="0" i="0" dirty="0" err="1">
                <a:solidFill>
                  <a:srgbClr val="000000"/>
                </a:solidFill>
                <a:effectLst/>
                <a:latin typeface="Times New Roman" panose="02020603050405020304" pitchFamily="18" charset="0"/>
                <a:cs typeface="Times New Roman" panose="02020603050405020304" pitchFamily="18" charset="0"/>
              </a:rPr>
              <a:t>x</a:t>
            </a:r>
            <a:r>
              <a:rPr lang="en-US" b="0" i="0" baseline="-25000" dirty="0" err="1">
                <a:solidFill>
                  <a:srgbClr val="000000"/>
                </a:solidFill>
                <a:effectLst/>
                <a:latin typeface="Times New Roman" panose="02020603050405020304" pitchFamily="18" charset="0"/>
                <a:cs typeface="Times New Roman" panose="02020603050405020304" pitchFamily="18" charset="0"/>
              </a:rPr>
              <a:t>m</a:t>
            </a:r>
            <a:r>
              <a:rPr lang="en-US" b="0" i="0" dirty="0">
                <a:solidFill>
                  <a:srgbClr val="000000"/>
                </a:solidFill>
                <a:effectLst/>
                <a:latin typeface="Times New Roman" panose="02020603050405020304" pitchFamily="18" charset="0"/>
                <a:cs typeface="Times New Roman" panose="02020603050405020304" pitchFamily="18" charset="0"/>
              </a:rPr>
              <a:t>) and the data D to be the  corresponding sequence of target values D = (d</a:t>
            </a:r>
            <a:r>
              <a:rPr lang="en-US" b="0" i="0" baseline="-25000" dirty="0">
                <a:solidFill>
                  <a:srgbClr val="000000"/>
                </a:solidFill>
                <a:effectLst/>
                <a:latin typeface="Times New Roman" panose="02020603050405020304" pitchFamily="18" charset="0"/>
                <a:cs typeface="Times New Roman" panose="02020603050405020304" pitchFamily="18" charset="0"/>
              </a:rPr>
              <a:t>1</a:t>
            </a:r>
            <a:r>
              <a:rPr lang="en-US" b="0" i="0" dirty="0">
                <a:solidFill>
                  <a:srgbClr val="000000"/>
                </a:solidFill>
                <a:effectLst/>
                <a:latin typeface="Times New Roman" panose="02020603050405020304" pitchFamily="18" charset="0"/>
                <a:cs typeface="Times New Roman" panose="02020603050405020304" pitchFamily="18" charset="0"/>
              </a:rPr>
              <a:t> . . .d</a:t>
            </a:r>
            <a:r>
              <a:rPr lang="en-US" b="0" i="0" baseline="-25000" dirty="0">
                <a:solidFill>
                  <a:srgbClr val="000000"/>
                </a:solidFill>
                <a:effectLst/>
                <a:latin typeface="Times New Roman" panose="02020603050405020304" pitchFamily="18" charset="0"/>
                <a:cs typeface="Times New Roman" panose="02020603050405020304" pitchFamily="18" charset="0"/>
              </a:rPr>
              <a:t>m</a:t>
            </a:r>
            <a:r>
              <a:rPr lang="en-US" b="0" i="0" dirty="0">
                <a:solidFill>
                  <a:srgbClr val="000000"/>
                </a:solidFill>
                <a:effectLst/>
                <a:latin typeface="Times New Roman" panose="02020603050405020304" pitchFamily="18" charset="0"/>
                <a:cs typeface="Times New Roman" panose="02020603050405020304" pitchFamily="18" charset="0"/>
              </a:rPr>
              <a:t>). </a:t>
            </a:r>
          </a:p>
          <a:p>
            <a:r>
              <a:rPr lang="en-US" b="0" i="0" dirty="0">
                <a:solidFill>
                  <a:srgbClr val="000000"/>
                </a:solidFill>
                <a:effectLst/>
                <a:latin typeface="Times New Roman" panose="02020603050405020304" pitchFamily="18" charset="0"/>
                <a:cs typeface="Times New Roman" panose="02020603050405020304" pitchFamily="18" charset="0"/>
              </a:rPr>
              <a:t>Assume the training examples are mutually independent given h, P(</a:t>
            </a:r>
            <a:r>
              <a:rPr lang="en-US" b="0" i="0" dirty="0" err="1">
                <a:solidFill>
                  <a:srgbClr val="000000"/>
                </a:solidFill>
                <a:effectLst/>
                <a:latin typeface="Times New Roman" panose="02020603050405020304" pitchFamily="18" charset="0"/>
                <a:cs typeface="Times New Roman" panose="02020603050405020304" pitchFamily="18" charset="0"/>
              </a:rPr>
              <a:t>D|h</a:t>
            </a:r>
            <a:r>
              <a:rPr lang="en-US" b="0" i="0" dirty="0">
                <a:solidFill>
                  <a:srgbClr val="000000"/>
                </a:solidFill>
                <a:effectLst/>
                <a:latin typeface="Times New Roman" panose="02020603050405020304" pitchFamily="18" charset="0"/>
                <a:cs typeface="Times New Roman" panose="02020603050405020304" pitchFamily="18" charset="0"/>
              </a:rPr>
              <a:t>) can be written as the product of the various p(</a:t>
            </a:r>
            <a:r>
              <a:rPr lang="en-US" b="0" i="0" dirty="0" err="1">
                <a:solidFill>
                  <a:srgbClr val="000000"/>
                </a:solidFill>
                <a:effectLst/>
                <a:latin typeface="Times New Roman" panose="02020603050405020304" pitchFamily="18" charset="0"/>
                <a:cs typeface="Times New Roman" panose="02020603050405020304" pitchFamily="18" charset="0"/>
              </a:rPr>
              <a:t>d</a:t>
            </a:r>
            <a:r>
              <a:rPr lang="en-US" b="0" i="0" baseline="-25000" dirty="0" err="1">
                <a:solidFill>
                  <a:srgbClr val="000000"/>
                </a:solidFill>
                <a:effectLst/>
                <a:latin typeface="Times New Roman" panose="02020603050405020304" pitchFamily="18" charset="0"/>
                <a:cs typeface="Times New Roman" panose="02020603050405020304" pitchFamily="18" charset="0"/>
              </a:rPr>
              <a:t>i</a:t>
            </a:r>
            <a:r>
              <a:rPr lang="en-US" b="0" i="0" dirty="0" err="1">
                <a:solidFill>
                  <a:srgbClr val="000000"/>
                </a:solidFill>
                <a:effectLst/>
                <a:latin typeface="Times New Roman" panose="02020603050405020304" pitchFamily="18" charset="0"/>
                <a:cs typeface="Times New Roman" panose="02020603050405020304" pitchFamily="18" charset="0"/>
              </a:rPr>
              <a:t>|h</a:t>
            </a:r>
            <a:r>
              <a:rPr lang="en-US" b="0" i="0" dirty="0">
                <a:solidFill>
                  <a:srgbClr val="000000"/>
                </a:solidFill>
                <a:effectLst/>
                <a:latin typeface="Times New Roman" panose="02020603050405020304" pitchFamily="18" charset="0"/>
                <a:cs typeface="Times New Roman" panose="02020603050405020304" pitchFamily="18" charset="0"/>
              </a:rPr>
              <a:t>). </a:t>
            </a:r>
          </a:p>
          <a:p>
            <a:endParaRPr lang="en-US" dirty="0">
              <a:solidFill>
                <a:srgbClr val="000000"/>
              </a:solidFill>
              <a:latin typeface="Times New Roman" panose="02020603050405020304" pitchFamily="18" charset="0"/>
              <a:cs typeface="Times New Roman" panose="02020603050405020304" pitchFamily="18" charset="0"/>
            </a:endParaRPr>
          </a:p>
          <a:p>
            <a:r>
              <a:rPr lang="en-US" b="0" i="0" dirty="0">
                <a:solidFill>
                  <a:srgbClr val="000000"/>
                </a:solidFill>
                <a:effectLst/>
                <a:latin typeface="Times New Roman" panose="02020603050405020304" pitchFamily="18" charset="0"/>
                <a:cs typeface="Times New Roman" panose="02020603050405020304" pitchFamily="18" charset="0"/>
              </a:rPr>
              <a:t>p(</a:t>
            </a:r>
            <a:r>
              <a:rPr lang="en-US" b="0" i="0" dirty="0" err="1">
                <a:solidFill>
                  <a:srgbClr val="000000"/>
                </a:solidFill>
                <a:effectLst/>
                <a:latin typeface="Times New Roman" panose="02020603050405020304" pitchFamily="18" charset="0"/>
                <a:cs typeface="Times New Roman" panose="02020603050405020304" pitchFamily="18" charset="0"/>
              </a:rPr>
              <a:t>di|h</a:t>
            </a:r>
            <a:r>
              <a:rPr lang="en-US" b="0" i="0" dirty="0">
                <a:solidFill>
                  <a:srgbClr val="000000"/>
                </a:solidFill>
                <a:effectLst/>
                <a:latin typeface="Times New Roman" panose="02020603050405020304" pitchFamily="18" charset="0"/>
                <a:cs typeface="Times New Roman" panose="02020603050405020304" pitchFamily="18" charset="0"/>
              </a:rPr>
              <a:t>) can be written as a Normal distribution with variance  =  σ2 and      mean µ = h (x</a:t>
            </a:r>
            <a:r>
              <a:rPr lang="en-US" b="0" i="0" baseline="-25000" dirty="0">
                <a:solidFill>
                  <a:srgbClr val="000000"/>
                </a:solidFill>
                <a:effectLst/>
                <a:latin typeface="Times New Roman" panose="02020603050405020304" pitchFamily="18" charset="0"/>
                <a:cs typeface="Times New Roman" panose="02020603050405020304" pitchFamily="18" charset="0"/>
              </a:rPr>
              <a:t>i</a:t>
            </a:r>
            <a:r>
              <a:rPr lang="en-US" b="0" i="0" dirty="0">
                <a:solidFill>
                  <a:srgbClr val="000000"/>
                </a:solidFill>
                <a:effectLst/>
                <a:latin typeface="Times New Roman" panose="02020603050405020304" pitchFamily="18" charset="0"/>
                <a:cs typeface="Times New Roman" panose="02020603050405020304" pitchFamily="18" charset="0"/>
              </a:rPr>
              <a:t>).</a:t>
            </a:r>
          </a:p>
          <a:p>
            <a:r>
              <a:rPr lang="en-US" b="0" i="0" dirty="0">
                <a:solidFill>
                  <a:srgbClr val="000000"/>
                </a:solidFill>
                <a:effectLst/>
                <a:latin typeface="Times New Roman" panose="02020603050405020304" pitchFamily="18" charset="0"/>
                <a:cs typeface="Times New Roman" panose="02020603050405020304" pitchFamily="18" charset="0"/>
              </a:rPr>
              <a:t>The normal distribution formula is </a:t>
            </a:r>
          </a:p>
          <a:p>
            <a:endParaRPr lang="en-US" dirty="0">
              <a:solidFill>
                <a:srgbClr val="000000"/>
              </a:solidFill>
              <a:latin typeface="Times New Roman" panose="02020603050405020304" pitchFamily="18" charset="0"/>
              <a:cs typeface="Times New Roman" panose="02020603050405020304" pitchFamily="18" charset="0"/>
            </a:endParaRPr>
          </a:p>
          <a:p>
            <a:r>
              <a:rPr lang="en-US" b="0" i="0" dirty="0">
                <a:solidFill>
                  <a:srgbClr val="000000"/>
                </a:solidFill>
                <a:effectLst/>
                <a:latin typeface="Times New Roman" panose="02020603050405020304" pitchFamily="18" charset="0"/>
                <a:cs typeface="Times New Roman" panose="02020603050405020304" pitchFamily="18" charset="0"/>
              </a:rPr>
              <a:t>Substituting , we get, </a:t>
            </a:r>
          </a:p>
          <a:p>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US" b="0" i="0" dirty="0">
              <a:solidFill>
                <a:srgbClr val="000000"/>
              </a:solidFill>
              <a:effectLst/>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965C44A-0B78-BCA0-8889-BEA934E11544}"/>
              </a:ext>
            </a:extLst>
          </p:cNvPr>
          <p:cNvPicPr>
            <a:picLocks noChangeAspect="1"/>
          </p:cNvPicPr>
          <p:nvPr/>
        </p:nvPicPr>
        <p:blipFill>
          <a:blip r:embed="rId2"/>
          <a:stretch>
            <a:fillRect/>
          </a:stretch>
        </p:blipFill>
        <p:spPr>
          <a:xfrm>
            <a:off x="7472855" y="1583412"/>
            <a:ext cx="4167352" cy="1054861"/>
          </a:xfrm>
          <a:prstGeom prst="rect">
            <a:avLst/>
          </a:prstGeom>
        </p:spPr>
      </p:pic>
      <p:pic>
        <p:nvPicPr>
          <p:cNvPr id="7" name="Picture 6">
            <a:extLst>
              <a:ext uri="{FF2B5EF4-FFF2-40B4-BE49-F238E27FC236}">
                <a16:creationId xmlns:a16="http://schemas.microsoft.com/office/drawing/2014/main" id="{AC691032-D353-BC12-2365-C414E0CCE4BC}"/>
              </a:ext>
            </a:extLst>
          </p:cNvPr>
          <p:cNvPicPr>
            <a:picLocks noChangeAspect="1"/>
          </p:cNvPicPr>
          <p:nvPr/>
        </p:nvPicPr>
        <p:blipFill>
          <a:blip r:embed="rId3"/>
          <a:stretch>
            <a:fillRect/>
          </a:stretch>
        </p:blipFill>
        <p:spPr>
          <a:xfrm>
            <a:off x="5464896" y="3235998"/>
            <a:ext cx="4167352" cy="1012736"/>
          </a:xfrm>
          <a:prstGeom prst="rect">
            <a:avLst/>
          </a:prstGeom>
        </p:spPr>
      </p:pic>
      <p:pic>
        <p:nvPicPr>
          <p:cNvPr id="9" name="Picture 8">
            <a:extLst>
              <a:ext uri="{FF2B5EF4-FFF2-40B4-BE49-F238E27FC236}">
                <a16:creationId xmlns:a16="http://schemas.microsoft.com/office/drawing/2014/main" id="{2F90D38D-7AE8-395E-7A97-4014108B8C3F}"/>
              </a:ext>
            </a:extLst>
          </p:cNvPr>
          <p:cNvPicPr>
            <a:picLocks noChangeAspect="1"/>
          </p:cNvPicPr>
          <p:nvPr/>
        </p:nvPicPr>
        <p:blipFill>
          <a:blip r:embed="rId4"/>
          <a:stretch>
            <a:fillRect/>
          </a:stretch>
        </p:blipFill>
        <p:spPr>
          <a:xfrm>
            <a:off x="4354365" y="4219728"/>
            <a:ext cx="6235861" cy="2574291"/>
          </a:xfrm>
          <a:prstGeom prst="rect">
            <a:avLst/>
          </a:prstGeom>
        </p:spPr>
      </p:pic>
    </p:spTree>
    <p:extLst>
      <p:ext uri="{BB962C8B-B14F-4D97-AF65-F5344CB8AC3E}">
        <p14:creationId xmlns:p14="http://schemas.microsoft.com/office/powerpoint/2010/main" val="21640594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65993706-FC38-5D13-7B35-459BA30A5290}"/>
              </a:ext>
            </a:extLst>
          </p:cNvPr>
          <p:cNvPicPr>
            <a:picLocks noGrp="1" noChangeAspect="1"/>
          </p:cNvPicPr>
          <p:nvPr>
            <p:ph idx="1"/>
          </p:nvPr>
        </p:nvPicPr>
        <p:blipFill>
          <a:blip r:embed="rId2"/>
          <a:stretch>
            <a:fillRect/>
          </a:stretch>
        </p:blipFill>
        <p:spPr>
          <a:xfrm>
            <a:off x="1497723" y="4386"/>
            <a:ext cx="9506607" cy="6892290"/>
          </a:xfrm>
        </p:spPr>
      </p:pic>
    </p:spTree>
    <p:extLst>
      <p:ext uri="{BB962C8B-B14F-4D97-AF65-F5344CB8AC3E}">
        <p14:creationId xmlns:p14="http://schemas.microsoft.com/office/powerpoint/2010/main" val="245253652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3CAF2-F54E-E541-D7F5-A282C1224C8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F081561-B1FD-A37F-A9AB-961F05D8FD16}"/>
              </a:ext>
            </a:extLst>
          </p:cNvPr>
          <p:cNvSpPr>
            <a:spLocks noGrp="1"/>
          </p:cNvSpPr>
          <p:nvPr>
            <p:ph idx="1"/>
          </p:nvPr>
        </p:nvSpPr>
        <p:spPr/>
        <p:txBody>
          <a:bodyPr/>
          <a:lstStyle/>
          <a:p>
            <a:pPr algn="l">
              <a:buNone/>
            </a:pPr>
            <a:r>
              <a:rPr lang="en-US" b="0" i="0" dirty="0">
                <a:solidFill>
                  <a:srgbClr val="000000"/>
                </a:solidFill>
                <a:effectLst/>
                <a:latin typeface="Times New Roman" panose="02020603050405020304" pitchFamily="18" charset="0"/>
                <a:cs typeface="Times New Roman" panose="02020603050405020304" pitchFamily="18" charset="0"/>
              </a:rPr>
              <a:t>Thus, the above equation shows that the maximum likelihood hypothesis </a:t>
            </a:r>
            <a:r>
              <a:rPr lang="en-US" b="0" i="0" dirty="0" err="1">
                <a:solidFill>
                  <a:srgbClr val="000000"/>
                </a:solidFill>
                <a:effectLst/>
                <a:latin typeface="Times New Roman" panose="02020603050405020304" pitchFamily="18" charset="0"/>
                <a:cs typeface="Times New Roman" panose="02020603050405020304" pitchFamily="18" charset="0"/>
              </a:rPr>
              <a:t>h</a:t>
            </a:r>
            <a:r>
              <a:rPr lang="en-US" b="0" i="0" baseline="-25000" dirty="0" err="1">
                <a:solidFill>
                  <a:srgbClr val="000000"/>
                </a:solidFill>
                <a:effectLst/>
                <a:latin typeface="Times New Roman" panose="02020603050405020304" pitchFamily="18" charset="0"/>
                <a:cs typeface="Times New Roman" panose="02020603050405020304" pitchFamily="18" charset="0"/>
              </a:rPr>
              <a:t>ML</a:t>
            </a:r>
            <a:r>
              <a:rPr lang="en-US" b="0" i="0" dirty="0">
                <a:solidFill>
                  <a:srgbClr val="000000"/>
                </a:solidFill>
                <a:effectLst/>
                <a:latin typeface="Times New Roman" panose="02020603050405020304" pitchFamily="18" charset="0"/>
                <a:cs typeface="Times New Roman" panose="02020603050405020304" pitchFamily="18" charset="0"/>
              </a:rPr>
              <a:t> is the one that minimizes the sum of the squared errors between the observed training values d and the hypothesis predictions h(x</a:t>
            </a:r>
            <a:r>
              <a:rPr lang="en-US" b="0" i="0" baseline="-25000" dirty="0">
                <a:solidFill>
                  <a:srgbClr val="000000"/>
                </a:solidFill>
                <a:effectLst/>
                <a:latin typeface="Times New Roman" panose="02020603050405020304" pitchFamily="18" charset="0"/>
                <a:cs typeface="Times New Roman" panose="02020603050405020304" pitchFamily="18" charset="0"/>
              </a:rPr>
              <a:t>i</a:t>
            </a:r>
            <a:r>
              <a:rPr lang="en-US" b="0" i="0" dirty="0">
                <a:solidFill>
                  <a:srgbClr val="000000"/>
                </a:solidFill>
                <a:effectLst/>
                <a:latin typeface="Times New Roman" panose="02020603050405020304" pitchFamily="18" charset="0"/>
                <a:cs typeface="Times New Roman" panose="02020603050405020304" pitchFamily="18" charset="0"/>
              </a:rPr>
              <a:t>).</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015341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474B43-C0F5-E661-F467-8E8A36D593AB}"/>
              </a:ext>
            </a:extLst>
          </p:cNvPr>
          <p:cNvSpPr>
            <a:spLocks noGrp="1"/>
          </p:cNvSpPr>
          <p:nvPr>
            <p:ph type="title"/>
          </p:nvPr>
        </p:nvSpPr>
        <p:spPr>
          <a:xfrm>
            <a:off x="378372" y="88031"/>
            <a:ext cx="11493062" cy="909493"/>
          </a:xfrm>
        </p:spPr>
        <p:txBody>
          <a:bodyPr>
            <a:noAutofit/>
          </a:bodyPr>
          <a:lstStyle/>
          <a:p>
            <a:r>
              <a:rPr lang="en-US" sz="3600" dirty="0">
                <a:solidFill>
                  <a:srgbClr val="000000"/>
                </a:solidFill>
                <a:latin typeface="Times New Roman" panose="02020603050405020304" pitchFamily="18" charset="0"/>
                <a:cs typeface="Times New Roman" panose="02020603050405020304" pitchFamily="18" charset="0"/>
              </a:rPr>
              <a:t>MINIMUM DESCRIPTION LENGTH(MDL) PRINCIPLE </a:t>
            </a:r>
            <a:endParaRPr lang="en-IN" sz="36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0B8A88FE-62B0-DC84-AFFB-200ADA2A8D15}"/>
              </a:ext>
            </a:extLst>
          </p:cNvPr>
          <p:cNvSpPr>
            <a:spLocks noGrp="1"/>
          </p:cNvSpPr>
          <p:nvPr>
            <p:ph idx="1"/>
          </p:nvPr>
        </p:nvSpPr>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Representing a concept in minimum possible way – Then it is said to be good one. </a:t>
            </a:r>
          </a:p>
          <a:p>
            <a:r>
              <a:rPr lang="en-US" b="0" i="0" dirty="0">
                <a:solidFill>
                  <a:srgbClr val="000000"/>
                </a:solidFill>
                <a:effectLst/>
                <a:latin typeface="Times New Roman" panose="02020603050405020304" pitchFamily="18" charset="0"/>
                <a:cs typeface="Times New Roman" panose="02020603050405020304" pitchFamily="18" charset="0"/>
              </a:rPr>
              <a:t>That means shorter hypothesis/shorter decision tree. </a:t>
            </a:r>
          </a:p>
          <a:p>
            <a:pPr algn="l"/>
            <a:r>
              <a:rPr lang="en-US" b="0" i="0" dirty="0">
                <a:solidFill>
                  <a:srgbClr val="000000"/>
                </a:solidFill>
                <a:effectLst/>
                <a:latin typeface="Times New Roman" panose="02020603050405020304" pitchFamily="18" charset="0"/>
                <a:cs typeface="Times New Roman" panose="02020603050405020304" pitchFamily="18" charset="0"/>
              </a:rPr>
              <a:t>Choosing the shortest explanation for the observed data</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2085206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260B32-77FF-4524-D851-467D665041B5}"/>
              </a:ext>
            </a:extLst>
          </p:cNvPr>
          <p:cNvSpPr>
            <a:spLocks noGrp="1"/>
          </p:cNvSpPr>
          <p:nvPr>
            <p:ph idx="1"/>
          </p:nvPr>
        </p:nvSpPr>
        <p:spPr>
          <a:xfrm>
            <a:off x="89343" y="362606"/>
            <a:ext cx="11873345" cy="5830122"/>
          </a:xfrm>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The Minimum Description Length (MDL) principle recommends choosing the hypothesis that minimizes the sum of these two description lengths</a:t>
            </a:r>
          </a:p>
          <a:p>
            <a:pPr algn="l">
              <a:buNone/>
            </a:pPr>
            <a:endParaRPr lang="en-US" dirty="0">
              <a:solidFill>
                <a:srgbClr val="000000"/>
              </a:solidFill>
              <a:latin typeface="Times New Roman" panose="02020603050405020304" pitchFamily="18" charset="0"/>
              <a:cs typeface="Times New Roman" panose="02020603050405020304" pitchFamily="18" charset="0"/>
            </a:endParaRPr>
          </a:p>
          <a:p>
            <a:pPr algn="l">
              <a:buNone/>
            </a:pPr>
            <a:endParaRPr lang="en-US" b="0" i="0" dirty="0">
              <a:solidFill>
                <a:srgbClr val="000000"/>
              </a:solidFill>
              <a:effectLst/>
              <a:latin typeface="Times New Roman" panose="02020603050405020304" pitchFamily="18" charset="0"/>
              <a:cs typeface="Times New Roman" panose="02020603050405020304" pitchFamily="18" charset="0"/>
            </a:endParaRPr>
          </a:p>
          <a:p>
            <a:pPr algn="l">
              <a:buNone/>
            </a:pPr>
            <a:endParaRPr lang="en-US" dirty="0">
              <a:solidFill>
                <a:srgbClr val="000000"/>
              </a:solidFill>
              <a:latin typeface="Times New Roman" panose="02020603050405020304" pitchFamily="18" charset="0"/>
              <a:cs typeface="Times New Roman" panose="02020603050405020304" pitchFamily="18" charset="0"/>
            </a:endParaRPr>
          </a:p>
          <a:p>
            <a:pPr algn="l">
              <a:buNone/>
            </a:pPr>
            <a:endParaRPr lang="en-US" b="0" i="0" dirty="0">
              <a:solidFill>
                <a:srgbClr val="000000"/>
              </a:solidFill>
              <a:effectLst/>
              <a:latin typeface="Times New Roman" panose="02020603050405020304" pitchFamily="18" charset="0"/>
              <a:cs typeface="Times New Roman" panose="02020603050405020304" pitchFamily="18" charset="0"/>
            </a:endParaRPr>
          </a:p>
          <a:p>
            <a:pPr algn="l">
              <a:buNone/>
            </a:pPr>
            <a:endParaRPr lang="en-US" dirty="0">
              <a:solidFill>
                <a:srgbClr val="000000"/>
              </a:solidFill>
              <a:latin typeface="Times New Roman" panose="02020603050405020304" pitchFamily="18" charset="0"/>
              <a:cs typeface="Times New Roman" panose="02020603050405020304" pitchFamily="18" charset="0"/>
            </a:endParaRPr>
          </a:p>
          <a:p>
            <a:pPr algn="l">
              <a:buNone/>
            </a:pPr>
            <a:endParaRPr lang="en-US" b="0" i="0" dirty="0">
              <a:solidFill>
                <a:srgbClr val="000000"/>
              </a:solidFill>
              <a:effectLst/>
              <a:latin typeface="Times New Roman" panose="02020603050405020304" pitchFamily="18" charset="0"/>
              <a:cs typeface="Times New Roman" panose="02020603050405020304" pitchFamily="18" charset="0"/>
            </a:endParaRPr>
          </a:p>
          <a:p>
            <a:pPr algn="l">
              <a:buNone/>
            </a:pPr>
            <a:endParaRPr lang="en-US" dirty="0">
              <a:solidFill>
                <a:srgbClr val="000000"/>
              </a:solidFill>
              <a:latin typeface="Times New Roman" panose="02020603050405020304" pitchFamily="18" charset="0"/>
              <a:cs typeface="Times New Roman" panose="02020603050405020304" pitchFamily="18" charset="0"/>
            </a:endParaRPr>
          </a:p>
          <a:p>
            <a:pPr algn="l">
              <a:buNone/>
            </a:pPr>
            <a:endParaRPr lang="en-US" b="0" i="0" dirty="0">
              <a:solidFill>
                <a:srgbClr val="000000"/>
              </a:solidFill>
              <a:effectLst/>
              <a:latin typeface="Times New Roman" panose="02020603050405020304" pitchFamily="18" charset="0"/>
              <a:cs typeface="Times New Roman" panose="02020603050405020304" pitchFamily="18" charset="0"/>
            </a:endParaRPr>
          </a:p>
          <a:p>
            <a:r>
              <a:rPr lang="en-US" b="0" i="0" dirty="0">
                <a:solidFill>
                  <a:srgbClr val="000000"/>
                </a:solidFill>
                <a:effectLst/>
                <a:latin typeface="Times New Roman" panose="02020603050405020304" pitchFamily="18" charset="0"/>
                <a:cs typeface="Times New Roman" panose="02020603050405020304" pitchFamily="18" charset="0"/>
              </a:rPr>
              <a:t>or alternatively, minimizing the negative of this quantity</a:t>
            </a:r>
          </a:p>
          <a:p>
            <a:pPr algn="l">
              <a:buNone/>
            </a:pPr>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998612AF-1023-3DC2-9A08-C90886D69900}"/>
              </a:ext>
            </a:extLst>
          </p:cNvPr>
          <p:cNvPicPr>
            <a:picLocks noChangeAspect="1"/>
          </p:cNvPicPr>
          <p:nvPr/>
        </p:nvPicPr>
        <p:blipFill>
          <a:blip r:embed="rId2"/>
          <a:stretch>
            <a:fillRect/>
          </a:stretch>
        </p:blipFill>
        <p:spPr>
          <a:xfrm>
            <a:off x="488732" y="1591109"/>
            <a:ext cx="10970354" cy="3595746"/>
          </a:xfrm>
          <a:prstGeom prst="rect">
            <a:avLst/>
          </a:prstGeom>
        </p:spPr>
      </p:pic>
    </p:spTree>
    <p:extLst>
      <p:ext uri="{BB962C8B-B14F-4D97-AF65-F5344CB8AC3E}">
        <p14:creationId xmlns:p14="http://schemas.microsoft.com/office/powerpoint/2010/main" val="27563892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B22FCAF-3C80-4032-13D7-1D9144BF7792}"/>
              </a:ext>
            </a:extLst>
          </p:cNvPr>
          <p:cNvSpPr>
            <a:spLocks noGrp="1"/>
          </p:cNvSpPr>
          <p:nvPr>
            <p:ph idx="1"/>
          </p:nvPr>
        </p:nvSpPr>
        <p:spPr>
          <a:xfrm>
            <a:off x="152399" y="283779"/>
            <a:ext cx="11873345" cy="5893184"/>
          </a:xfrm>
        </p:spPr>
        <p:txBody>
          <a:bodyPr/>
          <a:lstStyle/>
          <a:p>
            <a:r>
              <a:rPr lang="en-US" b="0" i="0" dirty="0">
                <a:solidFill>
                  <a:srgbClr val="000000"/>
                </a:solidFill>
                <a:effectLst/>
                <a:latin typeface="Times New Roman" panose="02020603050405020304" pitchFamily="18" charset="0"/>
                <a:cs typeface="Times New Roman" panose="02020603050405020304" pitchFamily="18" charset="0"/>
              </a:rPr>
              <a:t>The below statement interpreted that short hypotheses are preferred</a:t>
            </a:r>
          </a:p>
          <a:p>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5BF3DF41-86B0-C975-0363-ADA73932090D}"/>
              </a:ext>
            </a:extLst>
          </p:cNvPr>
          <p:cNvPicPr>
            <a:picLocks noChangeAspect="1"/>
          </p:cNvPicPr>
          <p:nvPr/>
        </p:nvPicPr>
        <p:blipFill>
          <a:blip r:embed="rId2"/>
          <a:stretch>
            <a:fillRect/>
          </a:stretch>
        </p:blipFill>
        <p:spPr>
          <a:xfrm>
            <a:off x="1072056" y="1069955"/>
            <a:ext cx="9317419" cy="5777074"/>
          </a:xfrm>
          <a:prstGeom prst="rect">
            <a:avLst/>
          </a:prstGeom>
        </p:spPr>
      </p:pic>
    </p:spTree>
    <p:extLst>
      <p:ext uri="{BB962C8B-B14F-4D97-AF65-F5344CB8AC3E}">
        <p14:creationId xmlns:p14="http://schemas.microsoft.com/office/powerpoint/2010/main" val="16831784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D59859-DA5E-D7EC-205C-2B7E57298B99}"/>
              </a:ext>
            </a:extLst>
          </p:cNvPr>
          <p:cNvSpPr>
            <a:spLocks noGrp="1"/>
          </p:cNvSpPr>
          <p:nvPr>
            <p:ph type="title"/>
          </p:nvPr>
        </p:nvSpPr>
        <p:spPr>
          <a:xfrm>
            <a:off x="838200" y="88031"/>
            <a:ext cx="10515600" cy="574121"/>
          </a:xfrm>
        </p:spPr>
        <p:txBody>
          <a:bodyPr>
            <a:normAutofit fontScale="90000"/>
          </a:bodyPr>
          <a:lstStyle/>
          <a:p>
            <a:r>
              <a:rPr lang="en-US" dirty="0">
                <a:solidFill>
                  <a:srgbClr val="000000"/>
                </a:solidFill>
                <a:latin typeface="Times New Roman" panose="02020603050405020304" pitchFamily="18" charset="0"/>
                <a:cs typeface="Times New Roman" panose="02020603050405020304" pitchFamily="18" charset="0"/>
              </a:rPr>
              <a:t>NAIVE BAYES CLASSIFIER </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F90F15CF-C962-B045-E361-55D7DB464324}"/>
              </a:ext>
            </a:extLst>
          </p:cNvPr>
          <p:cNvSpPr>
            <a:spLocks noGrp="1"/>
          </p:cNvSpPr>
          <p:nvPr>
            <p:ph idx="1"/>
          </p:nvPr>
        </p:nvSpPr>
        <p:spPr>
          <a:xfrm>
            <a:off x="152399" y="804042"/>
            <a:ext cx="11873345" cy="5965928"/>
          </a:xfrm>
        </p:spPr>
        <p:txBody>
          <a:bodyPr>
            <a:normAutofit fontScale="92500" lnSpcReduction="10000"/>
          </a:bodyPr>
          <a:lstStyle/>
          <a:p>
            <a:r>
              <a:rPr lang="en-US" b="0" i="0" dirty="0">
                <a:solidFill>
                  <a:srgbClr val="273239"/>
                </a:solidFill>
                <a:effectLst/>
                <a:latin typeface="Times New Roman" panose="02020603050405020304" pitchFamily="18" charset="0"/>
                <a:cs typeface="Times New Roman" panose="02020603050405020304" pitchFamily="18" charset="0"/>
              </a:rPr>
              <a:t>Naive Bayes classifiers are supervised machine learning algorithms used for classification tasks, based on </a:t>
            </a:r>
            <a:r>
              <a:rPr lang="en-US" b="0" i="0" dirty="0">
                <a:solidFill>
                  <a:srgbClr val="357960"/>
                </a:solidFill>
                <a:effectLst/>
                <a:latin typeface="Times New Roman" panose="02020603050405020304" pitchFamily="18" charset="0"/>
                <a:cs typeface="Times New Roman" panose="02020603050405020304" pitchFamily="18" charset="0"/>
              </a:rPr>
              <a:t>Bayes’ Theorem</a:t>
            </a:r>
            <a:r>
              <a:rPr lang="en-US" b="0" i="0" dirty="0">
                <a:solidFill>
                  <a:srgbClr val="273239"/>
                </a:solidFill>
                <a:effectLst/>
                <a:latin typeface="Times New Roman" panose="02020603050405020304" pitchFamily="18" charset="0"/>
                <a:cs typeface="Times New Roman" panose="02020603050405020304" pitchFamily="18" charset="0"/>
              </a:rPr>
              <a:t> to find probabilities.</a:t>
            </a:r>
            <a:endParaRPr lang="en-US" b="0" i="0" dirty="0">
              <a:solidFill>
                <a:srgbClr val="000000"/>
              </a:solidFill>
              <a:effectLst/>
              <a:latin typeface="Times New Roman" panose="02020603050405020304" pitchFamily="18" charset="0"/>
              <a:cs typeface="Times New Roman" panose="02020603050405020304" pitchFamily="18" charset="0"/>
            </a:endParaRPr>
          </a:p>
          <a:p>
            <a:pPr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The main idea behind the Naive Bayes classifier is to use </a:t>
            </a:r>
            <a:r>
              <a:rPr lang="en-US" b="1" i="0" dirty="0">
                <a:solidFill>
                  <a:srgbClr val="273239"/>
                </a:solidFill>
                <a:effectLst/>
                <a:latin typeface="Times New Roman" panose="02020603050405020304" pitchFamily="18" charset="0"/>
                <a:cs typeface="Times New Roman" panose="02020603050405020304" pitchFamily="18" charset="0"/>
              </a:rPr>
              <a:t>Bayes’ Theorem</a:t>
            </a:r>
            <a:r>
              <a:rPr lang="en-US" b="0" i="0" dirty="0">
                <a:solidFill>
                  <a:srgbClr val="273239"/>
                </a:solidFill>
                <a:effectLst/>
                <a:latin typeface="Times New Roman" panose="02020603050405020304" pitchFamily="18" charset="0"/>
                <a:cs typeface="Times New Roman" panose="02020603050405020304" pitchFamily="18" charset="0"/>
              </a:rPr>
              <a:t> to classify data based on the probabilities of different classes given the features of the data. It is used mostly in high-dimensional text classification</a:t>
            </a:r>
          </a:p>
          <a:p>
            <a:pPr algn="l" fontAlgn="base">
              <a:spcAft>
                <a:spcPts val="1800"/>
              </a:spcAft>
              <a:buFont typeface="Arial" panose="020B0604020202020204" pitchFamily="34" charset="0"/>
              <a:buChar char="•"/>
            </a:pPr>
            <a:r>
              <a:rPr lang="en-US" b="0" i="0" dirty="0">
                <a:solidFill>
                  <a:srgbClr val="273239"/>
                </a:solidFill>
                <a:effectLst/>
                <a:latin typeface="Times New Roman" panose="02020603050405020304" pitchFamily="18" charset="0"/>
                <a:cs typeface="Times New Roman" panose="02020603050405020304" pitchFamily="18" charset="0"/>
              </a:rPr>
              <a:t>It is a probabilistic classifier because it assumes that one feature in the model is independent of existence of another feature. In other words, each feature contributes to the predictions with no relation between each other.</a:t>
            </a:r>
          </a:p>
          <a:p>
            <a:pPr algn="l" fontAlgn="base">
              <a:spcAft>
                <a:spcPts val="1800"/>
              </a:spcAf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It calculates the probability of a sample belonging to a particular class based on the probabilities of its features. </a:t>
            </a:r>
          </a:p>
          <a:p>
            <a:pPr algn="l" fontAlgn="base">
              <a:spcAft>
                <a:spcPts val="1800"/>
              </a:spcAft>
              <a:buFont typeface="Arial" panose="020B0604020202020204" pitchFamily="34" charset="0"/>
              <a:buChar char="•"/>
            </a:pPr>
            <a:r>
              <a:rPr lang="en-US" b="0" i="0" dirty="0">
                <a:solidFill>
                  <a:srgbClr val="000000"/>
                </a:solidFill>
                <a:effectLst/>
                <a:latin typeface="Times New Roman" panose="02020603050405020304" pitchFamily="18" charset="0"/>
                <a:cs typeface="Times New Roman" panose="02020603050405020304" pitchFamily="18" charset="0"/>
              </a:rPr>
              <a:t>For example, a phone may be considered as smart if it has touch-screen, internet facility, good camera, etc. Even if all these features are dependent on each other, but all these features independently contribute to the probability of that the phone is a smart phone.</a:t>
            </a:r>
            <a:endParaRPr lang="en-US" b="0" i="0" dirty="0">
              <a:solidFill>
                <a:srgbClr val="273239"/>
              </a:solidFill>
              <a:effectLst/>
              <a:latin typeface="Times New Roman" panose="02020603050405020304" pitchFamily="18" charset="0"/>
              <a:cs typeface="Times New Roman" panose="02020603050405020304" pitchFamily="18" charset="0"/>
            </a:endParaRPr>
          </a:p>
          <a:p>
            <a:endParaRPr lang="en-US" b="0" i="0" dirty="0">
              <a:solidFill>
                <a:srgbClr val="000000"/>
              </a:solidFill>
              <a:effectLst/>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92748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C7A4C3-977A-4B36-ACA0-31DE6BF32B39}"/>
              </a:ext>
            </a:extLst>
          </p:cNvPr>
          <p:cNvSpPr>
            <a:spLocks noGrp="1"/>
          </p:cNvSpPr>
          <p:nvPr>
            <p:ph type="title"/>
          </p:nvPr>
        </p:nvSpPr>
        <p:spPr/>
        <p:txBody>
          <a:bodyPr/>
          <a:lstStyle/>
          <a:p>
            <a:r>
              <a:rPr lang="en-US" dirty="0"/>
              <a:t>Example1:</a:t>
            </a:r>
            <a:endParaRPr lang="en-IN" dirty="0"/>
          </a:p>
        </p:txBody>
      </p:sp>
      <p:sp>
        <p:nvSpPr>
          <p:cNvPr id="3" name="Content Placeholder 2">
            <a:extLst>
              <a:ext uri="{FF2B5EF4-FFF2-40B4-BE49-F238E27FC236}">
                <a16:creationId xmlns:a16="http://schemas.microsoft.com/office/drawing/2014/main" id="{1FCFB09C-0C72-85C2-1761-9F8C642C4B02}"/>
              </a:ext>
            </a:extLst>
          </p:cNvPr>
          <p:cNvSpPr>
            <a:spLocks noGrp="1"/>
          </p:cNvSpPr>
          <p:nvPr>
            <p:ph idx="1"/>
          </p:nvPr>
        </p:nvSpPr>
        <p:spPr/>
        <p:txBody>
          <a:bodyPr/>
          <a:lstStyle/>
          <a:p>
            <a:r>
              <a:rPr lang="en-US" dirty="0"/>
              <a:t>Consider a dataset of weather conditions and corresponding target variable "Play". </a:t>
            </a:r>
          </a:p>
          <a:p>
            <a:r>
              <a:rPr lang="en-US" dirty="0"/>
              <a:t>Using this dataset we need to decide that whether we should play or not on a particular day according to the weather conditions. </a:t>
            </a:r>
          </a:p>
          <a:p>
            <a:r>
              <a:rPr lang="en-US" dirty="0"/>
              <a:t>To solve this problem, follow the below steps: </a:t>
            </a:r>
          </a:p>
          <a:p>
            <a:r>
              <a:rPr lang="en-US" dirty="0"/>
              <a:t>1. Convert the given dataset into frequency tables. </a:t>
            </a:r>
          </a:p>
          <a:p>
            <a:r>
              <a:rPr lang="en-US" dirty="0"/>
              <a:t>2. Generate Likelihood table by finding the probabilities of given features. </a:t>
            </a:r>
          </a:p>
          <a:p>
            <a:r>
              <a:rPr lang="en-US" dirty="0"/>
              <a:t>3. use Bayes theorem to calculate the posterior probability. </a:t>
            </a:r>
          </a:p>
          <a:p>
            <a:r>
              <a:rPr lang="en-US" dirty="0"/>
              <a:t>Problem: If the weather is sunny, then the Player should play or not? </a:t>
            </a:r>
            <a:endParaRPr lang="en-IN" dirty="0"/>
          </a:p>
        </p:txBody>
      </p:sp>
    </p:spTree>
    <p:extLst>
      <p:ext uri="{BB962C8B-B14F-4D97-AF65-F5344CB8AC3E}">
        <p14:creationId xmlns:p14="http://schemas.microsoft.com/office/powerpoint/2010/main" val="292288064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F60AD34-A62F-8ACF-E05B-37B6D58C740D}"/>
              </a:ext>
            </a:extLst>
          </p:cNvPr>
          <p:cNvGrpSpPr/>
          <p:nvPr/>
        </p:nvGrpSpPr>
        <p:grpSpPr>
          <a:xfrm>
            <a:off x="1190929" y="1"/>
            <a:ext cx="8205319" cy="6857999"/>
            <a:chOff x="591840" y="1"/>
            <a:chExt cx="6859972" cy="6132785"/>
          </a:xfrm>
        </p:grpSpPr>
        <p:pic>
          <p:nvPicPr>
            <p:cNvPr id="5" name="Picture 4">
              <a:extLst>
                <a:ext uri="{FF2B5EF4-FFF2-40B4-BE49-F238E27FC236}">
                  <a16:creationId xmlns:a16="http://schemas.microsoft.com/office/drawing/2014/main" id="{E95EABAA-A5D7-364A-A5E9-344F2159D24F}"/>
                </a:ext>
              </a:extLst>
            </p:cNvPr>
            <p:cNvPicPr>
              <a:picLocks noChangeAspect="1"/>
            </p:cNvPicPr>
            <p:nvPr/>
          </p:nvPicPr>
          <p:blipFill>
            <a:blip r:embed="rId2"/>
            <a:stretch>
              <a:fillRect/>
            </a:stretch>
          </p:blipFill>
          <p:spPr>
            <a:xfrm>
              <a:off x="623372" y="1"/>
              <a:ext cx="6828440" cy="3429000"/>
            </a:xfrm>
            <a:prstGeom prst="rect">
              <a:avLst/>
            </a:prstGeom>
          </p:spPr>
        </p:pic>
        <p:pic>
          <p:nvPicPr>
            <p:cNvPr id="7" name="Picture 6">
              <a:extLst>
                <a:ext uri="{FF2B5EF4-FFF2-40B4-BE49-F238E27FC236}">
                  <a16:creationId xmlns:a16="http://schemas.microsoft.com/office/drawing/2014/main" id="{895BF357-38BB-AA5D-EE57-DE48AA98E8D0}"/>
                </a:ext>
              </a:extLst>
            </p:cNvPr>
            <p:cNvPicPr>
              <a:picLocks noChangeAspect="1"/>
            </p:cNvPicPr>
            <p:nvPr/>
          </p:nvPicPr>
          <p:blipFill>
            <a:blip r:embed="rId3"/>
            <a:stretch>
              <a:fillRect/>
            </a:stretch>
          </p:blipFill>
          <p:spPr>
            <a:xfrm>
              <a:off x="591840" y="3429000"/>
              <a:ext cx="6789068" cy="2703786"/>
            </a:xfrm>
            <a:prstGeom prst="rect">
              <a:avLst/>
            </a:prstGeom>
          </p:spPr>
        </p:pic>
      </p:grpSp>
    </p:spTree>
    <p:extLst>
      <p:ext uri="{BB962C8B-B14F-4D97-AF65-F5344CB8AC3E}">
        <p14:creationId xmlns:p14="http://schemas.microsoft.com/office/powerpoint/2010/main" val="135817783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3F2A06-CD2D-8FEA-A887-1D628CA3AC28}"/>
              </a:ext>
            </a:extLst>
          </p:cNvPr>
          <p:cNvSpPr>
            <a:spLocks noGrp="1"/>
          </p:cNvSpPr>
          <p:nvPr>
            <p:ph type="title"/>
          </p:nvPr>
        </p:nvSpPr>
        <p:spPr/>
        <p:txBody>
          <a:bodyPr>
            <a:normAutofit/>
          </a:bodyPr>
          <a:lstStyle/>
          <a:p>
            <a:r>
              <a:rPr lang="en-US" sz="2800" dirty="0"/>
              <a:t>Step1: Frequency table for weather</a:t>
            </a:r>
            <a:br>
              <a:rPr lang="en-US" sz="2800" dirty="0"/>
            </a:br>
            <a:r>
              <a:rPr lang="en-US" sz="2800" dirty="0"/>
              <a:t>Step2: </a:t>
            </a:r>
            <a:r>
              <a:rPr lang="en-US" sz="2800" dirty="0" err="1"/>
              <a:t>Likelyhood</a:t>
            </a:r>
            <a:r>
              <a:rPr lang="en-US" sz="2800" dirty="0"/>
              <a:t> table for weather</a:t>
            </a:r>
            <a:endParaRPr lang="en-IN" sz="2800" dirty="0"/>
          </a:p>
        </p:txBody>
      </p:sp>
      <p:graphicFrame>
        <p:nvGraphicFramePr>
          <p:cNvPr id="6" name="Content Placeholder 5">
            <a:extLst>
              <a:ext uri="{FF2B5EF4-FFF2-40B4-BE49-F238E27FC236}">
                <a16:creationId xmlns:a16="http://schemas.microsoft.com/office/drawing/2014/main" id="{7C39918C-FD33-565F-EC05-9D66706FCAFF}"/>
              </a:ext>
            </a:extLst>
          </p:cNvPr>
          <p:cNvGraphicFramePr>
            <a:graphicFrameLocks noGrp="1"/>
          </p:cNvGraphicFramePr>
          <p:nvPr>
            <p:ph idx="1"/>
            <p:extLst>
              <p:ext uri="{D42A27DB-BD31-4B8C-83A1-F6EECF244321}">
                <p14:modId xmlns:p14="http://schemas.microsoft.com/office/powerpoint/2010/main" val="1236308171"/>
              </p:ext>
            </p:extLst>
          </p:nvPr>
        </p:nvGraphicFramePr>
        <p:xfrm>
          <a:off x="3084788" y="1230058"/>
          <a:ext cx="3379076" cy="2590800"/>
        </p:xfrm>
        <a:graphic>
          <a:graphicData uri="http://schemas.openxmlformats.org/drawingml/2006/table">
            <a:tbl>
              <a:tblPr firstRow="1" bandRow="1">
                <a:tableStyleId>{5940675A-B579-460E-94D1-54222C63F5DA}</a:tableStyleId>
              </a:tblPr>
              <a:tblGrid>
                <a:gridCol w="1518744">
                  <a:extLst>
                    <a:ext uri="{9D8B030D-6E8A-4147-A177-3AD203B41FA5}">
                      <a16:colId xmlns:a16="http://schemas.microsoft.com/office/drawing/2014/main" val="3629095695"/>
                    </a:ext>
                  </a:extLst>
                </a:gridCol>
                <a:gridCol w="914345">
                  <a:extLst>
                    <a:ext uri="{9D8B030D-6E8A-4147-A177-3AD203B41FA5}">
                      <a16:colId xmlns:a16="http://schemas.microsoft.com/office/drawing/2014/main" val="1209827536"/>
                    </a:ext>
                  </a:extLst>
                </a:gridCol>
                <a:gridCol w="945987">
                  <a:extLst>
                    <a:ext uri="{9D8B030D-6E8A-4147-A177-3AD203B41FA5}">
                      <a16:colId xmlns:a16="http://schemas.microsoft.com/office/drawing/2014/main" val="3841218887"/>
                    </a:ext>
                  </a:extLst>
                </a:gridCol>
              </a:tblGrid>
              <a:tr h="371552">
                <a:tc>
                  <a:txBody>
                    <a:bodyPr/>
                    <a:lstStyle/>
                    <a:p>
                      <a:r>
                        <a:rPr lang="en-US" sz="2800" b="0" dirty="0">
                          <a:latin typeface="Times New Roman" panose="02020603050405020304" pitchFamily="18" charset="0"/>
                          <a:cs typeface="Times New Roman" panose="02020603050405020304" pitchFamily="18" charset="0"/>
                        </a:rPr>
                        <a:t>Weather</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Yes </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No</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1970909"/>
                  </a:ext>
                </a:extLst>
              </a:tr>
              <a:tr h="400958">
                <a:tc>
                  <a:txBody>
                    <a:bodyPr/>
                    <a:lstStyle/>
                    <a:p>
                      <a:r>
                        <a:rPr lang="en-US" sz="2800" b="0" dirty="0">
                          <a:latin typeface="Times New Roman" panose="02020603050405020304" pitchFamily="18" charset="0"/>
                          <a:cs typeface="Times New Roman" panose="02020603050405020304" pitchFamily="18" charset="0"/>
                        </a:rPr>
                        <a:t>Overcast</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5</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55554850"/>
                  </a:ext>
                </a:extLst>
              </a:tr>
              <a:tr h="370840">
                <a:tc>
                  <a:txBody>
                    <a:bodyPr/>
                    <a:lstStyle/>
                    <a:p>
                      <a:r>
                        <a:rPr lang="en-US" sz="2800" b="0" dirty="0">
                          <a:latin typeface="Times New Roman" panose="02020603050405020304" pitchFamily="18" charset="0"/>
                          <a:cs typeface="Times New Roman" panose="02020603050405020304" pitchFamily="18" charset="0"/>
                        </a:rPr>
                        <a:t>Rainy</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2</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2</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18732303"/>
                  </a:ext>
                </a:extLst>
              </a:tr>
              <a:tr h="370840">
                <a:tc>
                  <a:txBody>
                    <a:bodyPr/>
                    <a:lstStyle/>
                    <a:p>
                      <a:r>
                        <a:rPr lang="en-US" sz="2800" b="0" dirty="0">
                          <a:latin typeface="Times New Roman" panose="02020603050405020304" pitchFamily="18" charset="0"/>
                          <a:cs typeface="Times New Roman" panose="02020603050405020304" pitchFamily="18" charset="0"/>
                        </a:rPr>
                        <a:t>Sunny</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3</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2</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2688784"/>
                  </a:ext>
                </a:extLst>
              </a:tr>
              <a:tr h="370840">
                <a:tc>
                  <a:txBody>
                    <a:bodyPr/>
                    <a:lstStyle/>
                    <a:p>
                      <a:r>
                        <a:rPr lang="en-US" sz="2800" b="0" dirty="0">
                          <a:latin typeface="Times New Roman" panose="02020603050405020304" pitchFamily="18" charset="0"/>
                          <a:cs typeface="Times New Roman" panose="02020603050405020304" pitchFamily="18" charset="0"/>
                        </a:rPr>
                        <a:t>Total</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10</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4</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31873272"/>
                  </a:ext>
                </a:extLst>
              </a:tr>
            </a:tbl>
          </a:graphicData>
        </a:graphic>
      </p:graphicFrame>
      <p:graphicFrame>
        <p:nvGraphicFramePr>
          <p:cNvPr id="7" name="Content Placeholder 5">
            <a:extLst>
              <a:ext uri="{FF2B5EF4-FFF2-40B4-BE49-F238E27FC236}">
                <a16:creationId xmlns:a16="http://schemas.microsoft.com/office/drawing/2014/main" id="{EF597710-6A12-DD28-05F9-0E6F1C1E315A}"/>
              </a:ext>
            </a:extLst>
          </p:cNvPr>
          <p:cNvGraphicFramePr>
            <a:graphicFrameLocks/>
          </p:cNvGraphicFramePr>
          <p:nvPr>
            <p:extLst>
              <p:ext uri="{D42A27DB-BD31-4B8C-83A1-F6EECF244321}">
                <p14:modId xmlns:p14="http://schemas.microsoft.com/office/powerpoint/2010/main" val="2139767332"/>
              </p:ext>
            </p:extLst>
          </p:nvPr>
        </p:nvGraphicFramePr>
        <p:xfrm>
          <a:off x="1387366" y="4053392"/>
          <a:ext cx="9459310" cy="2590800"/>
        </p:xfrm>
        <a:graphic>
          <a:graphicData uri="http://schemas.openxmlformats.org/drawingml/2006/table">
            <a:tbl>
              <a:tblPr firstRow="1" bandRow="1">
                <a:tableStyleId>{5940675A-B579-460E-94D1-54222C63F5DA}</a:tableStyleId>
              </a:tblPr>
              <a:tblGrid>
                <a:gridCol w="2442576">
                  <a:extLst>
                    <a:ext uri="{9D8B030D-6E8A-4147-A177-3AD203B41FA5}">
                      <a16:colId xmlns:a16="http://schemas.microsoft.com/office/drawing/2014/main" val="3629095695"/>
                    </a:ext>
                  </a:extLst>
                </a:gridCol>
                <a:gridCol w="2546239">
                  <a:extLst>
                    <a:ext uri="{9D8B030D-6E8A-4147-A177-3AD203B41FA5}">
                      <a16:colId xmlns:a16="http://schemas.microsoft.com/office/drawing/2014/main" val="1209827536"/>
                    </a:ext>
                  </a:extLst>
                </a:gridCol>
                <a:gridCol w="2390744">
                  <a:extLst>
                    <a:ext uri="{9D8B030D-6E8A-4147-A177-3AD203B41FA5}">
                      <a16:colId xmlns:a16="http://schemas.microsoft.com/office/drawing/2014/main" val="3841218887"/>
                    </a:ext>
                  </a:extLst>
                </a:gridCol>
                <a:gridCol w="2079751">
                  <a:extLst>
                    <a:ext uri="{9D8B030D-6E8A-4147-A177-3AD203B41FA5}">
                      <a16:colId xmlns:a16="http://schemas.microsoft.com/office/drawing/2014/main" val="852894480"/>
                    </a:ext>
                  </a:extLst>
                </a:gridCol>
              </a:tblGrid>
              <a:tr h="370840">
                <a:tc>
                  <a:txBody>
                    <a:bodyPr/>
                    <a:lstStyle/>
                    <a:p>
                      <a:r>
                        <a:rPr lang="en-US" sz="2800" b="0" dirty="0">
                          <a:latin typeface="Times New Roman" panose="02020603050405020304" pitchFamily="18" charset="0"/>
                          <a:cs typeface="Times New Roman" panose="02020603050405020304" pitchFamily="18" charset="0"/>
                        </a:rPr>
                        <a:t>Weather</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Yes </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No</a:t>
                      </a:r>
                      <a:endParaRPr lang="en-IN" sz="2800" b="0" dirty="0">
                        <a:latin typeface="Times New Roman" panose="02020603050405020304" pitchFamily="18" charset="0"/>
                        <a:cs typeface="Times New Roman" panose="02020603050405020304" pitchFamily="18" charset="0"/>
                      </a:endParaRPr>
                    </a:p>
                  </a:txBody>
                  <a:tcPr/>
                </a:tc>
                <a:tc>
                  <a:txBody>
                    <a:bodyPr/>
                    <a:lstStyle/>
                    <a:p>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501970909"/>
                  </a:ext>
                </a:extLst>
              </a:tr>
              <a:tr h="400958">
                <a:tc>
                  <a:txBody>
                    <a:bodyPr/>
                    <a:lstStyle/>
                    <a:p>
                      <a:r>
                        <a:rPr lang="en-US" sz="2800" b="0" dirty="0">
                          <a:latin typeface="Times New Roman" panose="02020603050405020304" pitchFamily="18" charset="0"/>
                          <a:cs typeface="Times New Roman" panose="02020603050405020304" pitchFamily="18" charset="0"/>
                        </a:rPr>
                        <a:t>Overcast</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5</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5/14= 0.355</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55554850"/>
                  </a:ext>
                </a:extLst>
              </a:tr>
              <a:tr h="370840">
                <a:tc>
                  <a:txBody>
                    <a:bodyPr/>
                    <a:lstStyle/>
                    <a:p>
                      <a:r>
                        <a:rPr lang="en-US" sz="2800" b="0" dirty="0">
                          <a:latin typeface="Times New Roman" panose="02020603050405020304" pitchFamily="18" charset="0"/>
                          <a:cs typeface="Times New Roman" panose="02020603050405020304" pitchFamily="18" charset="0"/>
                        </a:rPr>
                        <a:t>Rainy</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2</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2</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4/14 = 0.29</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918732303"/>
                  </a:ext>
                </a:extLst>
              </a:tr>
              <a:tr h="370840">
                <a:tc>
                  <a:txBody>
                    <a:bodyPr/>
                    <a:lstStyle/>
                    <a:p>
                      <a:r>
                        <a:rPr lang="en-US" sz="2800" b="0" dirty="0">
                          <a:latin typeface="Times New Roman" panose="02020603050405020304" pitchFamily="18" charset="0"/>
                          <a:cs typeface="Times New Roman" panose="02020603050405020304" pitchFamily="18" charset="0"/>
                        </a:rPr>
                        <a:t>Sunny</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3</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2</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5/14 = 0.355</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62688784"/>
                  </a:ext>
                </a:extLst>
              </a:tr>
              <a:tr h="370840">
                <a:tc>
                  <a:txBody>
                    <a:bodyPr/>
                    <a:lstStyle/>
                    <a:p>
                      <a:r>
                        <a:rPr lang="en-US" sz="2800" b="0" dirty="0">
                          <a:latin typeface="Times New Roman" panose="02020603050405020304" pitchFamily="18" charset="0"/>
                          <a:cs typeface="Times New Roman" panose="02020603050405020304" pitchFamily="18" charset="0"/>
                        </a:rPr>
                        <a:t>Probability</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10/14=0.71</a:t>
                      </a:r>
                      <a:endParaRPr lang="en-IN" sz="2800" b="0" dirty="0">
                        <a:latin typeface="Times New Roman" panose="02020603050405020304" pitchFamily="18" charset="0"/>
                        <a:cs typeface="Times New Roman" panose="02020603050405020304" pitchFamily="18" charset="0"/>
                      </a:endParaRPr>
                    </a:p>
                  </a:txBody>
                  <a:tcPr/>
                </a:tc>
                <a:tc>
                  <a:txBody>
                    <a:bodyPr/>
                    <a:lstStyle/>
                    <a:p>
                      <a:r>
                        <a:rPr lang="en-US" sz="2800" b="0" dirty="0">
                          <a:latin typeface="Times New Roman" panose="02020603050405020304" pitchFamily="18" charset="0"/>
                          <a:cs typeface="Times New Roman" panose="02020603050405020304" pitchFamily="18" charset="0"/>
                        </a:rPr>
                        <a:t>4/14 = 0.29</a:t>
                      </a:r>
                      <a:endParaRPr lang="en-IN" sz="2800" b="0" dirty="0">
                        <a:latin typeface="Times New Roman" panose="02020603050405020304" pitchFamily="18" charset="0"/>
                        <a:cs typeface="Times New Roman" panose="02020603050405020304" pitchFamily="18" charset="0"/>
                      </a:endParaRPr>
                    </a:p>
                  </a:txBody>
                  <a:tcPr/>
                </a:tc>
                <a:tc>
                  <a:txBody>
                    <a:bodyPr/>
                    <a:lstStyle/>
                    <a:p>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31873272"/>
                  </a:ext>
                </a:extLst>
              </a:tr>
            </a:tbl>
          </a:graphicData>
        </a:graphic>
      </p:graphicFrame>
    </p:spTree>
    <p:extLst>
      <p:ext uri="{BB962C8B-B14F-4D97-AF65-F5344CB8AC3E}">
        <p14:creationId xmlns:p14="http://schemas.microsoft.com/office/powerpoint/2010/main" val="153736313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049DE-C6A6-07A5-804B-988FD6697A3C}"/>
              </a:ext>
            </a:extLst>
          </p:cNvPr>
          <p:cNvSpPr>
            <a:spLocks noGrp="1"/>
          </p:cNvSpPr>
          <p:nvPr>
            <p:ph type="title"/>
          </p:nvPr>
        </p:nvSpPr>
        <p:spPr/>
        <p:txBody>
          <a:bodyPr/>
          <a:lstStyle/>
          <a:p>
            <a:r>
              <a:rPr lang="en-US" dirty="0"/>
              <a:t>Step3: Apply Bayes </a:t>
            </a:r>
            <a:r>
              <a:rPr lang="en-US" dirty="0" err="1"/>
              <a:t>Theorm</a:t>
            </a:r>
            <a:endParaRPr lang="en-IN" dirty="0"/>
          </a:p>
        </p:txBody>
      </p:sp>
      <p:sp>
        <p:nvSpPr>
          <p:cNvPr id="3" name="Content Placeholder 2">
            <a:extLst>
              <a:ext uri="{FF2B5EF4-FFF2-40B4-BE49-F238E27FC236}">
                <a16:creationId xmlns:a16="http://schemas.microsoft.com/office/drawing/2014/main" id="{EF35611F-8FBA-BF04-65C4-BA86F054546B}"/>
              </a:ext>
            </a:extLst>
          </p:cNvPr>
          <p:cNvSpPr>
            <a:spLocks noGrp="1"/>
          </p:cNvSpPr>
          <p:nvPr>
            <p:ph idx="1"/>
          </p:nvPr>
        </p:nvSpPr>
        <p:spPr>
          <a:xfrm>
            <a:off x="152399" y="1119352"/>
            <a:ext cx="11873345" cy="5470634"/>
          </a:xfrm>
        </p:spPr>
        <p:txBody>
          <a:bodyPr/>
          <a:lstStyle/>
          <a:p>
            <a:pPr marL="0" indent="0">
              <a:buNone/>
            </a:pPr>
            <a:r>
              <a:rPr lang="en-IN" dirty="0"/>
              <a:t>P(</a:t>
            </a:r>
            <a:r>
              <a:rPr lang="en-IN" dirty="0" err="1"/>
              <a:t>Yes|Sunny</a:t>
            </a:r>
            <a:r>
              <a:rPr lang="en-IN" dirty="0"/>
              <a:t>)= P(</a:t>
            </a:r>
            <a:r>
              <a:rPr lang="en-IN" dirty="0" err="1"/>
              <a:t>Sunny|Yes</a:t>
            </a:r>
            <a:r>
              <a:rPr lang="en-IN" dirty="0"/>
              <a:t>)*P(Yes)/P(Sunny)</a:t>
            </a:r>
          </a:p>
          <a:p>
            <a:pPr marL="0" indent="0">
              <a:buNone/>
            </a:pPr>
            <a:r>
              <a:rPr lang="en-IN" dirty="0"/>
              <a:t>P(</a:t>
            </a:r>
            <a:r>
              <a:rPr lang="en-IN" dirty="0" err="1"/>
              <a:t>Sunny|Yes</a:t>
            </a:r>
            <a:r>
              <a:rPr lang="en-IN" dirty="0"/>
              <a:t>)= 3/10= 0.3 , P(Sunny)= 0.355 , P(Yes)=0.71 </a:t>
            </a:r>
          </a:p>
          <a:p>
            <a:pPr marL="0" indent="0">
              <a:buNone/>
            </a:pPr>
            <a:r>
              <a:rPr lang="en-IN" dirty="0"/>
              <a:t>So </a:t>
            </a:r>
            <a:r>
              <a:rPr lang="en-IN" dirty="0">
                <a:sym typeface="Wingdings" panose="05000000000000000000" pitchFamily="2" charset="2"/>
              </a:rPr>
              <a:t> </a:t>
            </a:r>
            <a:r>
              <a:rPr lang="en-IN" dirty="0"/>
              <a:t> P(</a:t>
            </a:r>
            <a:r>
              <a:rPr lang="en-IN" dirty="0" err="1"/>
              <a:t>Yes|Sunny</a:t>
            </a:r>
            <a:r>
              <a:rPr lang="en-IN" dirty="0"/>
              <a:t>) = 0.3*0.71/0.355 = 0.60 </a:t>
            </a:r>
          </a:p>
          <a:p>
            <a:pPr marL="0" indent="0">
              <a:buNone/>
            </a:pPr>
            <a:endParaRPr lang="en-IN" dirty="0"/>
          </a:p>
          <a:p>
            <a:pPr marL="0" indent="0">
              <a:buNone/>
            </a:pPr>
            <a:r>
              <a:rPr lang="en-IN" dirty="0"/>
              <a:t>P(</a:t>
            </a:r>
            <a:r>
              <a:rPr lang="en-IN" dirty="0" err="1"/>
              <a:t>No|Sunny</a:t>
            </a:r>
            <a:r>
              <a:rPr lang="en-IN" dirty="0"/>
              <a:t>)= P(</a:t>
            </a:r>
            <a:r>
              <a:rPr lang="en-IN" dirty="0" err="1"/>
              <a:t>Sunny|No</a:t>
            </a:r>
            <a:r>
              <a:rPr lang="en-IN" dirty="0"/>
              <a:t>)*P(No)/P(Sunny) </a:t>
            </a:r>
          </a:p>
          <a:p>
            <a:pPr marL="0" indent="0">
              <a:buNone/>
            </a:pPr>
            <a:r>
              <a:rPr lang="en-IN" dirty="0"/>
              <a:t>P(</a:t>
            </a:r>
            <a:r>
              <a:rPr lang="en-IN" dirty="0" err="1"/>
              <a:t>Sunny|No</a:t>
            </a:r>
            <a:r>
              <a:rPr lang="en-IN" dirty="0"/>
              <a:t>)= 2/4 </a:t>
            </a:r>
            <a:r>
              <a:rPr lang="en-IN"/>
              <a:t>= 0.5 , P</a:t>
            </a:r>
            <a:r>
              <a:rPr lang="en-IN" dirty="0"/>
              <a:t>(No)= </a:t>
            </a:r>
            <a:r>
              <a:rPr lang="en-IN"/>
              <a:t>0.29 , P</a:t>
            </a:r>
            <a:r>
              <a:rPr lang="en-IN" dirty="0"/>
              <a:t>(Sunny)= 0.355 </a:t>
            </a:r>
          </a:p>
          <a:p>
            <a:pPr marL="0" indent="0">
              <a:buNone/>
            </a:pPr>
            <a:r>
              <a:rPr lang="en-IN" dirty="0"/>
              <a:t>So </a:t>
            </a:r>
            <a:r>
              <a:rPr lang="en-IN" dirty="0">
                <a:sym typeface="Wingdings" panose="05000000000000000000" pitchFamily="2" charset="2"/>
              </a:rPr>
              <a:t> </a:t>
            </a:r>
            <a:r>
              <a:rPr lang="en-IN" dirty="0"/>
              <a:t>P(</a:t>
            </a:r>
            <a:r>
              <a:rPr lang="en-IN" dirty="0" err="1"/>
              <a:t>No|Sunny</a:t>
            </a:r>
            <a:r>
              <a:rPr lang="en-IN" dirty="0"/>
              <a:t>)= 0.5*0.29/0.355 = 0.41 </a:t>
            </a:r>
          </a:p>
        </p:txBody>
      </p:sp>
    </p:spTree>
    <p:extLst>
      <p:ext uri="{BB962C8B-B14F-4D97-AF65-F5344CB8AC3E}">
        <p14:creationId xmlns:p14="http://schemas.microsoft.com/office/powerpoint/2010/main" val="191239605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A57A9C-D196-6BFC-8D33-D615E1D96FC2}"/>
              </a:ext>
            </a:extLst>
          </p:cNvPr>
          <p:cNvSpPr>
            <a:spLocks noGrp="1"/>
          </p:cNvSpPr>
          <p:nvPr>
            <p:ph type="title"/>
          </p:nvPr>
        </p:nvSpPr>
        <p:spPr/>
        <p:txBody>
          <a:bodyPr/>
          <a:lstStyle/>
          <a:p>
            <a:r>
              <a:rPr lang="en-US" dirty="0"/>
              <a:t>Example2:</a:t>
            </a:r>
            <a:endParaRPr lang="en-IN" dirty="0"/>
          </a:p>
        </p:txBody>
      </p:sp>
      <p:sp>
        <p:nvSpPr>
          <p:cNvPr id="3" name="Content Placeholder 2">
            <a:extLst>
              <a:ext uri="{FF2B5EF4-FFF2-40B4-BE49-F238E27FC236}">
                <a16:creationId xmlns:a16="http://schemas.microsoft.com/office/drawing/2014/main" id="{16A42B02-8078-F6DD-735B-829C4B99886C}"/>
              </a:ext>
            </a:extLst>
          </p:cNvPr>
          <p:cNvSpPr>
            <a:spLocks noGrp="1"/>
          </p:cNvSpPr>
          <p:nvPr>
            <p:ph idx="1"/>
          </p:nvPr>
        </p:nvSpPr>
        <p:spPr/>
        <p:txBody>
          <a:bodyPr>
            <a:normAutofit/>
          </a:bodyPr>
          <a:lstStyle/>
          <a:p>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The following table gives dataset about different Species {M, H}. Use Naïve Bayes classifier to classify the new data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Color</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 Green, Legs=2, Height=Tall, Smelly=No , Class=?}</a:t>
            </a:r>
          </a:p>
          <a:p>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EA4F9E7-60B9-252F-E85F-8ACAC3792569}"/>
              </a:ext>
            </a:extLst>
          </p:cNvPr>
          <p:cNvPicPr>
            <a:picLocks noChangeAspect="1"/>
          </p:cNvPicPr>
          <p:nvPr/>
        </p:nvPicPr>
        <p:blipFill>
          <a:blip r:embed="rId3"/>
          <a:stretch>
            <a:fillRect/>
          </a:stretch>
        </p:blipFill>
        <p:spPr>
          <a:xfrm>
            <a:off x="2944031" y="2511736"/>
            <a:ext cx="5837362" cy="4120490"/>
          </a:xfrm>
          <a:prstGeom prst="rect">
            <a:avLst/>
          </a:prstGeom>
        </p:spPr>
      </p:pic>
    </p:spTree>
    <p:extLst>
      <p:ext uri="{BB962C8B-B14F-4D97-AF65-F5344CB8AC3E}">
        <p14:creationId xmlns:p14="http://schemas.microsoft.com/office/powerpoint/2010/main" val="338058046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FC1DA-135C-CF80-9B0B-10402D347779}"/>
              </a:ext>
            </a:extLst>
          </p:cNvPr>
          <p:cNvSpPr>
            <a:spLocks noGrp="1"/>
          </p:cNvSpPr>
          <p:nvPr>
            <p:ph type="title"/>
          </p:nvPr>
        </p:nvSpPr>
        <p:spPr/>
        <p:txBody>
          <a:bodyPr/>
          <a:lstStyle/>
          <a:p>
            <a:r>
              <a:rPr lang="en-US" dirty="0"/>
              <a:t>Solution:</a:t>
            </a:r>
            <a:endParaRPr lang="en-IN" dirty="0"/>
          </a:p>
        </p:txBody>
      </p:sp>
      <p:sp>
        <p:nvSpPr>
          <p:cNvPr id="3" name="Content Placeholder 2">
            <a:extLst>
              <a:ext uri="{FF2B5EF4-FFF2-40B4-BE49-F238E27FC236}">
                <a16:creationId xmlns:a16="http://schemas.microsoft.com/office/drawing/2014/main" id="{E7E2392E-814F-5801-FF16-D53AEEAC1892}"/>
              </a:ext>
            </a:extLst>
          </p:cNvPr>
          <p:cNvSpPr>
            <a:spLocks noGrp="1"/>
          </p:cNvSpPr>
          <p:nvPr>
            <p:ph idx="1"/>
          </p:nvPr>
        </p:nvSpPr>
        <p:spPr/>
        <p:txBody>
          <a:bodyPr/>
          <a:lstStyle/>
          <a:p>
            <a:pPr marL="514350" indent="-514350">
              <a:buFont typeface="+mj-lt"/>
              <a:buAutoNum type="arabicPeriod"/>
            </a:pPr>
            <a:r>
              <a:rPr lang="en-US" b="0" i="0" dirty="0">
                <a:solidFill>
                  <a:srgbClr val="2D3748"/>
                </a:solidFill>
                <a:effectLst/>
                <a:latin typeface="Times New Roman" panose="02020603050405020304" pitchFamily="18" charset="0"/>
                <a:cs typeface="Times New Roman" panose="02020603050405020304" pitchFamily="18" charset="0"/>
              </a:rPr>
              <a:t>first calculate the probability of the species being M or H in total.</a:t>
            </a:r>
          </a:p>
          <a:p>
            <a:pPr marL="0" indent="0">
              <a:buNone/>
            </a:pPr>
            <a:r>
              <a:rPr lang="en-IN" b="0" i="0" dirty="0">
                <a:solidFill>
                  <a:srgbClr val="2D3748"/>
                </a:solidFill>
                <a:effectLst/>
                <a:latin typeface="Times New Roman" panose="02020603050405020304" pitchFamily="18" charset="0"/>
                <a:cs typeface="Times New Roman" panose="02020603050405020304" pitchFamily="18" charset="0"/>
              </a:rPr>
              <a:t>P(Species=M)=4/8=0.5,  P(Species=H)=4/8=0.5</a:t>
            </a:r>
          </a:p>
          <a:p>
            <a:pPr marL="0" indent="0">
              <a:buNone/>
            </a:pPr>
            <a:r>
              <a:rPr lang="en-US" b="0" i="0" dirty="0">
                <a:solidFill>
                  <a:srgbClr val="2D3748"/>
                </a:solidFill>
                <a:effectLst/>
                <a:latin typeface="Times New Roman" panose="02020603050405020304" pitchFamily="18" charset="0"/>
                <a:cs typeface="Times New Roman" panose="02020603050405020304" pitchFamily="18" charset="0"/>
              </a:rPr>
              <a:t>2. calculate the conditional probability of each attribute value for each class label.</a:t>
            </a:r>
          </a:p>
          <a:p>
            <a:pPr marL="0" indent="0">
              <a:buNone/>
            </a:pPr>
            <a:endParaRPr lang="en-IN" b="0" i="0" dirty="0">
              <a:solidFill>
                <a:srgbClr val="2D3748"/>
              </a:solidFill>
              <a:effectLst/>
              <a:latin typeface="Times New Roman" panose="02020603050405020304" pitchFamily="18" charset="0"/>
              <a:cs typeface="Times New Roman" panose="02020603050405020304" pitchFamily="18" charset="0"/>
            </a:endParaRPr>
          </a:p>
          <a:p>
            <a:pPr marL="0" indent="0">
              <a:buNone/>
            </a:pPr>
            <a:endParaRPr lang="en-IN" dirty="0"/>
          </a:p>
        </p:txBody>
      </p:sp>
      <p:graphicFrame>
        <p:nvGraphicFramePr>
          <p:cNvPr id="4" name="Table 3">
            <a:extLst>
              <a:ext uri="{FF2B5EF4-FFF2-40B4-BE49-F238E27FC236}">
                <a16:creationId xmlns:a16="http://schemas.microsoft.com/office/drawing/2014/main" id="{EE17EA44-4E5E-B17C-9C46-F319338B7A69}"/>
              </a:ext>
            </a:extLst>
          </p:cNvPr>
          <p:cNvGraphicFramePr>
            <a:graphicFrameLocks noGrp="1"/>
          </p:cNvGraphicFramePr>
          <p:nvPr>
            <p:extLst>
              <p:ext uri="{D42A27DB-BD31-4B8C-83A1-F6EECF244321}">
                <p14:modId xmlns:p14="http://schemas.microsoft.com/office/powerpoint/2010/main" val="2578030914"/>
              </p:ext>
            </p:extLst>
          </p:nvPr>
        </p:nvGraphicFramePr>
        <p:xfrm>
          <a:off x="1054537" y="3429000"/>
          <a:ext cx="4605282" cy="1411014"/>
        </p:xfrm>
        <a:graphic>
          <a:graphicData uri="http://schemas.openxmlformats.org/drawingml/2006/table">
            <a:tbl>
              <a:tblPr firstRow="1" bandRow="1">
                <a:tableStyleId>{5940675A-B579-460E-94D1-54222C63F5DA}</a:tableStyleId>
              </a:tblPr>
              <a:tblGrid>
                <a:gridCol w="1535094">
                  <a:extLst>
                    <a:ext uri="{9D8B030D-6E8A-4147-A177-3AD203B41FA5}">
                      <a16:colId xmlns:a16="http://schemas.microsoft.com/office/drawing/2014/main" val="1180646300"/>
                    </a:ext>
                  </a:extLst>
                </a:gridCol>
                <a:gridCol w="1535094">
                  <a:extLst>
                    <a:ext uri="{9D8B030D-6E8A-4147-A177-3AD203B41FA5}">
                      <a16:colId xmlns:a16="http://schemas.microsoft.com/office/drawing/2014/main" val="2630341866"/>
                    </a:ext>
                  </a:extLst>
                </a:gridCol>
                <a:gridCol w="1535094">
                  <a:extLst>
                    <a:ext uri="{9D8B030D-6E8A-4147-A177-3AD203B41FA5}">
                      <a16:colId xmlns:a16="http://schemas.microsoft.com/office/drawing/2014/main" val="4117827492"/>
                    </a:ext>
                  </a:extLst>
                </a:gridCol>
              </a:tblGrid>
              <a:tr h="470338">
                <a:tc>
                  <a:txBody>
                    <a:bodyPr/>
                    <a:lstStyle/>
                    <a:p>
                      <a:pPr latinLnBrk="0"/>
                      <a:r>
                        <a:rPr lang="en-IN" sz="2400" dirty="0" err="1">
                          <a:effectLst/>
                          <a:latin typeface="Times New Roman" panose="02020603050405020304" pitchFamily="18" charset="0"/>
                          <a:cs typeface="Times New Roman" panose="02020603050405020304" pitchFamily="18" charset="0"/>
                        </a:rPr>
                        <a:t>Color</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IN" sz="2400">
                          <a:effectLst/>
                          <a:latin typeface="Times New Roman" panose="02020603050405020304" pitchFamily="18" charset="0"/>
                          <a:cs typeface="Times New Roman" panose="02020603050405020304" pitchFamily="18" charset="0"/>
                        </a:rPr>
                        <a:t>M</a:t>
                      </a:r>
                    </a:p>
                  </a:txBody>
                  <a:tcPr anchor="ctr"/>
                </a:tc>
                <a:tc>
                  <a:txBody>
                    <a:bodyPr/>
                    <a:lstStyle/>
                    <a:p>
                      <a:pPr latinLnBrk="0"/>
                      <a:r>
                        <a:rPr lang="en-IN" sz="2400">
                          <a:effectLst/>
                          <a:latin typeface="Times New Roman" panose="02020603050405020304" pitchFamily="18" charset="0"/>
                          <a:cs typeface="Times New Roman" panose="02020603050405020304" pitchFamily="18" charset="0"/>
                        </a:rPr>
                        <a:t>H</a:t>
                      </a:r>
                    </a:p>
                  </a:txBody>
                  <a:tcPr anchor="ctr"/>
                </a:tc>
                <a:extLst>
                  <a:ext uri="{0D108BD9-81ED-4DB2-BD59-A6C34878D82A}">
                    <a16:rowId xmlns:a16="http://schemas.microsoft.com/office/drawing/2014/main" val="2398191974"/>
                  </a:ext>
                </a:extLst>
              </a:tr>
              <a:tr h="470338">
                <a:tc>
                  <a:txBody>
                    <a:bodyPr/>
                    <a:lstStyle/>
                    <a:p>
                      <a:pPr latinLnBrk="0"/>
                      <a:r>
                        <a:rPr lang="en-IN" sz="2400">
                          <a:effectLst/>
                          <a:latin typeface="Times New Roman" panose="02020603050405020304" pitchFamily="18" charset="0"/>
                          <a:cs typeface="Times New Roman" panose="02020603050405020304" pitchFamily="18" charset="0"/>
                        </a:rPr>
                        <a:t>White</a:t>
                      </a: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2</a:t>
                      </a:r>
                      <a:r>
                        <a:rPr lang="en-IN" sz="2400" dirty="0">
                          <a:effectLst/>
                          <a:latin typeface="Times New Roman" panose="02020603050405020304" pitchFamily="18" charset="0"/>
                          <a:cs typeface="Times New Roman" panose="02020603050405020304" pitchFamily="18" charset="0"/>
                        </a:rPr>
                        <a:t>/4 = 0.5</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¾=0.75</a:t>
                      </a:r>
                    </a:p>
                  </a:txBody>
                  <a:tcPr anchor="ctr"/>
                </a:tc>
                <a:extLst>
                  <a:ext uri="{0D108BD9-81ED-4DB2-BD59-A6C34878D82A}">
                    <a16:rowId xmlns:a16="http://schemas.microsoft.com/office/drawing/2014/main" val="2499161821"/>
                  </a:ext>
                </a:extLst>
              </a:tr>
              <a:tr h="470338">
                <a:tc>
                  <a:txBody>
                    <a:bodyPr/>
                    <a:lstStyle/>
                    <a:p>
                      <a:pPr latinLnBrk="0"/>
                      <a:r>
                        <a:rPr lang="en-IN" sz="2400">
                          <a:effectLst/>
                          <a:latin typeface="Times New Roman" panose="02020603050405020304" pitchFamily="18" charset="0"/>
                          <a:cs typeface="Times New Roman" panose="02020603050405020304" pitchFamily="18" charset="0"/>
                        </a:rPr>
                        <a:t>Green</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2/4 =0.5</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¼ = 0.25</a:t>
                      </a:r>
                    </a:p>
                  </a:txBody>
                  <a:tcPr anchor="ctr"/>
                </a:tc>
                <a:extLst>
                  <a:ext uri="{0D108BD9-81ED-4DB2-BD59-A6C34878D82A}">
                    <a16:rowId xmlns:a16="http://schemas.microsoft.com/office/drawing/2014/main" val="711378835"/>
                  </a:ext>
                </a:extLst>
              </a:tr>
            </a:tbl>
          </a:graphicData>
        </a:graphic>
      </p:graphicFrame>
      <p:graphicFrame>
        <p:nvGraphicFramePr>
          <p:cNvPr id="5" name="Table 4">
            <a:extLst>
              <a:ext uri="{FF2B5EF4-FFF2-40B4-BE49-F238E27FC236}">
                <a16:creationId xmlns:a16="http://schemas.microsoft.com/office/drawing/2014/main" id="{9595E68C-7A09-50F6-0BFB-407CB5D6DC8C}"/>
              </a:ext>
            </a:extLst>
          </p:cNvPr>
          <p:cNvGraphicFramePr>
            <a:graphicFrameLocks noGrp="1"/>
          </p:cNvGraphicFramePr>
          <p:nvPr>
            <p:extLst>
              <p:ext uri="{D42A27DB-BD31-4B8C-83A1-F6EECF244321}">
                <p14:modId xmlns:p14="http://schemas.microsoft.com/office/powerpoint/2010/main" val="893016160"/>
              </p:ext>
            </p:extLst>
          </p:nvPr>
        </p:nvGraphicFramePr>
        <p:xfrm>
          <a:off x="5936593" y="3415862"/>
          <a:ext cx="4605282" cy="1411014"/>
        </p:xfrm>
        <a:graphic>
          <a:graphicData uri="http://schemas.openxmlformats.org/drawingml/2006/table">
            <a:tbl>
              <a:tblPr firstRow="1" bandRow="1">
                <a:tableStyleId>{5940675A-B579-460E-94D1-54222C63F5DA}</a:tableStyleId>
              </a:tblPr>
              <a:tblGrid>
                <a:gridCol w="1535094">
                  <a:extLst>
                    <a:ext uri="{9D8B030D-6E8A-4147-A177-3AD203B41FA5}">
                      <a16:colId xmlns:a16="http://schemas.microsoft.com/office/drawing/2014/main" val="1180646300"/>
                    </a:ext>
                  </a:extLst>
                </a:gridCol>
                <a:gridCol w="1535094">
                  <a:extLst>
                    <a:ext uri="{9D8B030D-6E8A-4147-A177-3AD203B41FA5}">
                      <a16:colId xmlns:a16="http://schemas.microsoft.com/office/drawing/2014/main" val="2630341866"/>
                    </a:ext>
                  </a:extLst>
                </a:gridCol>
                <a:gridCol w="1535094">
                  <a:extLst>
                    <a:ext uri="{9D8B030D-6E8A-4147-A177-3AD203B41FA5}">
                      <a16:colId xmlns:a16="http://schemas.microsoft.com/office/drawing/2014/main" val="4117827492"/>
                    </a:ext>
                  </a:extLst>
                </a:gridCol>
              </a:tblGrid>
              <a:tr h="470338">
                <a:tc>
                  <a:txBody>
                    <a:bodyPr/>
                    <a:lstStyle/>
                    <a:p>
                      <a:pPr latinLnBrk="0"/>
                      <a:r>
                        <a:rPr lang="en-IN" sz="2400" dirty="0">
                          <a:effectLst/>
                          <a:latin typeface="Times New Roman" panose="02020603050405020304" pitchFamily="18" charset="0"/>
                          <a:cs typeface="Times New Roman" panose="02020603050405020304" pitchFamily="18" charset="0"/>
                        </a:rPr>
                        <a:t>Legs</a:t>
                      </a:r>
                    </a:p>
                  </a:txBody>
                  <a:tcPr anchor="ctr"/>
                </a:tc>
                <a:tc>
                  <a:txBody>
                    <a:bodyPr/>
                    <a:lstStyle/>
                    <a:p>
                      <a:pPr latinLnBrk="0"/>
                      <a:r>
                        <a:rPr lang="en-IN" sz="2400">
                          <a:effectLst/>
                          <a:latin typeface="Times New Roman" panose="02020603050405020304" pitchFamily="18" charset="0"/>
                          <a:cs typeface="Times New Roman" panose="02020603050405020304" pitchFamily="18" charset="0"/>
                        </a:rPr>
                        <a:t>M</a:t>
                      </a:r>
                    </a:p>
                  </a:txBody>
                  <a:tcPr anchor="ctr"/>
                </a:tc>
                <a:tc>
                  <a:txBody>
                    <a:bodyPr/>
                    <a:lstStyle/>
                    <a:p>
                      <a:pPr latinLnBrk="0"/>
                      <a:r>
                        <a:rPr lang="en-IN" sz="2400">
                          <a:effectLst/>
                          <a:latin typeface="Times New Roman" panose="02020603050405020304" pitchFamily="18" charset="0"/>
                          <a:cs typeface="Times New Roman" panose="02020603050405020304" pitchFamily="18" charset="0"/>
                        </a:rPr>
                        <a:t>H</a:t>
                      </a:r>
                    </a:p>
                  </a:txBody>
                  <a:tcPr anchor="ctr"/>
                </a:tc>
                <a:extLst>
                  <a:ext uri="{0D108BD9-81ED-4DB2-BD59-A6C34878D82A}">
                    <a16:rowId xmlns:a16="http://schemas.microsoft.com/office/drawing/2014/main" val="2398191974"/>
                  </a:ext>
                </a:extLst>
              </a:tr>
              <a:tr h="470338">
                <a:tc>
                  <a:txBody>
                    <a:bodyPr/>
                    <a:lstStyle/>
                    <a:p>
                      <a:pPr latinLnBrk="0"/>
                      <a:r>
                        <a:rPr lang="en-IN" sz="2400">
                          <a:effectLst/>
                          <a:latin typeface="Times New Roman" panose="02020603050405020304" pitchFamily="18" charset="0"/>
                          <a:cs typeface="Times New Roman" panose="02020603050405020304" pitchFamily="18" charset="0"/>
                        </a:rPr>
                        <a:t>2</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¼ = 0.25</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4/4 = 1</a:t>
                      </a:r>
                    </a:p>
                  </a:txBody>
                  <a:tcPr anchor="ctr"/>
                </a:tc>
                <a:extLst>
                  <a:ext uri="{0D108BD9-81ED-4DB2-BD59-A6C34878D82A}">
                    <a16:rowId xmlns:a16="http://schemas.microsoft.com/office/drawing/2014/main" val="2499161821"/>
                  </a:ext>
                </a:extLst>
              </a:tr>
              <a:tr h="470338">
                <a:tc>
                  <a:txBody>
                    <a:bodyPr/>
                    <a:lstStyle/>
                    <a:p>
                      <a:pPr latinLnBrk="0"/>
                      <a:r>
                        <a:rPr lang="en-IN" sz="2400">
                          <a:effectLst/>
                          <a:latin typeface="Times New Roman" panose="02020603050405020304" pitchFamily="18" charset="0"/>
                          <a:cs typeface="Times New Roman" panose="02020603050405020304" pitchFamily="18" charset="0"/>
                        </a:rPr>
                        <a:t>3</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¾ = 0.75</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0/4 = 0</a:t>
                      </a:r>
                    </a:p>
                  </a:txBody>
                  <a:tcPr anchor="ctr"/>
                </a:tc>
                <a:extLst>
                  <a:ext uri="{0D108BD9-81ED-4DB2-BD59-A6C34878D82A}">
                    <a16:rowId xmlns:a16="http://schemas.microsoft.com/office/drawing/2014/main" val="711378835"/>
                  </a:ext>
                </a:extLst>
              </a:tr>
            </a:tbl>
          </a:graphicData>
        </a:graphic>
      </p:graphicFrame>
      <p:graphicFrame>
        <p:nvGraphicFramePr>
          <p:cNvPr id="6" name="Table 5">
            <a:extLst>
              <a:ext uri="{FF2B5EF4-FFF2-40B4-BE49-F238E27FC236}">
                <a16:creationId xmlns:a16="http://schemas.microsoft.com/office/drawing/2014/main" id="{379E3FFE-1B0B-8E9D-2F26-5C202F4C3A20}"/>
              </a:ext>
            </a:extLst>
          </p:cNvPr>
          <p:cNvGraphicFramePr>
            <a:graphicFrameLocks noGrp="1"/>
          </p:cNvGraphicFramePr>
          <p:nvPr>
            <p:extLst>
              <p:ext uri="{D42A27DB-BD31-4B8C-83A1-F6EECF244321}">
                <p14:modId xmlns:p14="http://schemas.microsoft.com/office/powerpoint/2010/main" val="3775802170"/>
              </p:ext>
            </p:extLst>
          </p:nvPr>
        </p:nvGraphicFramePr>
        <p:xfrm>
          <a:off x="1054537" y="5015334"/>
          <a:ext cx="4605282" cy="1411014"/>
        </p:xfrm>
        <a:graphic>
          <a:graphicData uri="http://schemas.openxmlformats.org/drawingml/2006/table">
            <a:tbl>
              <a:tblPr firstRow="1" bandRow="1">
                <a:tableStyleId>{5940675A-B579-460E-94D1-54222C63F5DA}</a:tableStyleId>
              </a:tblPr>
              <a:tblGrid>
                <a:gridCol w="1535094">
                  <a:extLst>
                    <a:ext uri="{9D8B030D-6E8A-4147-A177-3AD203B41FA5}">
                      <a16:colId xmlns:a16="http://schemas.microsoft.com/office/drawing/2014/main" val="1180646300"/>
                    </a:ext>
                  </a:extLst>
                </a:gridCol>
                <a:gridCol w="1535094">
                  <a:extLst>
                    <a:ext uri="{9D8B030D-6E8A-4147-A177-3AD203B41FA5}">
                      <a16:colId xmlns:a16="http://schemas.microsoft.com/office/drawing/2014/main" val="2630341866"/>
                    </a:ext>
                  </a:extLst>
                </a:gridCol>
                <a:gridCol w="1535094">
                  <a:extLst>
                    <a:ext uri="{9D8B030D-6E8A-4147-A177-3AD203B41FA5}">
                      <a16:colId xmlns:a16="http://schemas.microsoft.com/office/drawing/2014/main" val="4117827492"/>
                    </a:ext>
                  </a:extLst>
                </a:gridCol>
              </a:tblGrid>
              <a:tr h="470338">
                <a:tc>
                  <a:txBody>
                    <a:bodyPr/>
                    <a:lstStyle/>
                    <a:p>
                      <a:pPr latinLnBrk="0"/>
                      <a:r>
                        <a:rPr lang="en-IN" sz="2400" dirty="0">
                          <a:effectLst/>
                          <a:latin typeface="Times New Roman" panose="02020603050405020304" pitchFamily="18" charset="0"/>
                          <a:cs typeface="Times New Roman" panose="02020603050405020304" pitchFamily="18" charset="0"/>
                        </a:rPr>
                        <a:t>Height</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M</a:t>
                      </a:r>
                    </a:p>
                  </a:txBody>
                  <a:tcPr anchor="ctr"/>
                </a:tc>
                <a:tc>
                  <a:txBody>
                    <a:bodyPr/>
                    <a:lstStyle/>
                    <a:p>
                      <a:pPr latinLnBrk="0"/>
                      <a:r>
                        <a:rPr lang="en-IN" sz="2400">
                          <a:effectLst/>
                          <a:latin typeface="Times New Roman" panose="02020603050405020304" pitchFamily="18" charset="0"/>
                          <a:cs typeface="Times New Roman" panose="02020603050405020304" pitchFamily="18" charset="0"/>
                        </a:rPr>
                        <a:t>H</a:t>
                      </a:r>
                    </a:p>
                  </a:txBody>
                  <a:tcPr anchor="ctr"/>
                </a:tc>
                <a:extLst>
                  <a:ext uri="{0D108BD9-81ED-4DB2-BD59-A6C34878D82A}">
                    <a16:rowId xmlns:a16="http://schemas.microsoft.com/office/drawing/2014/main" val="2398191974"/>
                  </a:ext>
                </a:extLst>
              </a:tr>
              <a:tr h="470338">
                <a:tc>
                  <a:txBody>
                    <a:bodyPr/>
                    <a:lstStyle/>
                    <a:p>
                      <a:pPr latinLnBrk="0"/>
                      <a:r>
                        <a:rPr lang="en-IN" sz="2400">
                          <a:effectLst/>
                          <a:latin typeface="Times New Roman" panose="02020603050405020304" pitchFamily="18" charset="0"/>
                          <a:cs typeface="Times New Roman" panose="02020603050405020304" pitchFamily="18" charset="0"/>
                        </a:rPr>
                        <a:t>Tall</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1/4=0.25</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2/4 = 0.5</a:t>
                      </a:r>
                    </a:p>
                  </a:txBody>
                  <a:tcPr anchor="ctr"/>
                </a:tc>
                <a:extLst>
                  <a:ext uri="{0D108BD9-81ED-4DB2-BD59-A6C34878D82A}">
                    <a16:rowId xmlns:a16="http://schemas.microsoft.com/office/drawing/2014/main" val="2499161821"/>
                  </a:ext>
                </a:extLst>
              </a:tr>
              <a:tr h="470338">
                <a:tc>
                  <a:txBody>
                    <a:bodyPr/>
                    <a:lstStyle/>
                    <a:p>
                      <a:pPr latinLnBrk="0"/>
                      <a:r>
                        <a:rPr lang="en-IN" sz="2400">
                          <a:effectLst/>
                          <a:latin typeface="Times New Roman" panose="02020603050405020304" pitchFamily="18" charset="0"/>
                          <a:cs typeface="Times New Roman" panose="02020603050405020304" pitchFamily="18" charset="0"/>
                        </a:rPr>
                        <a:t>Short</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3/4 = 0.75</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2/4 = 0.5</a:t>
                      </a:r>
                    </a:p>
                  </a:txBody>
                  <a:tcPr anchor="ctr"/>
                </a:tc>
                <a:extLst>
                  <a:ext uri="{0D108BD9-81ED-4DB2-BD59-A6C34878D82A}">
                    <a16:rowId xmlns:a16="http://schemas.microsoft.com/office/drawing/2014/main" val="711378835"/>
                  </a:ext>
                </a:extLst>
              </a:tr>
            </a:tbl>
          </a:graphicData>
        </a:graphic>
      </p:graphicFrame>
      <p:graphicFrame>
        <p:nvGraphicFramePr>
          <p:cNvPr id="7" name="Table 6">
            <a:extLst>
              <a:ext uri="{FF2B5EF4-FFF2-40B4-BE49-F238E27FC236}">
                <a16:creationId xmlns:a16="http://schemas.microsoft.com/office/drawing/2014/main" id="{408F154D-3F84-9573-B24E-98FA777DFBFF}"/>
              </a:ext>
            </a:extLst>
          </p:cNvPr>
          <p:cNvGraphicFramePr>
            <a:graphicFrameLocks noGrp="1"/>
          </p:cNvGraphicFramePr>
          <p:nvPr>
            <p:extLst>
              <p:ext uri="{D42A27DB-BD31-4B8C-83A1-F6EECF244321}">
                <p14:modId xmlns:p14="http://schemas.microsoft.com/office/powerpoint/2010/main" val="2966761544"/>
              </p:ext>
            </p:extLst>
          </p:nvPr>
        </p:nvGraphicFramePr>
        <p:xfrm>
          <a:off x="5936593" y="5015334"/>
          <a:ext cx="4605282" cy="1411014"/>
        </p:xfrm>
        <a:graphic>
          <a:graphicData uri="http://schemas.openxmlformats.org/drawingml/2006/table">
            <a:tbl>
              <a:tblPr firstRow="1" bandRow="1">
                <a:tableStyleId>{5940675A-B579-460E-94D1-54222C63F5DA}</a:tableStyleId>
              </a:tblPr>
              <a:tblGrid>
                <a:gridCol w="1535094">
                  <a:extLst>
                    <a:ext uri="{9D8B030D-6E8A-4147-A177-3AD203B41FA5}">
                      <a16:colId xmlns:a16="http://schemas.microsoft.com/office/drawing/2014/main" val="1180646300"/>
                    </a:ext>
                  </a:extLst>
                </a:gridCol>
                <a:gridCol w="1535094">
                  <a:extLst>
                    <a:ext uri="{9D8B030D-6E8A-4147-A177-3AD203B41FA5}">
                      <a16:colId xmlns:a16="http://schemas.microsoft.com/office/drawing/2014/main" val="2630341866"/>
                    </a:ext>
                  </a:extLst>
                </a:gridCol>
                <a:gridCol w="1535094">
                  <a:extLst>
                    <a:ext uri="{9D8B030D-6E8A-4147-A177-3AD203B41FA5}">
                      <a16:colId xmlns:a16="http://schemas.microsoft.com/office/drawing/2014/main" val="4117827492"/>
                    </a:ext>
                  </a:extLst>
                </a:gridCol>
              </a:tblGrid>
              <a:tr h="470338">
                <a:tc>
                  <a:txBody>
                    <a:bodyPr/>
                    <a:lstStyle/>
                    <a:p>
                      <a:pPr latinLnBrk="0"/>
                      <a:r>
                        <a:rPr lang="en-IN" sz="2400" dirty="0">
                          <a:effectLst/>
                          <a:latin typeface="Times New Roman" panose="02020603050405020304" pitchFamily="18" charset="0"/>
                          <a:cs typeface="Times New Roman" panose="02020603050405020304" pitchFamily="18" charset="0"/>
                        </a:rPr>
                        <a:t>Smelly</a:t>
                      </a:r>
                    </a:p>
                  </a:txBody>
                  <a:tcPr anchor="ctr"/>
                </a:tc>
                <a:tc>
                  <a:txBody>
                    <a:bodyPr/>
                    <a:lstStyle/>
                    <a:p>
                      <a:pPr latinLnBrk="0"/>
                      <a:r>
                        <a:rPr lang="en-IN" sz="2400">
                          <a:effectLst/>
                          <a:latin typeface="Times New Roman" panose="02020603050405020304" pitchFamily="18" charset="0"/>
                          <a:cs typeface="Times New Roman" panose="02020603050405020304" pitchFamily="18" charset="0"/>
                        </a:rPr>
                        <a:t>M</a:t>
                      </a:r>
                    </a:p>
                  </a:txBody>
                  <a:tcPr anchor="ctr"/>
                </a:tc>
                <a:tc>
                  <a:txBody>
                    <a:bodyPr/>
                    <a:lstStyle/>
                    <a:p>
                      <a:pPr latinLnBrk="0"/>
                      <a:r>
                        <a:rPr lang="en-IN" sz="2400">
                          <a:effectLst/>
                          <a:latin typeface="Times New Roman" panose="02020603050405020304" pitchFamily="18" charset="0"/>
                          <a:cs typeface="Times New Roman" panose="02020603050405020304" pitchFamily="18" charset="0"/>
                        </a:rPr>
                        <a:t>H</a:t>
                      </a:r>
                    </a:p>
                  </a:txBody>
                  <a:tcPr anchor="ctr"/>
                </a:tc>
                <a:extLst>
                  <a:ext uri="{0D108BD9-81ED-4DB2-BD59-A6C34878D82A}">
                    <a16:rowId xmlns:a16="http://schemas.microsoft.com/office/drawing/2014/main" val="2398191974"/>
                  </a:ext>
                </a:extLst>
              </a:tr>
              <a:tr h="470338">
                <a:tc>
                  <a:txBody>
                    <a:bodyPr/>
                    <a:lstStyle/>
                    <a:p>
                      <a:pPr latinLnBrk="0"/>
                      <a:r>
                        <a:rPr lang="en-IN" sz="2400">
                          <a:effectLst/>
                          <a:latin typeface="Times New Roman" panose="02020603050405020304" pitchFamily="18" charset="0"/>
                          <a:cs typeface="Times New Roman" panose="02020603050405020304" pitchFamily="18" charset="0"/>
                        </a:rPr>
                        <a:t>Yes</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¾=0.75</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¼=0.25</a:t>
                      </a:r>
                    </a:p>
                  </a:txBody>
                  <a:tcPr anchor="ctr"/>
                </a:tc>
                <a:extLst>
                  <a:ext uri="{0D108BD9-81ED-4DB2-BD59-A6C34878D82A}">
                    <a16:rowId xmlns:a16="http://schemas.microsoft.com/office/drawing/2014/main" val="2499161821"/>
                  </a:ext>
                </a:extLst>
              </a:tr>
              <a:tr h="470338">
                <a:tc>
                  <a:txBody>
                    <a:bodyPr/>
                    <a:lstStyle/>
                    <a:p>
                      <a:pPr latinLnBrk="0"/>
                      <a:r>
                        <a:rPr lang="en-IN" sz="2400">
                          <a:effectLst/>
                          <a:latin typeface="Times New Roman" panose="02020603050405020304" pitchFamily="18" charset="0"/>
                          <a:cs typeface="Times New Roman" panose="02020603050405020304" pitchFamily="18" charset="0"/>
                        </a:rPr>
                        <a:t>No</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¼=0.25</a:t>
                      </a:r>
                    </a:p>
                  </a:txBody>
                  <a:tcPr anchor="ctr"/>
                </a:tc>
                <a:tc>
                  <a:txBody>
                    <a:bodyPr/>
                    <a:lstStyle/>
                    <a:p>
                      <a:pPr latinLnBrk="0"/>
                      <a:r>
                        <a:rPr lang="en-IN" sz="2400" dirty="0">
                          <a:effectLst/>
                          <a:latin typeface="Times New Roman" panose="02020603050405020304" pitchFamily="18" charset="0"/>
                          <a:cs typeface="Times New Roman" panose="02020603050405020304" pitchFamily="18" charset="0"/>
                        </a:rPr>
                        <a:t>¾=0.75</a:t>
                      </a:r>
                    </a:p>
                  </a:txBody>
                  <a:tcPr anchor="ctr"/>
                </a:tc>
                <a:extLst>
                  <a:ext uri="{0D108BD9-81ED-4DB2-BD59-A6C34878D82A}">
                    <a16:rowId xmlns:a16="http://schemas.microsoft.com/office/drawing/2014/main" val="711378835"/>
                  </a:ext>
                </a:extLst>
              </a:tr>
            </a:tbl>
          </a:graphicData>
        </a:graphic>
      </p:graphicFrame>
    </p:spTree>
    <p:extLst>
      <p:ext uri="{BB962C8B-B14F-4D97-AF65-F5344CB8AC3E}">
        <p14:creationId xmlns:p14="http://schemas.microsoft.com/office/powerpoint/2010/main" val="299565528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96B0AA8-BEAE-648E-01BE-1DF9E40A943F}"/>
              </a:ext>
            </a:extLst>
          </p:cNvPr>
          <p:cNvSpPr>
            <a:spLocks noGrp="1"/>
          </p:cNvSpPr>
          <p:nvPr>
            <p:ph idx="1"/>
          </p:nvPr>
        </p:nvSpPr>
        <p:spPr>
          <a:xfrm>
            <a:off x="152399" y="488731"/>
            <a:ext cx="11873345" cy="6022428"/>
          </a:xfrm>
        </p:spPr>
        <p:txBody>
          <a:bodyPr>
            <a:normAutofit lnSpcReduction="10000"/>
          </a:bodyPr>
          <a:lstStyle/>
          <a:p>
            <a:r>
              <a:rPr lang="en-US" dirty="0">
                <a:solidFill>
                  <a:srgbClr val="2D3748"/>
                </a:solidFill>
                <a:latin typeface="Times New Roman" panose="02020603050405020304" pitchFamily="18" charset="0"/>
                <a:cs typeface="Times New Roman" panose="02020603050405020304" pitchFamily="18" charset="0"/>
              </a:rPr>
              <a:t>C</a:t>
            </a:r>
            <a:r>
              <a:rPr lang="en-US" b="0" i="0" dirty="0">
                <a:solidFill>
                  <a:srgbClr val="2D3748"/>
                </a:solidFill>
                <a:effectLst/>
                <a:latin typeface="Times New Roman" panose="02020603050405020304" pitchFamily="18" charset="0"/>
                <a:cs typeface="Times New Roman" panose="02020603050405020304" pitchFamily="18" charset="0"/>
              </a:rPr>
              <a:t>alculate the probability of the new attribute set belonging to a single class.</a:t>
            </a:r>
          </a:p>
          <a:p>
            <a:pPr marL="0" indent="0">
              <a:buNone/>
            </a:pP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Color</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 Green, Legs=2, Height=Tall, Smelly=No , Class=?}</a:t>
            </a:r>
          </a:p>
          <a:p>
            <a:pPr marL="0" indent="0">
              <a:buNone/>
            </a:pPr>
            <a:endParaRPr lang="en-IN" kern="1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b="0" i="0" dirty="0">
                <a:solidFill>
                  <a:srgbClr val="2D3748"/>
                </a:solidFill>
                <a:effectLst/>
                <a:latin typeface="Times New Roman" panose="02020603050405020304" pitchFamily="18" charset="0"/>
                <a:cs typeface="Times New Roman" panose="02020603050405020304" pitchFamily="18" charset="0"/>
              </a:rPr>
              <a:t>The probability of X belonging to Species M will be as follows:</a:t>
            </a:r>
          </a:p>
          <a:p>
            <a:pPr marL="0" indent="0">
              <a:buNone/>
            </a:pPr>
            <a:r>
              <a:rPr lang="en-US" dirty="0">
                <a:solidFill>
                  <a:srgbClr val="2D3748"/>
                </a:solidFill>
                <a:latin typeface="Times New Roman" panose="02020603050405020304" pitchFamily="18" charset="0"/>
                <a:cs typeface="Times New Roman" panose="02020603050405020304" pitchFamily="18" charset="0"/>
              </a:rPr>
              <a:t>P</a:t>
            </a:r>
            <a:r>
              <a:rPr lang="en-US" b="0" i="0" dirty="0">
                <a:solidFill>
                  <a:srgbClr val="2D3748"/>
                </a:solidFill>
                <a:effectLst/>
                <a:latin typeface="Times New Roman" panose="02020603050405020304" pitchFamily="18" charset="0"/>
                <a:cs typeface="Times New Roman" panose="02020603050405020304" pitchFamily="18" charset="0"/>
              </a:rPr>
              <a:t>(M/X) =P(M)*P(Green/M)*P(Legs2/M)*P(Tall/M)*P(Smell=No/M)     </a:t>
            </a:r>
          </a:p>
          <a:p>
            <a:pPr marL="0" indent="0">
              <a:buNone/>
            </a:pPr>
            <a:r>
              <a:rPr lang="en-US" dirty="0">
                <a:solidFill>
                  <a:srgbClr val="2D3748"/>
                </a:solidFill>
                <a:latin typeface="Times New Roman" panose="02020603050405020304" pitchFamily="18" charset="0"/>
                <a:cs typeface="Times New Roman" panose="02020603050405020304" pitchFamily="18" charset="0"/>
              </a:rPr>
              <a:t>              </a:t>
            </a:r>
            <a:r>
              <a:rPr lang="en-US" b="0" i="0" dirty="0">
                <a:solidFill>
                  <a:srgbClr val="2D3748"/>
                </a:solidFill>
                <a:effectLst/>
                <a:latin typeface="Times New Roman" panose="02020603050405020304" pitchFamily="18" charset="0"/>
                <a:cs typeface="Times New Roman" panose="02020603050405020304" pitchFamily="18" charset="0"/>
              </a:rPr>
              <a:t>= 0.5  *  0.5            *  0.25          * 0.25        * 0.25                  = 0.0039</a:t>
            </a:r>
          </a:p>
          <a:p>
            <a:endParaRPr lang="en-US" dirty="0">
              <a:solidFill>
                <a:srgbClr val="2D3748"/>
              </a:solidFill>
              <a:latin typeface="Times New Roman" panose="02020603050405020304" pitchFamily="18" charset="0"/>
              <a:cs typeface="Times New Roman" panose="02020603050405020304" pitchFamily="18" charset="0"/>
            </a:endParaRPr>
          </a:p>
          <a:p>
            <a:r>
              <a:rPr lang="en-US" dirty="0">
                <a:solidFill>
                  <a:srgbClr val="2D3748"/>
                </a:solidFill>
                <a:latin typeface="Times New Roman" panose="02020603050405020304" pitchFamily="18" charset="0"/>
                <a:cs typeface="Times New Roman" panose="02020603050405020304" pitchFamily="18" charset="0"/>
              </a:rPr>
              <a:t>T</a:t>
            </a:r>
            <a:r>
              <a:rPr lang="en-US" b="0" i="0" dirty="0">
                <a:solidFill>
                  <a:srgbClr val="2D3748"/>
                </a:solidFill>
                <a:effectLst/>
                <a:latin typeface="Times New Roman" panose="02020603050405020304" pitchFamily="18" charset="0"/>
                <a:cs typeface="Times New Roman" panose="02020603050405020304" pitchFamily="18" charset="0"/>
              </a:rPr>
              <a:t>he probability of X belonging to Species H will be as follows:</a:t>
            </a:r>
          </a:p>
          <a:p>
            <a:pPr marL="0" indent="0">
              <a:buNone/>
            </a:pPr>
            <a:r>
              <a:rPr lang="en-IN" b="0" i="0" dirty="0">
                <a:solidFill>
                  <a:srgbClr val="2D3748"/>
                </a:solidFill>
                <a:effectLst/>
                <a:latin typeface="Times New Roman" panose="02020603050405020304" pitchFamily="18" charset="0"/>
                <a:cs typeface="Times New Roman" panose="02020603050405020304" pitchFamily="18" charset="0"/>
              </a:rPr>
              <a:t>P(H/X) = P(H)*P(Green/H)*P(Legs2/H)*P(Tall/H)*P(Smell=No/H)    </a:t>
            </a:r>
          </a:p>
          <a:p>
            <a:pPr marL="0" indent="0">
              <a:buNone/>
            </a:pPr>
            <a:r>
              <a:rPr lang="en-IN" dirty="0">
                <a:solidFill>
                  <a:srgbClr val="2D3748"/>
                </a:solidFill>
                <a:latin typeface="Times New Roman" panose="02020603050405020304" pitchFamily="18" charset="0"/>
                <a:cs typeface="Times New Roman" panose="02020603050405020304" pitchFamily="18" charset="0"/>
              </a:rPr>
              <a:t>             </a:t>
            </a:r>
            <a:r>
              <a:rPr lang="en-IN" b="0" i="0" dirty="0">
                <a:solidFill>
                  <a:srgbClr val="2D3748"/>
                </a:solidFill>
                <a:effectLst/>
                <a:latin typeface="Times New Roman" panose="02020603050405020304" pitchFamily="18" charset="0"/>
                <a:cs typeface="Times New Roman" panose="02020603050405020304" pitchFamily="18" charset="0"/>
              </a:rPr>
              <a:t>=  0.5  *  0.25         *   1              *   0.5       *   0.75                 =  </a:t>
            </a:r>
            <a:r>
              <a:rPr lang="en-IN" dirty="0">
                <a:solidFill>
                  <a:srgbClr val="2D3748"/>
                </a:solidFill>
                <a:latin typeface="Times New Roman" panose="02020603050405020304" pitchFamily="18" charset="0"/>
                <a:cs typeface="Times New Roman" panose="02020603050405020304" pitchFamily="18" charset="0"/>
              </a:rPr>
              <a:t>0.4688</a:t>
            </a:r>
          </a:p>
          <a:p>
            <a:pPr marL="0" indent="0">
              <a:buNone/>
            </a:pPr>
            <a:endParaRPr lang="en-IN" b="0" i="0" dirty="0">
              <a:solidFill>
                <a:srgbClr val="2D3748"/>
              </a:solidFill>
              <a:effectLst/>
              <a:latin typeface="Times New Roman" panose="02020603050405020304" pitchFamily="18" charset="0"/>
              <a:cs typeface="Times New Roman" panose="02020603050405020304" pitchFamily="18" charset="0"/>
            </a:endParaRPr>
          </a:p>
          <a:p>
            <a:r>
              <a:rPr lang="en-US" dirty="0">
                <a:solidFill>
                  <a:srgbClr val="2D3748"/>
                </a:solidFill>
                <a:latin typeface="Times New Roman" panose="02020603050405020304" pitchFamily="18" charset="0"/>
                <a:cs typeface="Times New Roman" panose="02020603050405020304" pitchFamily="18" charset="0"/>
              </a:rPr>
              <a:t>T</a:t>
            </a:r>
            <a:r>
              <a:rPr lang="en-US" b="0" i="0" dirty="0">
                <a:solidFill>
                  <a:srgbClr val="2D3748"/>
                </a:solidFill>
                <a:effectLst/>
                <a:latin typeface="Times New Roman" panose="02020603050405020304" pitchFamily="18" charset="0"/>
                <a:cs typeface="Times New Roman" panose="02020603050405020304" pitchFamily="18" charset="0"/>
              </a:rPr>
              <a:t>he probability is high that X belongs to Species H</a:t>
            </a:r>
          </a:p>
          <a:p>
            <a:pPr marL="0" indent="0">
              <a:buNone/>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233137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D43AA-8ACE-A579-7A00-C20288FC1951}"/>
              </a:ext>
            </a:extLst>
          </p:cNvPr>
          <p:cNvSpPr>
            <a:spLocks noGrp="1"/>
          </p:cNvSpPr>
          <p:nvPr>
            <p:ph type="title"/>
          </p:nvPr>
        </p:nvSpPr>
        <p:spPr/>
        <p:txBody>
          <a:bodyPr/>
          <a:lstStyle/>
          <a:p>
            <a:r>
              <a:rPr lang="en-US" dirty="0"/>
              <a:t>Example3:</a:t>
            </a:r>
            <a:endParaRPr lang="en-IN" dirty="0"/>
          </a:p>
        </p:txBody>
      </p:sp>
      <p:sp>
        <p:nvSpPr>
          <p:cNvPr id="3" name="Content Placeholder 2">
            <a:extLst>
              <a:ext uri="{FF2B5EF4-FFF2-40B4-BE49-F238E27FC236}">
                <a16:creationId xmlns:a16="http://schemas.microsoft.com/office/drawing/2014/main" id="{EF93F365-263E-79B5-0C98-00A2CB44AAC5}"/>
              </a:ext>
            </a:extLst>
          </p:cNvPr>
          <p:cNvSpPr>
            <a:spLocks noGrp="1"/>
          </p:cNvSpPr>
          <p:nvPr>
            <p:ph idx="1"/>
          </p:nvPr>
        </p:nvSpPr>
        <p:spPr/>
        <p:txBody>
          <a:bodyPr>
            <a:normAutofit/>
          </a:bodyPr>
          <a:lstStyle/>
          <a:p>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Consider the car theft problem with attributes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Color</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 Type, Origin, and the target, Stolen can be either Yes or No. Estimate the conditional probabilities values for the new instance {</a:t>
            </a:r>
            <a:r>
              <a:rPr lang="en-IN" kern="100" dirty="0" err="1">
                <a:effectLst/>
                <a:latin typeface="Times New Roman" panose="02020603050405020304" pitchFamily="18" charset="0"/>
                <a:ea typeface="Calibri" panose="020F0502020204030204" pitchFamily="34" charset="0"/>
                <a:cs typeface="Times New Roman" panose="02020603050405020304" pitchFamily="18" charset="0"/>
              </a:rPr>
              <a:t>Color</a:t>
            </a:r>
            <a:r>
              <a:rPr lang="en-IN" kern="100" dirty="0">
                <a:effectLst/>
                <a:latin typeface="Times New Roman" panose="02020603050405020304" pitchFamily="18" charset="0"/>
                <a:ea typeface="Calibri" panose="020F0502020204030204" pitchFamily="34" charset="0"/>
                <a:cs typeface="Times New Roman" panose="02020603050405020304" pitchFamily="18" charset="0"/>
              </a:rPr>
              <a:t>=Red, Type=SUV, Origin = Domestic}</a:t>
            </a:r>
          </a:p>
          <a:p>
            <a:endParaRPr lang="en-IN" sz="4000" dirty="0">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3075357B-8C54-31B9-B84A-890D0CA0970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2434697" y="2805178"/>
            <a:ext cx="6730828" cy="3794591"/>
          </a:xfrm>
          <a:prstGeom prst="rect">
            <a:avLst/>
          </a:prstGeom>
          <a:noFill/>
          <a:ln>
            <a:noFill/>
          </a:ln>
        </p:spPr>
      </p:pic>
    </p:spTree>
    <p:extLst>
      <p:ext uri="{BB962C8B-B14F-4D97-AF65-F5344CB8AC3E}">
        <p14:creationId xmlns:p14="http://schemas.microsoft.com/office/powerpoint/2010/main" val="6510019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FB727B-487F-A6DF-EA0F-1E290785C998}"/>
              </a:ext>
            </a:extLst>
          </p:cNvPr>
          <p:cNvSpPr>
            <a:spLocks noGrp="1"/>
          </p:cNvSpPr>
          <p:nvPr>
            <p:ph type="title"/>
          </p:nvPr>
        </p:nvSpPr>
        <p:spPr>
          <a:xfrm>
            <a:off x="323201" y="32073"/>
            <a:ext cx="10515600" cy="909493"/>
          </a:xfrm>
        </p:spPr>
        <p:txBody>
          <a:bodyPr/>
          <a:lstStyle/>
          <a:p>
            <a:r>
              <a:rPr lang="en-US" dirty="0"/>
              <a:t>Solution</a:t>
            </a:r>
            <a:endParaRPr lang="en-IN" dirty="0"/>
          </a:p>
        </p:txBody>
      </p:sp>
      <p:sp>
        <p:nvSpPr>
          <p:cNvPr id="3" name="Content Placeholder 2">
            <a:extLst>
              <a:ext uri="{FF2B5EF4-FFF2-40B4-BE49-F238E27FC236}">
                <a16:creationId xmlns:a16="http://schemas.microsoft.com/office/drawing/2014/main" id="{E38C16A9-3C0E-EE06-2DA2-1EE065C0EFF9}"/>
              </a:ext>
            </a:extLst>
          </p:cNvPr>
          <p:cNvSpPr>
            <a:spLocks noGrp="1"/>
          </p:cNvSpPr>
          <p:nvPr>
            <p:ph idx="1"/>
          </p:nvPr>
        </p:nvSpPr>
        <p:spPr>
          <a:xfrm>
            <a:off x="578077" y="1702557"/>
            <a:ext cx="3268718" cy="3885658"/>
          </a:xfrm>
        </p:spPr>
        <p:txBody>
          <a:bodyPr/>
          <a:lstStyle/>
          <a:p>
            <a:r>
              <a:rPr lang="en-US" i="0" dirty="0">
                <a:solidFill>
                  <a:srgbClr val="242424"/>
                </a:solidFill>
                <a:effectLst/>
                <a:latin typeface="Times New Roman" panose="02020603050405020304" pitchFamily="18" charset="0"/>
                <a:cs typeface="Times New Roman" panose="02020603050405020304" pitchFamily="18" charset="0"/>
              </a:rPr>
              <a:t>Problem is to classify a Red Domestic SUV is getting stolen or not. </a:t>
            </a:r>
          </a:p>
          <a:p>
            <a:r>
              <a:rPr lang="en-US" dirty="0">
                <a:solidFill>
                  <a:srgbClr val="242424"/>
                </a:solidFill>
                <a:latin typeface="Times New Roman" panose="02020603050405020304" pitchFamily="18" charset="0"/>
                <a:cs typeface="Times New Roman" panose="02020603050405020304" pitchFamily="18" charset="0"/>
              </a:rPr>
              <a:t>Frequency table and </a:t>
            </a:r>
            <a:r>
              <a:rPr lang="en-US" dirty="0" err="1">
                <a:solidFill>
                  <a:srgbClr val="242424"/>
                </a:solidFill>
                <a:latin typeface="Times New Roman" panose="02020603050405020304" pitchFamily="18" charset="0"/>
                <a:cs typeface="Times New Roman" panose="02020603050405020304" pitchFamily="18" charset="0"/>
              </a:rPr>
              <a:t>likelyhood</a:t>
            </a:r>
            <a:r>
              <a:rPr lang="en-US" dirty="0">
                <a:solidFill>
                  <a:srgbClr val="242424"/>
                </a:solidFill>
                <a:latin typeface="Times New Roman" panose="02020603050405020304" pitchFamily="18" charset="0"/>
                <a:cs typeface="Times New Roman" panose="02020603050405020304" pitchFamily="18" charset="0"/>
              </a:rPr>
              <a:t> tables</a:t>
            </a:r>
            <a:endParaRPr lang="en-IN" dirty="0">
              <a:latin typeface="Times New Roman" panose="02020603050405020304" pitchFamily="18" charset="0"/>
              <a:cs typeface="Times New Roman" panose="02020603050405020304" pitchFamily="18" charset="0"/>
            </a:endParaRPr>
          </a:p>
        </p:txBody>
      </p:sp>
      <p:pic>
        <p:nvPicPr>
          <p:cNvPr id="1026" name="Picture 2">
            <a:extLst>
              <a:ext uri="{FF2B5EF4-FFF2-40B4-BE49-F238E27FC236}">
                <a16:creationId xmlns:a16="http://schemas.microsoft.com/office/drawing/2014/main" id="{6BC3A42C-F3D9-F00D-C6B1-B9CCF5F3A80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9104" y="32073"/>
            <a:ext cx="7769695" cy="334096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BDD6A6F9-EF0A-7A0F-E5B7-152EF894B7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99104" y="3172453"/>
            <a:ext cx="7769694" cy="36739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6409849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732940C7-0686-4C99-E1CF-7AEE2D8D3D6E}"/>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20158" y="583328"/>
            <a:ext cx="8888889" cy="40761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466661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a:extLst>
              <a:ext uri="{FF2B5EF4-FFF2-40B4-BE49-F238E27FC236}">
                <a16:creationId xmlns:a16="http://schemas.microsoft.com/office/drawing/2014/main" id="{5D7DEA12-EDD7-C254-B603-2DEB941F6E5F}"/>
              </a:ext>
            </a:extLst>
          </p:cNvPr>
          <p:cNvSpPr>
            <a:spLocks noGrp="1" noChangeArrowheads="1"/>
          </p:cNvSpPr>
          <p:nvPr>
            <p:ph idx="1"/>
          </p:nvPr>
        </p:nvSpPr>
        <p:spPr bwMode="auto">
          <a:xfrm>
            <a:off x="171449" y="738359"/>
            <a:ext cx="11849101" cy="53812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The list of features to consider as -</a:t>
            </a:r>
            <a:r>
              <a:rPr lang="en-US" altLang="en-US" sz="2400" dirty="0">
                <a:solidFill>
                  <a:srgbClr val="242424"/>
                </a:solidFill>
                <a:latin typeface="Times New Roman" panose="02020603050405020304" pitchFamily="18" charset="0"/>
                <a:cs typeface="Times New Roman" panose="02020603050405020304" pitchFamily="18" charset="0"/>
              </a:rPr>
              <a:t>   Feature</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(Red, SUV, Domestic)</a:t>
            </a:r>
            <a:endPar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To determine car is stolen ‘YES’</a:t>
            </a:r>
            <a:endPar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P(</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Yes|Feature</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P(</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Red|Yes</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P(</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SUV|Yes</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P(</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Domestic|Yes</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P(Yes)</a:t>
            </a:r>
            <a:endPar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To determine the car is not stolen ‘NO’</a:t>
            </a:r>
            <a:endPar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P(</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No|Feature</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P(</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Red|No</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P(</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SUV|No</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P(</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Domestic|No</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P(No)</a:t>
            </a:r>
            <a:endPar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lang="en-US" altLang="en-US" sz="2400" dirty="0">
                <a:solidFill>
                  <a:srgbClr val="242424"/>
                </a:solidFill>
                <a:latin typeface="Times New Roman" panose="02020603050405020304" pitchFamily="18" charset="0"/>
                <a:cs typeface="Times New Roman" panose="02020603050405020304" pitchFamily="18" charset="0"/>
              </a:rPr>
              <a:t>Fi</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nd the conditional probabilities :</a:t>
            </a:r>
            <a:endPar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P(</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Yes|Feature</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3/5  *   1/5   *   2/5  *  </a:t>
            </a:r>
            <a:r>
              <a:rPr lang="en-US" altLang="en-US" sz="2400" dirty="0">
                <a:solidFill>
                  <a:srgbClr val="242424"/>
                </a:solidFill>
                <a:latin typeface="Times New Roman" panose="02020603050405020304" pitchFamily="18" charset="0"/>
                <a:cs typeface="Times New Roman" panose="02020603050405020304" pitchFamily="18" charset="0"/>
              </a:rPr>
              <a:t>5/10</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0.024</a:t>
            </a:r>
            <a:endPar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P(</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No|Feature</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2/5   *   3/5   *   3/5  *  </a:t>
            </a:r>
            <a:r>
              <a:rPr lang="en-US" altLang="en-US" sz="2400" dirty="0">
                <a:solidFill>
                  <a:srgbClr val="242424"/>
                </a:solidFill>
                <a:latin typeface="Times New Roman" panose="02020603050405020304" pitchFamily="18" charset="0"/>
                <a:cs typeface="Times New Roman" panose="02020603050405020304" pitchFamily="18" charset="0"/>
              </a:rPr>
              <a:t>5/10</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 0.072</a:t>
            </a:r>
            <a:endPar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50000"/>
              </a:lnSpc>
              <a:spcBef>
                <a:spcPct val="0"/>
              </a:spcBef>
              <a:spcAft>
                <a:spcPct val="0"/>
              </a:spcAft>
              <a:buClrTx/>
              <a:buSzTx/>
              <a:buFontTx/>
              <a:buNone/>
              <a:tabLst/>
            </a:pP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Since 0.072 &gt; 0.024, given the features RED, SUV and Domestic, the example gets classified as ’NO’ , </a:t>
            </a:r>
            <a:r>
              <a:rPr kumimoji="0" lang="en-US" altLang="en-US" sz="2400" b="0" u="none" strike="noStrike" cap="none" normalizeH="0" baseline="0" dirty="0" err="1">
                <a:ln>
                  <a:noFill/>
                </a:ln>
                <a:solidFill>
                  <a:srgbClr val="242424"/>
                </a:solidFill>
                <a:effectLst/>
                <a:latin typeface="Times New Roman" panose="02020603050405020304" pitchFamily="18" charset="0"/>
                <a:cs typeface="Times New Roman" panose="02020603050405020304" pitchFamily="18" charset="0"/>
              </a:rPr>
              <a:t>ie</a:t>
            </a:r>
            <a:r>
              <a:rPr kumimoji="0" lang="en-US" altLang="en-US" sz="2400" b="0" u="none" strike="noStrike" cap="none" normalizeH="0" baseline="0" dirty="0">
                <a:ln>
                  <a:noFill/>
                </a:ln>
                <a:solidFill>
                  <a:srgbClr val="242424"/>
                </a:solidFill>
                <a:effectLst/>
                <a:latin typeface="Times New Roman" panose="02020603050405020304" pitchFamily="18" charset="0"/>
                <a:cs typeface="Times New Roman" panose="02020603050405020304" pitchFamily="18" charset="0"/>
              </a:rPr>
              <a:t>., the car is not stolen.</a:t>
            </a:r>
            <a:endParaRPr kumimoji="0" lang="en-US" altLang="en-US" sz="24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135419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69436-4DF3-0845-D85E-1694A8B5DCA7}"/>
              </a:ext>
            </a:extLst>
          </p:cNvPr>
          <p:cNvSpPr>
            <a:spLocks noGrp="1"/>
          </p:cNvSpPr>
          <p:nvPr>
            <p:ph type="title"/>
          </p:nvPr>
        </p:nvSpPr>
        <p:spPr/>
        <p:txBody>
          <a:bodyPr/>
          <a:lstStyle/>
          <a:p>
            <a:r>
              <a:rPr lang="en-US" dirty="0"/>
              <a:t>Example 4:</a:t>
            </a:r>
            <a:endParaRPr lang="en-IN" dirty="0"/>
          </a:p>
        </p:txBody>
      </p:sp>
      <p:sp>
        <p:nvSpPr>
          <p:cNvPr id="3" name="Content Placeholder 2">
            <a:extLst>
              <a:ext uri="{FF2B5EF4-FFF2-40B4-BE49-F238E27FC236}">
                <a16:creationId xmlns:a16="http://schemas.microsoft.com/office/drawing/2014/main" id="{1B7EA6D5-097B-BDEA-CDEF-39C23F81BE79}"/>
              </a:ext>
            </a:extLst>
          </p:cNvPr>
          <p:cNvSpPr>
            <a:spLocks noGrp="1"/>
          </p:cNvSpPr>
          <p:nvPr>
            <p:ph idx="1"/>
          </p:nvPr>
        </p:nvSpPr>
        <p:spPr/>
        <p:txBody>
          <a:bodyPr/>
          <a:lstStyle/>
          <a:p>
            <a:r>
              <a:rPr lang="en-US" dirty="0"/>
              <a:t>Consider the following hypothetical data concerning student characteristics and whether or not each student should be hired. </a:t>
            </a:r>
          </a:p>
          <a:p>
            <a:r>
              <a:rPr lang="en-US" dirty="0"/>
              <a:t>Use a Naive Bayes classifier to determine whether or not someone with  poor GPA, and lots of effort should be hired.</a:t>
            </a:r>
            <a:endParaRPr lang="en-IN" dirty="0"/>
          </a:p>
        </p:txBody>
      </p:sp>
      <p:pic>
        <p:nvPicPr>
          <p:cNvPr id="5" name="Picture 4">
            <a:extLst>
              <a:ext uri="{FF2B5EF4-FFF2-40B4-BE49-F238E27FC236}">
                <a16:creationId xmlns:a16="http://schemas.microsoft.com/office/drawing/2014/main" id="{EC268FC1-34DD-855E-A5D8-4EBAB594D1D4}"/>
              </a:ext>
            </a:extLst>
          </p:cNvPr>
          <p:cNvPicPr>
            <a:picLocks noChangeAspect="1"/>
          </p:cNvPicPr>
          <p:nvPr/>
        </p:nvPicPr>
        <p:blipFill>
          <a:blip r:embed="rId2"/>
          <a:stretch>
            <a:fillRect/>
          </a:stretch>
        </p:blipFill>
        <p:spPr>
          <a:xfrm>
            <a:off x="3496495" y="3059825"/>
            <a:ext cx="5212752" cy="3710144"/>
          </a:xfrm>
          <a:prstGeom prst="rect">
            <a:avLst/>
          </a:prstGeom>
        </p:spPr>
      </p:pic>
    </p:spTree>
    <p:extLst>
      <p:ext uri="{BB962C8B-B14F-4D97-AF65-F5344CB8AC3E}">
        <p14:creationId xmlns:p14="http://schemas.microsoft.com/office/powerpoint/2010/main" val="1426312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6BF284-8B16-1BE1-FB46-CE4BF962CCFB}"/>
              </a:ext>
            </a:extLst>
          </p:cNvPr>
          <p:cNvSpPr>
            <a:spLocks noGrp="1"/>
          </p:cNvSpPr>
          <p:nvPr>
            <p:ph type="title"/>
          </p:nvPr>
        </p:nvSpPr>
        <p:spPr/>
        <p:txBody>
          <a:bodyPr/>
          <a:lstStyle/>
          <a:p>
            <a:r>
              <a:rPr lang="en-US" dirty="0"/>
              <a:t>Solution</a:t>
            </a:r>
            <a:endParaRPr lang="en-IN" dirty="0"/>
          </a:p>
        </p:txBody>
      </p:sp>
      <p:sp>
        <p:nvSpPr>
          <p:cNvPr id="3" name="Content Placeholder 2">
            <a:extLst>
              <a:ext uri="{FF2B5EF4-FFF2-40B4-BE49-F238E27FC236}">
                <a16:creationId xmlns:a16="http://schemas.microsoft.com/office/drawing/2014/main" id="{B7EF7013-B24F-9D84-A156-E903BEC49816}"/>
              </a:ext>
            </a:extLst>
          </p:cNvPr>
          <p:cNvSpPr>
            <a:spLocks noGrp="1"/>
          </p:cNvSpPr>
          <p:nvPr>
            <p:ph idx="1"/>
          </p:nvPr>
        </p:nvSpPr>
        <p:spPr/>
        <p:txBody>
          <a:bodyPr/>
          <a:lstStyle/>
          <a:p>
            <a:endParaRPr lang="en-US" dirty="0"/>
          </a:p>
          <a:p>
            <a:endParaRPr lang="en-IN" dirty="0"/>
          </a:p>
        </p:txBody>
      </p:sp>
      <p:graphicFrame>
        <p:nvGraphicFramePr>
          <p:cNvPr id="6" name="Table 5">
            <a:extLst>
              <a:ext uri="{FF2B5EF4-FFF2-40B4-BE49-F238E27FC236}">
                <a16:creationId xmlns:a16="http://schemas.microsoft.com/office/drawing/2014/main" id="{F582B363-1543-8DD0-62CD-79D67D0676A9}"/>
              </a:ext>
            </a:extLst>
          </p:cNvPr>
          <p:cNvGraphicFramePr>
            <a:graphicFrameLocks noGrp="1"/>
          </p:cNvGraphicFramePr>
          <p:nvPr>
            <p:extLst>
              <p:ext uri="{D42A27DB-BD31-4B8C-83A1-F6EECF244321}">
                <p14:modId xmlns:p14="http://schemas.microsoft.com/office/powerpoint/2010/main" val="2544610069"/>
              </p:ext>
            </p:extLst>
          </p:nvPr>
        </p:nvGraphicFramePr>
        <p:xfrm>
          <a:off x="1665006" y="1095690"/>
          <a:ext cx="6501531" cy="2074744"/>
        </p:xfrm>
        <a:graphic>
          <a:graphicData uri="http://schemas.openxmlformats.org/drawingml/2006/table">
            <a:tbl>
              <a:tblPr firstRow="1" bandRow="1">
                <a:tableStyleId>{5940675A-B579-460E-94D1-54222C63F5DA}</a:tableStyleId>
              </a:tblPr>
              <a:tblGrid>
                <a:gridCol w="2544141">
                  <a:extLst>
                    <a:ext uri="{9D8B030D-6E8A-4147-A177-3AD203B41FA5}">
                      <a16:colId xmlns:a16="http://schemas.microsoft.com/office/drawing/2014/main" val="1180646300"/>
                    </a:ext>
                  </a:extLst>
                </a:gridCol>
                <a:gridCol w="2068074">
                  <a:extLst>
                    <a:ext uri="{9D8B030D-6E8A-4147-A177-3AD203B41FA5}">
                      <a16:colId xmlns:a16="http://schemas.microsoft.com/office/drawing/2014/main" val="2630341866"/>
                    </a:ext>
                  </a:extLst>
                </a:gridCol>
                <a:gridCol w="1889316">
                  <a:extLst>
                    <a:ext uri="{9D8B030D-6E8A-4147-A177-3AD203B41FA5}">
                      <a16:colId xmlns:a16="http://schemas.microsoft.com/office/drawing/2014/main" val="4117827492"/>
                    </a:ext>
                  </a:extLst>
                </a:gridCol>
              </a:tblGrid>
              <a:tr h="518686">
                <a:tc>
                  <a:txBody>
                    <a:bodyPr/>
                    <a:lstStyle/>
                    <a:p>
                      <a:pPr latinLnBrk="0"/>
                      <a:r>
                        <a:rPr lang="en-US" sz="2400" b="1" dirty="0">
                          <a:effectLst/>
                          <a:latin typeface="Times New Roman" panose="02020603050405020304" pitchFamily="18" charset="0"/>
                          <a:cs typeface="Times New Roman" panose="02020603050405020304" pitchFamily="18" charset="0"/>
                        </a:rPr>
                        <a:t>G</a:t>
                      </a:r>
                      <a:r>
                        <a:rPr lang="en-IN" sz="2400" b="1" dirty="0">
                          <a:effectLst/>
                          <a:latin typeface="Times New Roman" panose="02020603050405020304" pitchFamily="18" charset="0"/>
                          <a:cs typeface="Times New Roman" panose="02020603050405020304" pitchFamily="18" charset="0"/>
                        </a:rPr>
                        <a:t>PA</a:t>
                      </a:r>
                    </a:p>
                  </a:txBody>
                  <a:tcPr anchor="ctr"/>
                </a:tc>
                <a:tc>
                  <a:txBody>
                    <a:bodyPr/>
                    <a:lstStyle/>
                    <a:p>
                      <a:pPr latinLnBrk="0"/>
                      <a:r>
                        <a:rPr lang="en-US" sz="2400" b="1" dirty="0" err="1">
                          <a:effectLst/>
                          <a:latin typeface="Times New Roman" panose="02020603050405020304" pitchFamily="18" charset="0"/>
                          <a:cs typeface="Times New Roman" panose="02020603050405020304" pitchFamily="18" charset="0"/>
                        </a:rPr>
                        <a:t>HYes</a:t>
                      </a:r>
                      <a:endParaRPr lang="en-IN" sz="2400" b="1"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b="1" dirty="0" err="1">
                          <a:effectLst/>
                          <a:latin typeface="Times New Roman" panose="02020603050405020304" pitchFamily="18" charset="0"/>
                          <a:cs typeface="Times New Roman" panose="02020603050405020304" pitchFamily="18" charset="0"/>
                        </a:rPr>
                        <a:t>HNo</a:t>
                      </a:r>
                      <a:endParaRPr lang="en-IN" sz="2400" b="1"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98191974"/>
                  </a:ext>
                </a:extLst>
              </a:tr>
              <a:tr h="518686">
                <a:tc>
                  <a:txBody>
                    <a:bodyPr/>
                    <a:lstStyle/>
                    <a:p>
                      <a:pPr latinLnBrk="0"/>
                      <a:r>
                        <a:rPr lang="en-US" sz="2400" dirty="0">
                          <a:effectLst/>
                          <a:latin typeface="Times New Roman" panose="02020603050405020304" pitchFamily="18" charset="0"/>
                          <a:cs typeface="Times New Roman" panose="02020603050405020304" pitchFamily="18" charset="0"/>
                        </a:rPr>
                        <a:t>Poor</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1/3</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1/5</a:t>
                      </a:r>
                      <a:endParaRPr lang="en-IN" sz="2400"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99161821"/>
                  </a:ext>
                </a:extLst>
              </a:tr>
              <a:tr h="518686">
                <a:tc>
                  <a:txBody>
                    <a:bodyPr/>
                    <a:lstStyle/>
                    <a:p>
                      <a:pPr latinLnBrk="0"/>
                      <a:r>
                        <a:rPr lang="en-US" sz="2400" dirty="0">
                          <a:effectLst/>
                          <a:latin typeface="Times New Roman" panose="02020603050405020304" pitchFamily="18" charset="0"/>
                          <a:cs typeface="Times New Roman" panose="02020603050405020304" pitchFamily="18" charset="0"/>
                        </a:rPr>
                        <a:t>Average</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1/3</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2/5</a:t>
                      </a:r>
                      <a:endParaRPr lang="en-IN" sz="2400"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11378835"/>
                  </a:ext>
                </a:extLst>
              </a:tr>
              <a:tr h="518686">
                <a:tc>
                  <a:txBody>
                    <a:bodyPr/>
                    <a:lstStyle/>
                    <a:p>
                      <a:pPr latinLnBrk="0"/>
                      <a:r>
                        <a:rPr lang="en-US" sz="2400" dirty="0">
                          <a:effectLst/>
                          <a:latin typeface="Times New Roman" panose="02020603050405020304" pitchFamily="18" charset="0"/>
                          <a:cs typeface="Times New Roman" panose="02020603050405020304" pitchFamily="18" charset="0"/>
                        </a:rPr>
                        <a:t>Excellent</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1/3</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2/5</a:t>
                      </a:r>
                      <a:endParaRPr lang="en-IN" sz="2400"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715938777"/>
                  </a:ext>
                </a:extLst>
              </a:tr>
            </a:tbl>
          </a:graphicData>
        </a:graphic>
      </p:graphicFrame>
      <p:graphicFrame>
        <p:nvGraphicFramePr>
          <p:cNvPr id="7" name="Table 6">
            <a:extLst>
              <a:ext uri="{FF2B5EF4-FFF2-40B4-BE49-F238E27FC236}">
                <a16:creationId xmlns:a16="http://schemas.microsoft.com/office/drawing/2014/main" id="{772A909E-0EE0-D830-9702-0DB8525F5F4C}"/>
              </a:ext>
            </a:extLst>
          </p:cNvPr>
          <p:cNvGraphicFramePr>
            <a:graphicFrameLocks noGrp="1"/>
          </p:cNvGraphicFramePr>
          <p:nvPr>
            <p:extLst>
              <p:ext uri="{D42A27DB-BD31-4B8C-83A1-F6EECF244321}">
                <p14:modId xmlns:p14="http://schemas.microsoft.com/office/powerpoint/2010/main" val="1863119531"/>
              </p:ext>
            </p:extLst>
          </p:nvPr>
        </p:nvGraphicFramePr>
        <p:xfrm>
          <a:off x="1686910" y="3865171"/>
          <a:ext cx="6479627" cy="1556058"/>
        </p:xfrm>
        <a:graphic>
          <a:graphicData uri="http://schemas.openxmlformats.org/drawingml/2006/table">
            <a:tbl>
              <a:tblPr firstRow="1" bandRow="1">
                <a:tableStyleId>{5940675A-B579-460E-94D1-54222C63F5DA}</a:tableStyleId>
              </a:tblPr>
              <a:tblGrid>
                <a:gridCol w="2504873">
                  <a:extLst>
                    <a:ext uri="{9D8B030D-6E8A-4147-A177-3AD203B41FA5}">
                      <a16:colId xmlns:a16="http://schemas.microsoft.com/office/drawing/2014/main" val="1180646300"/>
                    </a:ext>
                  </a:extLst>
                </a:gridCol>
                <a:gridCol w="2077148">
                  <a:extLst>
                    <a:ext uri="{9D8B030D-6E8A-4147-A177-3AD203B41FA5}">
                      <a16:colId xmlns:a16="http://schemas.microsoft.com/office/drawing/2014/main" val="2630341866"/>
                    </a:ext>
                  </a:extLst>
                </a:gridCol>
                <a:gridCol w="1897606">
                  <a:extLst>
                    <a:ext uri="{9D8B030D-6E8A-4147-A177-3AD203B41FA5}">
                      <a16:colId xmlns:a16="http://schemas.microsoft.com/office/drawing/2014/main" val="4117827492"/>
                    </a:ext>
                  </a:extLst>
                </a:gridCol>
              </a:tblGrid>
              <a:tr h="518686">
                <a:tc>
                  <a:txBody>
                    <a:bodyPr/>
                    <a:lstStyle/>
                    <a:p>
                      <a:pPr latinLnBrk="0"/>
                      <a:r>
                        <a:rPr lang="en-US" sz="2400" b="1" dirty="0">
                          <a:effectLst/>
                          <a:latin typeface="Times New Roman" panose="02020603050405020304" pitchFamily="18" charset="0"/>
                          <a:cs typeface="Times New Roman" panose="02020603050405020304" pitchFamily="18" charset="0"/>
                        </a:rPr>
                        <a:t>Efforts</a:t>
                      </a:r>
                      <a:endParaRPr lang="en-IN" sz="2400" b="1"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b="1" dirty="0" err="1">
                          <a:effectLst/>
                          <a:latin typeface="Times New Roman" panose="02020603050405020304" pitchFamily="18" charset="0"/>
                          <a:cs typeface="Times New Roman" panose="02020603050405020304" pitchFamily="18" charset="0"/>
                        </a:rPr>
                        <a:t>HYes</a:t>
                      </a:r>
                      <a:endParaRPr lang="en-IN" sz="2400" b="1"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b="1" dirty="0" err="1">
                          <a:effectLst/>
                          <a:latin typeface="Times New Roman" panose="02020603050405020304" pitchFamily="18" charset="0"/>
                          <a:cs typeface="Times New Roman" panose="02020603050405020304" pitchFamily="18" charset="0"/>
                        </a:rPr>
                        <a:t>HNo</a:t>
                      </a:r>
                      <a:endParaRPr lang="en-IN" sz="2400" b="1"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398191974"/>
                  </a:ext>
                </a:extLst>
              </a:tr>
              <a:tr h="518686">
                <a:tc>
                  <a:txBody>
                    <a:bodyPr/>
                    <a:lstStyle/>
                    <a:p>
                      <a:pPr latinLnBrk="0"/>
                      <a:r>
                        <a:rPr lang="en-US" sz="2400" dirty="0">
                          <a:effectLst/>
                          <a:latin typeface="Times New Roman" panose="02020603050405020304" pitchFamily="18" charset="0"/>
                          <a:cs typeface="Times New Roman" panose="02020603050405020304" pitchFamily="18" charset="0"/>
                        </a:rPr>
                        <a:t>Lots</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3/3</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2/5</a:t>
                      </a:r>
                      <a:endParaRPr lang="en-IN" sz="2400"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2499161821"/>
                  </a:ext>
                </a:extLst>
              </a:tr>
              <a:tr h="518686">
                <a:tc>
                  <a:txBody>
                    <a:bodyPr/>
                    <a:lstStyle/>
                    <a:p>
                      <a:pPr latinLnBrk="0"/>
                      <a:r>
                        <a:rPr lang="en-US" sz="2400" dirty="0">
                          <a:effectLst/>
                          <a:latin typeface="Times New Roman" panose="02020603050405020304" pitchFamily="18" charset="0"/>
                          <a:cs typeface="Times New Roman" panose="02020603050405020304" pitchFamily="18" charset="0"/>
                        </a:rPr>
                        <a:t>Some</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0/3</a:t>
                      </a:r>
                      <a:endParaRPr lang="en-IN" sz="2400" dirty="0">
                        <a:effectLst/>
                        <a:latin typeface="Times New Roman" panose="02020603050405020304" pitchFamily="18" charset="0"/>
                        <a:cs typeface="Times New Roman" panose="02020603050405020304" pitchFamily="18" charset="0"/>
                      </a:endParaRPr>
                    </a:p>
                  </a:txBody>
                  <a:tcPr anchor="ctr"/>
                </a:tc>
                <a:tc>
                  <a:txBody>
                    <a:bodyPr/>
                    <a:lstStyle/>
                    <a:p>
                      <a:pPr latinLnBrk="0"/>
                      <a:r>
                        <a:rPr lang="en-US" sz="2400" dirty="0">
                          <a:effectLst/>
                          <a:latin typeface="Times New Roman" panose="02020603050405020304" pitchFamily="18" charset="0"/>
                          <a:cs typeface="Times New Roman" panose="02020603050405020304" pitchFamily="18" charset="0"/>
                        </a:rPr>
                        <a:t>3/5</a:t>
                      </a:r>
                      <a:endParaRPr lang="en-IN" sz="2400" dirty="0">
                        <a:effectLst/>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711378835"/>
                  </a:ext>
                </a:extLst>
              </a:tr>
            </a:tbl>
          </a:graphicData>
        </a:graphic>
      </p:graphicFrame>
    </p:spTree>
    <p:extLst>
      <p:ext uri="{BB962C8B-B14F-4D97-AF65-F5344CB8AC3E}">
        <p14:creationId xmlns:p14="http://schemas.microsoft.com/office/powerpoint/2010/main" val="175378131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0F2A58-CEA4-1164-F0E4-F11DA4B1268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E215F5D-8B55-32A1-A70C-7A2D45704C95}"/>
              </a:ext>
            </a:extLst>
          </p:cNvPr>
          <p:cNvSpPr>
            <a:spLocks noGrp="1"/>
          </p:cNvSpPr>
          <p:nvPr>
            <p:ph idx="1"/>
          </p:nvPr>
        </p:nvSpPr>
        <p:spPr/>
        <p:txBody>
          <a:bodyPr/>
          <a:lstStyle/>
          <a:p>
            <a:r>
              <a:rPr lang="en-US" dirty="0">
                <a:solidFill>
                  <a:srgbClr val="2D3748"/>
                </a:solidFill>
                <a:latin typeface="Times New Roman" panose="02020603050405020304" pitchFamily="18" charset="0"/>
                <a:cs typeface="Times New Roman" panose="02020603050405020304" pitchFamily="18" charset="0"/>
              </a:rPr>
              <a:t>C</a:t>
            </a:r>
            <a:r>
              <a:rPr lang="en-US" b="0" i="0" dirty="0">
                <a:solidFill>
                  <a:srgbClr val="2D3748"/>
                </a:solidFill>
                <a:effectLst/>
                <a:latin typeface="Times New Roman" panose="02020603050405020304" pitchFamily="18" charset="0"/>
                <a:cs typeface="Times New Roman" panose="02020603050405020304" pitchFamily="18" charset="0"/>
              </a:rPr>
              <a:t>alculate the conditional probability for a student to be hirable and not hirable:</a:t>
            </a:r>
          </a:p>
          <a:p>
            <a:r>
              <a:rPr lang="en-US" b="0" i="0" dirty="0">
                <a:solidFill>
                  <a:srgbClr val="2D3748"/>
                </a:solidFill>
                <a:effectLst/>
                <a:latin typeface="Times New Roman" panose="02020603050405020304" pitchFamily="18" charset="0"/>
                <a:cs typeface="Times New Roman" panose="02020603050405020304" pitchFamily="18" charset="0"/>
              </a:rPr>
              <a:t>Attributes (A) = {GPA = poor, Efforts=lots, Hirable=?} </a:t>
            </a:r>
          </a:p>
          <a:p>
            <a:pPr marL="0" indent="0">
              <a:buNone/>
            </a:pPr>
            <a:r>
              <a:rPr lang="en-US" b="0" i="0" dirty="0">
                <a:solidFill>
                  <a:srgbClr val="2D3748"/>
                </a:solidFill>
                <a:effectLst/>
                <a:latin typeface="Times New Roman" panose="02020603050405020304" pitchFamily="18" charset="0"/>
                <a:cs typeface="Times New Roman" panose="02020603050405020304" pitchFamily="18" charset="0"/>
              </a:rPr>
              <a:t> P(</a:t>
            </a:r>
            <a:r>
              <a:rPr lang="en-US" b="0" i="0" dirty="0" err="1">
                <a:solidFill>
                  <a:srgbClr val="2D3748"/>
                </a:solidFill>
                <a:effectLst/>
                <a:latin typeface="Times New Roman" panose="02020603050405020304" pitchFamily="18" charset="0"/>
                <a:cs typeface="Times New Roman" panose="02020603050405020304" pitchFamily="18" charset="0"/>
              </a:rPr>
              <a:t>HYes|A</a:t>
            </a:r>
            <a:r>
              <a:rPr lang="en-US" b="0" i="0" dirty="0">
                <a:solidFill>
                  <a:srgbClr val="2D3748"/>
                </a:solidFill>
                <a:effectLst/>
                <a:latin typeface="Times New Roman" panose="02020603050405020304" pitchFamily="18" charset="0"/>
                <a:cs typeface="Times New Roman" panose="02020603050405020304" pitchFamily="18" charset="0"/>
              </a:rPr>
              <a:t>) = P(</a:t>
            </a:r>
            <a:r>
              <a:rPr lang="en-US" b="0" i="0" dirty="0" err="1">
                <a:solidFill>
                  <a:srgbClr val="2D3748"/>
                </a:solidFill>
                <a:effectLst/>
                <a:latin typeface="Times New Roman" panose="02020603050405020304" pitchFamily="18" charset="0"/>
                <a:cs typeface="Times New Roman" panose="02020603050405020304" pitchFamily="18" charset="0"/>
              </a:rPr>
              <a:t>HYes</a:t>
            </a:r>
            <a:r>
              <a:rPr lang="en-US" b="0" i="0" dirty="0">
                <a:solidFill>
                  <a:srgbClr val="2D3748"/>
                </a:solidFill>
                <a:effectLst/>
                <a:latin typeface="Times New Roman" panose="02020603050405020304" pitchFamily="18" charset="0"/>
                <a:cs typeface="Times New Roman" panose="02020603050405020304" pitchFamily="18" charset="0"/>
              </a:rPr>
              <a:t>) * P(</a:t>
            </a:r>
            <a:r>
              <a:rPr lang="en-US" b="0" i="0" dirty="0" err="1">
                <a:solidFill>
                  <a:srgbClr val="2D3748"/>
                </a:solidFill>
                <a:effectLst/>
                <a:latin typeface="Times New Roman" panose="02020603050405020304" pitchFamily="18" charset="0"/>
                <a:cs typeface="Times New Roman" panose="02020603050405020304" pitchFamily="18" charset="0"/>
              </a:rPr>
              <a:t>poor|Hyes</a:t>
            </a:r>
            <a:r>
              <a:rPr lang="en-US" b="0" i="0" dirty="0">
                <a:solidFill>
                  <a:srgbClr val="2D3748"/>
                </a:solidFill>
                <a:effectLst/>
                <a:latin typeface="Times New Roman" panose="02020603050405020304" pitchFamily="18" charset="0"/>
                <a:cs typeface="Times New Roman" panose="02020603050405020304" pitchFamily="18" charset="0"/>
              </a:rPr>
              <a:t>) * P(</a:t>
            </a:r>
            <a:r>
              <a:rPr lang="en-US" b="0" i="0" dirty="0" err="1">
                <a:solidFill>
                  <a:srgbClr val="2D3748"/>
                </a:solidFill>
                <a:effectLst/>
                <a:latin typeface="Times New Roman" panose="02020603050405020304" pitchFamily="18" charset="0"/>
                <a:cs typeface="Times New Roman" panose="02020603050405020304" pitchFamily="18" charset="0"/>
              </a:rPr>
              <a:t>lots|Hyes</a:t>
            </a:r>
            <a:r>
              <a:rPr lang="en-US" b="0" i="0" dirty="0">
                <a:solidFill>
                  <a:srgbClr val="2D3748"/>
                </a:solidFill>
                <a:effectLst/>
                <a:latin typeface="Times New Roman" panose="02020603050405020304" pitchFamily="18" charset="0"/>
                <a:cs typeface="Times New Roman" panose="02020603050405020304" pitchFamily="18" charset="0"/>
              </a:rPr>
              <a:t>) </a:t>
            </a:r>
          </a:p>
          <a:p>
            <a:pPr marL="0" indent="0">
              <a:buNone/>
            </a:pPr>
            <a:r>
              <a:rPr lang="en-US" dirty="0">
                <a:solidFill>
                  <a:srgbClr val="2D3748"/>
                </a:solidFill>
                <a:latin typeface="Times New Roman" panose="02020603050405020304" pitchFamily="18" charset="0"/>
                <a:cs typeface="Times New Roman" panose="02020603050405020304" pitchFamily="18" charset="0"/>
              </a:rPr>
              <a:t>                   </a:t>
            </a:r>
            <a:r>
              <a:rPr lang="en-US" b="0" i="0" dirty="0">
                <a:solidFill>
                  <a:srgbClr val="2D3748"/>
                </a:solidFill>
                <a:effectLst/>
                <a:latin typeface="Times New Roman" panose="02020603050405020304" pitchFamily="18" charset="0"/>
                <a:cs typeface="Times New Roman" panose="02020603050405020304" pitchFamily="18" charset="0"/>
              </a:rPr>
              <a:t>=  3/8         * 1/3                 * 3/3               = 0.125</a:t>
            </a:r>
          </a:p>
          <a:p>
            <a:pPr marL="0" indent="0">
              <a:buNone/>
            </a:pPr>
            <a:endParaRPr lang="en-US" dirty="0">
              <a:solidFill>
                <a:srgbClr val="2D3748"/>
              </a:solidFill>
              <a:latin typeface="Times New Roman" panose="02020603050405020304" pitchFamily="18" charset="0"/>
              <a:cs typeface="Times New Roman" panose="02020603050405020304" pitchFamily="18" charset="0"/>
            </a:endParaRPr>
          </a:p>
          <a:p>
            <a:pPr marL="0" indent="0">
              <a:buNone/>
            </a:pPr>
            <a:r>
              <a:rPr lang="en-US" b="0" i="0" dirty="0">
                <a:solidFill>
                  <a:srgbClr val="2D3748"/>
                </a:solidFill>
                <a:effectLst/>
                <a:latin typeface="Times New Roman" panose="02020603050405020304" pitchFamily="18" charset="0"/>
                <a:cs typeface="Times New Roman" panose="02020603050405020304" pitchFamily="18" charset="0"/>
              </a:rPr>
              <a:t>P(</a:t>
            </a:r>
            <a:r>
              <a:rPr lang="en-US" b="0" i="0" dirty="0" err="1">
                <a:solidFill>
                  <a:srgbClr val="2D3748"/>
                </a:solidFill>
                <a:effectLst/>
                <a:latin typeface="Times New Roman" panose="02020603050405020304" pitchFamily="18" charset="0"/>
                <a:cs typeface="Times New Roman" panose="02020603050405020304" pitchFamily="18" charset="0"/>
              </a:rPr>
              <a:t>Hno|A</a:t>
            </a:r>
            <a:r>
              <a:rPr lang="en-US" b="0" i="0" dirty="0">
                <a:solidFill>
                  <a:srgbClr val="2D3748"/>
                </a:solidFill>
                <a:effectLst/>
                <a:latin typeface="Times New Roman" panose="02020603050405020304" pitchFamily="18" charset="0"/>
                <a:cs typeface="Times New Roman" panose="02020603050405020304" pitchFamily="18" charset="0"/>
              </a:rPr>
              <a:t>) = P(</a:t>
            </a:r>
            <a:r>
              <a:rPr lang="en-US" b="0" i="0" dirty="0" err="1">
                <a:solidFill>
                  <a:srgbClr val="2D3748"/>
                </a:solidFill>
                <a:effectLst/>
                <a:latin typeface="Times New Roman" panose="02020603050405020304" pitchFamily="18" charset="0"/>
                <a:cs typeface="Times New Roman" panose="02020603050405020304" pitchFamily="18" charset="0"/>
              </a:rPr>
              <a:t>HNo</a:t>
            </a:r>
            <a:r>
              <a:rPr lang="en-US" b="0" i="0" dirty="0">
                <a:solidFill>
                  <a:srgbClr val="2D3748"/>
                </a:solidFill>
                <a:effectLst/>
                <a:latin typeface="Times New Roman" panose="02020603050405020304" pitchFamily="18" charset="0"/>
                <a:cs typeface="Times New Roman" panose="02020603050405020304" pitchFamily="18" charset="0"/>
              </a:rPr>
              <a:t>) * P(</a:t>
            </a:r>
            <a:r>
              <a:rPr lang="en-US" b="0" i="0" dirty="0" err="1">
                <a:solidFill>
                  <a:srgbClr val="2D3748"/>
                </a:solidFill>
                <a:effectLst/>
                <a:latin typeface="Times New Roman" panose="02020603050405020304" pitchFamily="18" charset="0"/>
                <a:cs typeface="Times New Roman" panose="02020603050405020304" pitchFamily="18" charset="0"/>
              </a:rPr>
              <a:t>poor|HNo</a:t>
            </a:r>
            <a:r>
              <a:rPr lang="en-US" b="0" i="0" dirty="0">
                <a:solidFill>
                  <a:srgbClr val="2D3748"/>
                </a:solidFill>
                <a:effectLst/>
                <a:latin typeface="Times New Roman" panose="02020603050405020304" pitchFamily="18" charset="0"/>
                <a:cs typeface="Times New Roman" panose="02020603050405020304" pitchFamily="18" charset="0"/>
              </a:rPr>
              <a:t>) * P(</a:t>
            </a:r>
            <a:r>
              <a:rPr lang="en-US" b="0" i="0" dirty="0" err="1">
                <a:solidFill>
                  <a:srgbClr val="2D3748"/>
                </a:solidFill>
                <a:effectLst/>
                <a:latin typeface="Times New Roman" panose="02020603050405020304" pitchFamily="18" charset="0"/>
                <a:cs typeface="Times New Roman" panose="02020603050405020304" pitchFamily="18" charset="0"/>
              </a:rPr>
              <a:t>lots|HNo</a:t>
            </a:r>
            <a:r>
              <a:rPr lang="en-US" b="0" i="0" dirty="0">
                <a:solidFill>
                  <a:srgbClr val="2D3748"/>
                </a:solidFill>
                <a:effectLst/>
                <a:latin typeface="Times New Roman" panose="02020603050405020304" pitchFamily="18" charset="0"/>
                <a:cs typeface="Times New Roman" panose="02020603050405020304" pitchFamily="18" charset="0"/>
              </a:rPr>
              <a:t>) </a:t>
            </a:r>
          </a:p>
          <a:p>
            <a:pPr marL="0" indent="0">
              <a:buNone/>
            </a:pPr>
            <a:r>
              <a:rPr lang="en-US" dirty="0">
                <a:solidFill>
                  <a:srgbClr val="2D3748"/>
                </a:solidFill>
                <a:latin typeface="Times New Roman" panose="02020603050405020304" pitchFamily="18" charset="0"/>
                <a:cs typeface="Times New Roman" panose="02020603050405020304" pitchFamily="18" charset="0"/>
              </a:rPr>
              <a:t>                 =   5/8      *   1/5               *   2/5                   = 0.05</a:t>
            </a:r>
          </a:p>
          <a:p>
            <a:pPr marL="0" indent="0">
              <a:buNone/>
            </a:pPr>
            <a:r>
              <a:rPr lang="en-US" b="0" i="0" dirty="0">
                <a:solidFill>
                  <a:srgbClr val="2D3748"/>
                </a:solidFill>
                <a:effectLst/>
                <a:latin typeface="Times New Roman" panose="02020603050405020304" pitchFamily="18" charset="0"/>
                <a:cs typeface="Times New Roman" panose="02020603050405020304" pitchFamily="18" charset="0"/>
              </a:rPr>
              <a:t>Since 0.125 &gt; 0.05, the student is</a:t>
            </a:r>
            <a:r>
              <a:rPr lang="en-US" dirty="0">
                <a:solidFill>
                  <a:srgbClr val="2D3748"/>
                </a:solidFill>
                <a:latin typeface="Times New Roman" panose="02020603050405020304" pitchFamily="18" charset="0"/>
                <a:cs typeface="Times New Roman" panose="02020603050405020304" pitchFamily="18" charset="0"/>
              </a:rPr>
              <a:t> Hirable</a:t>
            </a:r>
            <a:endParaRPr lang="en-US" b="0" i="0" dirty="0">
              <a:solidFill>
                <a:srgbClr val="2D3748"/>
              </a:solidFill>
              <a:effectLst/>
              <a:latin typeface="Times New Roman" panose="02020603050405020304" pitchFamily="18" charset="0"/>
              <a:cs typeface="Times New Roman" panose="02020603050405020304" pitchFamily="18" charset="0"/>
            </a:endParaRPr>
          </a:p>
          <a:p>
            <a:pPr marL="0" indent="0">
              <a:buNone/>
            </a:pPr>
            <a:endParaRPr lang="en-US" dirty="0">
              <a:solidFill>
                <a:srgbClr val="2D3748"/>
              </a:solidFill>
              <a:latin typeface="Times New Roman" panose="02020603050405020304" pitchFamily="18" charset="0"/>
              <a:cs typeface="Times New Roman" panose="02020603050405020304" pitchFamily="18" charset="0"/>
            </a:endParaRPr>
          </a:p>
          <a:p>
            <a:pPr marL="0" indent="0">
              <a:buNone/>
            </a:pPr>
            <a:endParaRPr lang="en-US" b="0" i="0" dirty="0">
              <a:solidFill>
                <a:srgbClr val="2D3748"/>
              </a:solidFill>
              <a:effectLst/>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147489662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6662EF-3D7D-F0D6-78A4-9478A9FB7C94}"/>
              </a:ext>
            </a:extLst>
          </p:cNvPr>
          <p:cNvSpPr>
            <a:spLocks noGrp="1"/>
          </p:cNvSpPr>
          <p:nvPr>
            <p:ph type="title"/>
          </p:nvPr>
        </p:nvSpPr>
        <p:spPr>
          <a:xfrm>
            <a:off x="838200" y="472965"/>
            <a:ext cx="10515600" cy="5927835"/>
          </a:xfrm>
        </p:spPr>
        <p:txBody>
          <a:bodyPr>
            <a:normAutofit/>
          </a:bodyPr>
          <a:lstStyle/>
          <a:p>
            <a:pPr algn="ctr"/>
            <a:r>
              <a:rPr lang="en-US" sz="8000" dirty="0"/>
              <a:t>Thank You</a:t>
            </a:r>
            <a:endParaRPr lang="en-IN" sz="8000" dirty="0"/>
          </a:p>
        </p:txBody>
      </p:sp>
    </p:spTree>
    <p:extLst>
      <p:ext uri="{BB962C8B-B14F-4D97-AF65-F5344CB8AC3E}">
        <p14:creationId xmlns:p14="http://schemas.microsoft.com/office/powerpoint/2010/main" val="2742188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3411</TotalTime>
  <Words>3093</Words>
  <Application>Microsoft Office PowerPoint</Application>
  <PresentationFormat>Widescreen</PresentationFormat>
  <Paragraphs>323</Paragraphs>
  <Slides>52</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52</vt:i4>
      </vt:variant>
    </vt:vector>
  </HeadingPairs>
  <TitlesOfParts>
    <vt:vector size="61" baseType="lpstr">
      <vt:lpstr>Aptos</vt:lpstr>
      <vt:lpstr>Aptos Display</vt:lpstr>
      <vt:lpstr>Arial</vt:lpstr>
      <vt:lpstr>Californian FB</vt:lpstr>
      <vt:lpstr>Cambria</vt:lpstr>
      <vt:lpstr>Cambria Math</vt:lpstr>
      <vt:lpstr>Times New Roman</vt:lpstr>
      <vt:lpstr>Wingdings</vt:lpstr>
      <vt:lpstr>Office Theme</vt:lpstr>
      <vt:lpstr>Machine Learning</vt:lpstr>
      <vt:lpstr>Pre- requisites</vt:lpstr>
      <vt:lpstr>Course Learning Objectives (CLO)</vt:lpstr>
      <vt:lpstr>MODULE 4</vt:lpstr>
      <vt:lpstr>Introduction</vt:lpstr>
      <vt:lpstr>Features of Bayesian learning methods</vt:lpstr>
      <vt:lpstr>Practical difficulty in applying Bayesian methods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BAYES THEOREM</vt:lpstr>
      <vt:lpstr>Derivation</vt:lpstr>
      <vt:lpstr>PowerPoint Presentation</vt:lpstr>
      <vt:lpstr>Maximum a Posteriori (MAP) Hypothesis</vt:lpstr>
      <vt:lpstr>Maximum Likelihood (ML) Hypothesis </vt:lpstr>
      <vt:lpstr>Example</vt:lpstr>
      <vt:lpstr>PowerPoint Presentation</vt:lpstr>
      <vt:lpstr>PowerPoint Presentation</vt:lpstr>
      <vt:lpstr>PowerPoint Presentation</vt:lpstr>
      <vt:lpstr>BAYES THEOREM AND CONCEPT LEARNING </vt:lpstr>
      <vt:lpstr>Brute-Force Bayes Concept Learning</vt:lpstr>
      <vt:lpstr>PowerPoint Presentation</vt:lpstr>
      <vt:lpstr>PowerPoint Presentation</vt:lpstr>
      <vt:lpstr>PowerPoint Presentation</vt:lpstr>
      <vt:lpstr>PowerPoint Presentation</vt:lpstr>
      <vt:lpstr>Maximum Likelihood and Least squared error Hypothesis</vt:lpstr>
      <vt:lpstr>PowerPoint Presentation</vt:lpstr>
      <vt:lpstr>PowerPoint Presentation</vt:lpstr>
      <vt:lpstr>PowerPoint Presentation</vt:lpstr>
      <vt:lpstr>MINIMUM DESCRIPTION LENGTH(MDL) PRINCIPLE </vt:lpstr>
      <vt:lpstr>PowerPoint Presentation</vt:lpstr>
      <vt:lpstr>PowerPoint Presentation</vt:lpstr>
      <vt:lpstr>NAIVE BAYES CLASSIFIER </vt:lpstr>
      <vt:lpstr>Example1:</vt:lpstr>
      <vt:lpstr>PowerPoint Presentation</vt:lpstr>
      <vt:lpstr>Step1: Frequency table for weather Step2: Likelyhood table for weather</vt:lpstr>
      <vt:lpstr>Step3: Apply Bayes Theorm</vt:lpstr>
      <vt:lpstr>Example2:</vt:lpstr>
      <vt:lpstr>Solution:</vt:lpstr>
      <vt:lpstr>PowerPoint Presentation</vt:lpstr>
      <vt:lpstr>Example3:</vt:lpstr>
      <vt:lpstr>Solution</vt:lpstr>
      <vt:lpstr>PowerPoint Presentation</vt:lpstr>
      <vt:lpstr>PowerPoint Presentation</vt:lpstr>
      <vt:lpstr>Example 4:</vt:lpstr>
      <vt:lpstr>Solution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Shilpa B V</dc:creator>
  <cp:lastModifiedBy>Shilpa BV</cp:lastModifiedBy>
  <cp:revision>24</cp:revision>
  <dcterms:created xsi:type="dcterms:W3CDTF">2025-01-27T06:33:54Z</dcterms:created>
  <dcterms:modified xsi:type="dcterms:W3CDTF">2025-04-18T14:19:15Z</dcterms:modified>
</cp:coreProperties>
</file>
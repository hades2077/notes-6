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3" r:id="rId7"/>
    <p:sldId id="261" r:id="rId8"/>
    <p:sldId id="262" r:id="rId9"/>
    <p:sldId id="263" r:id="rId10"/>
    <p:sldId id="264" r:id="rId11"/>
    <p:sldId id="265" r:id="rId12"/>
    <p:sldId id="266" r:id="rId13"/>
    <p:sldId id="267" r:id="rId14"/>
    <p:sldId id="271" r:id="rId15"/>
    <p:sldId id="268" r:id="rId16"/>
    <p:sldId id="269" r:id="rId17"/>
    <p:sldId id="270" r:id="rId18"/>
    <p:sldId id="272" r:id="rId19"/>
    <p:sldId id="274" r:id="rId20"/>
    <p:sldId id="277" r:id="rId21"/>
    <p:sldId id="312" r:id="rId22"/>
    <p:sldId id="275" r:id="rId23"/>
    <p:sldId id="276" r:id="rId24"/>
    <p:sldId id="279" r:id="rId25"/>
    <p:sldId id="278" r:id="rId26"/>
    <p:sldId id="282" r:id="rId27"/>
    <p:sldId id="281" r:id="rId28"/>
    <p:sldId id="280" r:id="rId29"/>
    <p:sldId id="294" r:id="rId30"/>
    <p:sldId id="284" r:id="rId31"/>
    <p:sldId id="285" r:id="rId32"/>
    <p:sldId id="286" r:id="rId33"/>
    <p:sldId id="287" r:id="rId34"/>
    <p:sldId id="288" r:id="rId35"/>
    <p:sldId id="289" r:id="rId36"/>
    <p:sldId id="290" r:id="rId37"/>
    <p:sldId id="291" r:id="rId38"/>
    <p:sldId id="292" r:id="rId39"/>
    <p:sldId id="293" r:id="rId40"/>
    <p:sldId id="300" r:id="rId41"/>
    <p:sldId id="297" r:id="rId42"/>
    <p:sldId id="295" r:id="rId43"/>
    <p:sldId id="296" r:id="rId44"/>
    <p:sldId id="298" r:id="rId45"/>
    <p:sldId id="299" r:id="rId46"/>
    <p:sldId id="301" r:id="rId47"/>
    <p:sldId id="302" r:id="rId48"/>
    <p:sldId id="304" r:id="rId49"/>
    <p:sldId id="303"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B19FF-B6BA-45EC-963A-BBBCE23C975D}" v="53" dt="2025-03-06T10:29:06.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11" autoAdjust="0"/>
    <p:restoredTop sz="94660"/>
  </p:normalViewPr>
  <p:slideViewPr>
    <p:cSldViewPr snapToGrid="0">
      <p:cViewPr varScale="1">
        <p:scale>
          <a:sx n="61" d="100"/>
          <a:sy n="61" d="100"/>
        </p:scale>
        <p:origin x="1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lpa BV" userId="48fbb3e7aeb449f5" providerId="LiveId" clId="{EBBB19FF-B6BA-45EC-963A-BBBCE23C975D}"/>
    <pc:docChg chg="undo custSel addSld delSld modSld sldOrd">
      <pc:chgData name="Shilpa BV" userId="48fbb3e7aeb449f5" providerId="LiveId" clId="{EBBB19FF-B6BA-45EC-963A-BBBCE23C975D}" dt="2025-03-10T06:25:57.454" v="8072" actId="20577"/>
      <pc:docMkLst>
        <pc:docMk/>
      </pc:docMkLst>
      <pc:sldChg chg="modSp mod">
        <pc:chgData name="Shilpa BV" userId="48fbb3e7aeb449f5" providerId="LiveId" clId="{EBBB19FF-B6BA-45EC-963A-BBBCE23C975D}" dt="2025-02-12T15:24:18.809" v="24" actId="6549"/>
        <pc:sldMkLst>
          <pc:docMk/>
          <pc:sldMk cId="2852292856" sldId="259"/>
        </pc:sldMkLst>
        <pc:spChg chg="mod">
          <ac:chgData name="Shilpa BV" userId="48fbb3e7aeb449f5" providerId="LiveId" clId="{EBBB19FF-B6BA-45EC-963A-BBBCE23C975D}" dt="2025-02-12T15:19:32.041" v="2" actId="20577"/>
          <ac:spMkLst>
            <pc:docMk/>
            <pc:sldMk cId="2852292856" sldId="259"/>
            <ac:spMk id="2" creationId="{CD0CF878-55B4-5A10-FF90-3CDE6F0FB4EA}"/>
          </ac:spMkLst>
        </pc:spChg>
        <pc:spChg chg="mod">
          <ac:chgData name="Shilpa BV" userId="48fbb3e7aeb449f5" providerId="LiveId" clId="{EBBB19FF-B6BA-45EC-963A-BBBCE23C975D}" dt="2025-02-12T15:24:18.809" v="24" actId="6549"/>
          <ac:spMkLst>
            <pc:docMk/>
            <pc:sldMk cId="2852292856" sldId="259"/>
            <ac:spMk id="3" creationId="{CD2994F0-E930-B691-9A33-D6CB82B43A6B}"/>
          </ac:spMkLst>
        </pc:spChg>
      </pc:sldChg>
      <pc:sldChg chg="modSp new mod">
        <pc:chgData name="Shilpa BV" userId="48fbb3e7aeb449f5" providerId="LiveId" clId="{EBBB19FF-B6BA-45EC-963A-BBBCE23C975D}" dt="2025-02-13T17:40:29.622" v="3471" actId="403"/>
        <pc:sldMkLst>
          <pc:docMk/>
          <pc:sldMk cId="634235008" sldId="260"/>
        </pc:sldMkLst>
        <pc:spChg chg="mod">
          <ac:chgData name="Shilpa BV" userId="48fbb3e7aeb449f5" providerId="LiveId" clId="{EBBB19FF-B6BA-45EC-963A-BBBCE23C975D}" dt="2025-02-13T14:16:40.626" v="337" actId="14100"/>
          <ac:spMkLst>
            <pc:docMk/>
            <pc:sldMk cId="634235008" sldId="260"/>
            <ac:spMk id="2" creationId="{0F06A9C1-62B0-1FF1-F9BE-35C24F00D8BF}"/>
          </ac:spMkLst>
        </pc:spChg>
        <pc:spChg chg="mod">
          <ac:chgData name="Shilpa BV" userId="48fbb3e7aeb449f5" providerId="LiveId" clId="{EBBB19FF-B6BA-45EC-963A-BBBCE23C975D}" dt="2025-02-13T17:40:29.622" v="3471" actId="403"/>
          <ac:spMkLst>
            <pc:docMk/>
            <pc:sldMk cId="634235008" sldId="260"/>
            <ac:spMk id="3" creationId="{7C0F898A-6A11-18E2-C716-A6DC809F1C7B}"/>
          </ac:spMkLst>
        </pc:spChg>
      </pc:sldChg>
      <pc:sldChg chg="del">
        <pc:chgData name="Shilpa BV" userId="48fbb3e7aeb449f5" providerId="LiveId" clId="{EBBB19FF-B6BA-45EC-963A-BBBCE23C975D}" dt="2025-02-12T15:19:27.745" v="0" actId="47"/>
        <pc:sldMkLst>
          <pc:docMk/>
          <pc:sldMk cId="2999000573" sldId="260"/>
        </pc:sldMkLst>
      </pc:sldChg>
      <pc:sldChg chg="addSp delSp modSp new mod">
        <pc:chgData name="Shilpa BV" userId="48fbb3e7aeb449f5" providerId="LiveId" clId="{EBBB19FF-B6BA-45EC-963A-BBBCE23C975D}" dt="2025-02-13T17:42:13.349" v="3476" actId="114"/>
        <pc:sldMkLst>
          <pc:docMk/>
          <pc:sldMk cId="976692254" sldId="261"/>
        </pc:sldMkLst>
        <pc:spChg chg="add del mod">
          <ac:chgData name="Shilpa BV" userId="48fbb3e7aeb449f5" providerId="LiveId" clId="{EBBB19FF-B6BA-45EC-963A-BBBCE23C975D}" dt="2025-02-13T14:17:31.100" v="373" actId="1037"/>
          <ac:spMkLst>
            <pc:docMk/>
            <pc:sldMk cId="976692254" sldId="261"/>
            <ac:spMk id="2" creationId="{6767DE73-013A-A590-1C36-DF104B15AC0C}"/>
          </ac:spMkLst>
        </pc:spChg>
        <pc:spChg chg="mod">
          <ac:chgData name="Shilpa BV" userId="48fbb3e7aeb449f5" providerId="LiveId" clId="{EBBB19FF-B6BA-45EC-963A-BBBCE23C975D}" dt="2025-02-13T17:42:13.349" v="3476" actId="114"/>
          <ac:spMkLst>
            <pc:docMk/>
            <pc:sldMk cId="976692254" sldId="261"/>
            <ac:spMk id="3" creationId="{DAF4BB0D-E06F-8164-E5A2-1BC5D0561596}"/>
          </ac:spMkLst>
        </pc:spChg>
      </pc:sldChg>
      <pc:sldChg chg="del">
        <pc:chgData name="Shilpa BV" userId="48fbb3e7aeb449f5" providerId="LiveId" clId="{EBBB19FF-B6BA-45EC-963A-BBBCE23C975D}" dt="2025-02-12T15:19:27.745" v="0" actId="47"/>
        <pc:sldMkLst>
          <pc:docMk/>
          <pc:sldMk cId="999198922" sldId="261"/>
        </pc:sldMkLst>
      </pc:sldChg>
      <pc:sldChg chg="addSp delSp modSp new mod">
        <pc:chgData name="Shilpa BV" userId="48fbb3e7aeb449f5" providerId="LiveId" clId="{EBBB19FF-B6BA-45EC-963A-BBBCE23C975D}" dt="2025-02-13T17:45:55.915" v="3578" actId="6549"/>
        <pc:sldMkLst>
          <pc:docMk/>
          <pc:sldMk cId="3755584195" sldId="262"/>
        </pc:sldMkLst>
        <pc:spChg chg="mod">
          <ac:chgData name="Shilpa BV" userId="48fbb3e7aeb449f5" providerId="LiveId" clId="{EBBB19FF-B6BA-45EC-963A-BBBCE23C975D}" dt="2025-02-13T14:24:26.019" v="650" actId="14100"/>
          <ac:spMkLst>
            <pc:docMk/>
            <pc:sldMk cId="3755584195" sldId="262"/>
            <ac:spMk id="2" creationId="{E3BE96C2-3B88-5A43-A5BD-5464D5A5CB70}"/>
          </ac:spMkLst>
        </pc:spChg>
        <pc:spChg chg="add del mod">
          <ac:chgData name="Shilpa BV" userId="48fbb3e7aeb449f5" providerId="LiveId" clId="{EBBB19FF-B6BA-45EC-963A-BBBCE23C975D}" dt="2025-02-13T17:45:55.915" v="3578" actId="6549"/>
          <ac:spMkLst>
            <pc:docMk/>
            <pc:sldMk cId="3755584195" sldId="262"/>
            <ac:spMk id="3" creationId="{41FA6EB8-8BED-0FF7-0947-E7487F7ECD10}"/>
          </ac:spMkLst>
        </pc:spChg>
        <pc:picChg chg="add mod">
          <ac:chgData name="Shilpa BV" userId="48fbb3e7aeb449f5" providerId="LiveId" clId="{EBBB19FF-B6BA-45EC-963A-BBBCE23C975D}" dt="2025-02-13T14:24:31.252" v="652" actId="1076"/>
          <ac:picMkLst>
            <pc:docMk/>
            <pc:sldMk cId="3755584195" sldId="262"/>
            <ac:picMk id="7" creationId="{08F5EB26-CEFC-8FEE-5888-9DCBF2B459EB}"/>
          </ac:picMkLst>
        </pc:picChg>
      </pc:sldChg>
      <pc:sldChg chg="addSp modSp new mod">
        <pc:chgData name="Shilpa BV" userId="48fbb3e7aeb449f5" providerId="LiveId" clId="{EBBB19FF-B6BA-45EC-963A-BBBCE23C975D}" dt="2025-02-13T14:54:23.991" v="1358" actId="20577"/>
        <pc:sldMkLst>
          <pc:docMk/>
          <pc:sldMk cId="3024685870" sldId="263"/>
        </pc:sldMkLst>
        <pc:spChg chg="mod">
          <ac:chgData name="Shilpa BV" userId="48fbb3e7aeb449f5" providerId="LiveId" clId="{EBBB19FF-B6BA-45EC-963A-BBBCE23C975D}" dt="2025-02-13T14:54:23.991" v="1358" actId="20577"/>
          <ac:spMkLst>
            <pc:docMk/>
            <pc:sldMk cId="3024685870" sldId="263"/>
            <ac:spMk id="2" creationId="{3EED4ED9-5BBA-BE54-B245-9D939A0BDAA3}"/>
          </ac:spMkLst>
        </pc:spChg>
        <pc:spChg chg="mod">
          <ac:chgData name="Shilpa BV" userId="48fbb3e7aeb449f5" providerId="LiveId" clId="{EBBB19FF-B6BA-45EC-963A-BBBCE23C975D}" dt="2025-02-13T14:33:11.905" v="888" actId="6549"/>
          <ac:spMkLst>
            <pc:docMk/>
            <pc:sldMk cId="3024685870" sldId="263"/>
            <ac:spMk id="3" creationId="{B477C4B4-357A-FEC6-F940-A0A8223ADC65}"/>
          </ac:spMkLst>
        </pc:spChg>
        <pc:picChg chg="add mod">
          <ac:chgData name="Shilpa BV" userId="48fbb3e7aeb449f5" providerId="LiveId" clId="{EBBB19FF-B6BA-45EC-963A-BBBCE23C975D}" dt="2025-02-13T14:32:58.903" v="879" actId="1076"/>
          <ac:picMkLst>
            <pc:docMk/>
            <pc:sldMk cId="3024685870" sldId="263"/>
            <ac:picMk id="4" creationId="{C21024A9-603A-CACE-04CA-7C07E9F16586}"/>
          </ac:picMkLst>
        </pc:picChg>
        <pc:picChg chg="add mod">
          <ac:chgData name="Shilpa BV" userId="48fbb3e7aeb449f5" providerId="LiveId" clId="{EBBB19FF-B6BA-45EC-963A-BBBCE23C975D}" dt="2025-02-13T14:33:16.080" v="895" actId="1035"/>
          <ac:picMkLst>
            <pc:docMk/>
            <pc:sldMk cId="3024685870" sldId="263"/>
            <ac:picMk id="6" creationId="{2E714684-C3B7-7D27-51C6-AA5BAD643C3F}"/>
          </ac:picMkLst>
        </pc:picChg>
        <pc:picChg chg="add mod">
          <ac:chgData name="Shilpa BV" userId="48fbb3e7aeb449f5" providerId="LiveId" clId="{EBBB19FF-B6BA-45EC-963A-BBBCE23C975D}" dt="2025-02-13T14:33:21.971" v="915" actId="1035"/>
          <ac:picMkLst>
            <pc:docMk/>
            <pc:sldMk cId="3024685870" sldId="263"/>
            <ac:picMk id="8" creationId="{02E4E9EB-7DED-E940-CEC1-D457DE51F62C}"/>
          </ac:picMkLst>
        </pc:picChg>
        <pc:picChg chg="add mod">
          <ac:chgData name="Shilpa BV" userId="48fbb3e7aeb449f5" providerId="LiveId" clId="{EBBB19FF-B6BA-45EC-963A-BBBCE23C975D}" dt="2025-02-13T14:33:56.184" v="918" actId="1076"/>
          <ac:picMkLst>
            <pc:docMk/>
            <pc:sldMk cId="3024685870" sldId="263"/>
            <ac:picMk id="10" creationId="{AA775435-E33F-DD6F-FA3E-61A5F12036F1}"/>
          </ac:picMkLst>
        </pc:picChg>
      </pc:sldChg>
      <pc:sldChg chg="del">
        <pc:chgData name="Shilpa BV" userId="48fbb3e7aeb449f5" providerId="LiveId" clId="{EBBB19FF-B6BA-45EC-963A-BBBCE23C975D}" dt="2025-02-12T15:19:27.745" v="0" actId="47"/>
        <pc:sldMkLst>
          <pc:docMk/>
          <pc:sldMk cId="3515793528" sldId="263"/>
        </pc:sldMkLst>
      </pc:sldChg>
      <pc:sldChg chg="addSp delSp modSp new mod">
        <pc:chgData name="Shilpa BV" userId="48fbb3e7aeb449f5" providerId="LiveId" clId="{EBBB19FF-B6BA-45EC-963A-BBBCE23C975D}" dt="2025-02-13T17:51:05.228" v="3583" actId="20577"/>
        <pc:sldMkLst>
          <pc:docMk/>
          <pc:sldMk cId="2004214226" sldId="264"/>
        </pc:sldMkLst>
        <pc:spChg chg="mod">
          <ac:chgData name="Shilpa BV" userId="48fbb3e7aeb449f5" providerId="LiveId" clId="{EBBB19FF-B6BA-45EC-963A-BBBCE23C975D}" dt="2025-02-13T14:35:20.310" v="960" actId="14100"/>
          <ac:spMkLst>
            <pc:docMk/>
            <pc:sldMk cId="2004214226" sldId="264"/>
            <ac:spMk id="2" creationId="{A41D5807-D863-60A1-9CFA-20B84AE19EC9}"/>
          </ac:spMkLst>
        </pc:spChg>
        <pc:spChg chg="mod">
          <ac:chgData name="Shilpa BV" userId="48fbb3e7aeb449f5" providerId="LiveId" clId="{EBBB19FF-B6BA-45EC-963A-BBBCE23C975D}" dt="2025-02-13T17:51:05.228" v="3583" actId="20577"/>
          <ac:spMkLst>
            <pc:docMk/>
            <pc:sldMk cId="2004214226" sldId="264"/>
            <ac:spMk id="3" creationId="{EA3D48F3-AEF1-3AFE-ED19-B01AC2A1BFD8}"/>
          </ac:spMkLst>
        </pc:spChg>
        <pc:spChg chg="add mod">
          <ac:chgData name="Shilpa BV" userId="48fbb3e7aeb449f5" providerId="LiveId" clId="{EBBB19FF-B6BA-45EC-963A-BBBCE23C975D}" dt="2025-02-13T16:58:10.828" v="3041" actId="20577"/>
          <ac:spMkLst>
            <pc:docMk/>
            <pc:sldMk cId="2004214226" sldId="264"/>
            <ac:spMk id="5" creationId="{765ADC69-6706-C826-E212-BA4E5E7DD9F2}"/>
          </ac:spMkLst>
        </pc:spChg>
        <pc:picChg chg="add mod">
          <ac:chgData name="Shilpa BV" userId="48fbb3e7aeb449f5" providerId="LiveId" clId="{EBBB19FF-B6BA-45EC-963A-BBBCE23C975D}" dt="2025-02-13T14:57:25.842" v="1437" actId="1038"/>
          <ac:picMkLst>
            <pc:docMk/>
            <pc:sldMk cId="2004214226" sldId="264"/>
            <ac:picMk id="6" creationId="{A4CEC526-7B1A-03D5-898A-0BBA80AD2C51}"/>
          </ac:picMkLst>
        </pc:picChg>
        <pc:picChg chg="add mod">
          <ac:chgData name="Shilpa BV" userId="48fbb3e7aeb449f5" providerId="LiveId" clId="{EBBB19FF-B6BA-45EC-963A-BBBCE23C975D}" dt="2025-02-13T14:57:13.404" v="1392" actId="1035"/>
          <ac:picMkLst>
            <pc:docMk/>
            <pc:sldMk cId="2004214226" sldId="264"/>
            <ac:picMk id="8" creationId="{51B1D3FF-C7D5-2BA4-14FD-28898B26D600}"/>
          </ac:picMkLst>
        </pc:picChg>
        <pc:picChg chg="add mod">
          <ac:chgData name="Shilpa BV" userId="48fbb3e7aeb449f5" providerId="LiveId" clId="{EBBB19FF-B6BA-45EC-963A-BBBCE23C975D}" dt="2025-02-13T14:58:05.886" v="1458" actId="1037"/>
          <ac:picMkLst>
            <pc:docMk/>
            <pc:sldMk cId="2004214226" sldId="264"/>
            <ac:picMk id="10" creationId="{9E4B9336-576A-A748-830C-A1FF8DF3FB6F}"/>
          </ac:picMkLst>
        </pc:picChg>
        <pc:picChg chg="add mod">
          <ac:chgData name="Shilpa BV" userId="48fbb3e7aeb449f5" providerId="LiveId" clId="{EBBB19FF-B6BA-45EC-963A-BBBCE23C975D}" dt="2025-02-13T14:51:37.095" v="1291" actId="14100"/>
          <ac:picMkLst>
            <pc:docMk/>
            <pc:sldMk cId="2004214226" sldId="264"/>
            <ac:picMk id="12" creationId="{D0EFF491-4E6F-A022-776F-7AA741B27150}"/>
          </ac:picMkLst>
        </pc:picChg>
      </pc:sldChg>
      <pc:sldChg chg="del">
        <pc:chgData name="Shilpa BV" userId="48fbb3e7aeb449f5" providerId="LiveId" clId="{EBBB19FF-B6BA-45EC-963A-BBBCE23C975D}" dt="2025-02-12T15:19:27.745" v="0" actId="47"/>
        <pc:sldMkLst>
          <pc:docMk/>
          <pc:sldMk cId="3016978380" sldId="264"/>
        </pc:sldMkLst>
      </pc:sldChg>
      <pc:sldChg chg="del">
        <pc:chgData name="Shilpa BV" userId="48fbb3e7aeb449f5" providerId="LiveId" clId="{EBBB19FF-B6BA-45EC-963A-BBBCE23C975D}" dt="2025-02-12T15:19:27.745" v="0" actId="47"/>
        <pc:sldMkLst>
          <pc:docMk/>
          <pc:sldMk cId="173200336" sldId="265"/>
        </pc:sldMkLst>
      </pc:sldChg>
      <pc:sldChg chg="addSp modSp new mod">
        <pc:chgData name="Shilpa BV" userId="48fbb3e7aeb449f5" providerId="LiveId" clId="{EBBB19FF-B6BA-45EC-963A-BBBCE23C975D}" dt="2025-02-13T17:53:23.593" v="3618" actId="27636"/>
        <pc:sldMkLst>
          <pc:docMk/>
          <pc:sldMk cId="460964475" sldId="265"/>
        </pc:sldMkLst>
        <pc:spChg chg="mod">
          <ac:chgData name="Shilpa BV" userId="48fbb3e7aeb449f5" providerId="LiveId" clId="{EBBB19FF-B6BA-45EC-963A-BBBCE23C975D}" dt="2025-02-13T17:51:22.227" v="3600" actId="1037"/>
          <ac:spMkLst>
            <pc:docMk/>
            <pc:sldMk cId="460964475" sldId="265"/>
            <ac:spMk id="2" creationId="{B8A473E8-50B6-F38E-E420-286F8BE721E0}"/>
          </ac:spMkLst>
        </pc:spChg>
        <pc:spChg chg="mod">
          <ac:chgData name="Shilpa BV" userId="48fbb3e7aeb449f5" providerId="LiveId" clId="{EBBB19FF-B6BA-45EC-963A-BBBCE23C975D}" dt="2025-02-13T17:53:23.593" v="3618" actId="27636"/>
          <ac:spMkLst>
            <pc:docMk/>
            <pc:sldMk cId="460964475" sldId="265"/>
            <ac:spMk id="3" creationId="{3F170421-B471-FF16-E592-BC57FB8EE448}"/>
          </ac:spMkLst>
        </pc:spChg>
        <pc:picChg chg="add mod">
          <ac:chgData name="Shilpa BV" userId="48fbb3e7aeb449f5" providerId="LiveId" clId="{EBBB19FF-B6BA-45EC-963A-BBBCE23C975D}" dt="2025-02-13T17:51:32.578" v="3603" actId="1076"/>
          <ac:picMkLst>
            <pc:docMk/>
            <pc:sldMk cId="460964475" sldId="265"/>
            <ac:picMk id="5" creationId="{9E465F6D-19A2-5CA7-43A4-10410E602964}"/>
          </ac:picMkLst>
        </pc:picChg>
      </pc:sldChg>
      <pc:sldChg chg="addSp delSp modSp new mod">
        <pc:chgData name="Shilpa BV" userId="48fbb3e7aeb449f5" providerId="LiveId" clId="{EBBB19FF-B6BA-45EC-963A-BBBCE23C975D}" dt="2025-02-17T06:10:44.461" v="3766" actId="20577"/>
        <pc:sldMkLst>
          <pc:docMk/>
          <pc:sldMk cId="466516065" sldId="266"/>
        </pc:sldMkLst>
        <pc:spChg chg="mod">
          <ac:chgData name="Shilpa BV" userId="48fbb3e7aeb449f5" providerId="LiveId" clId="{EBBB19FF-B6BA-45EC-963A-BBBCE23C975D}" dt="2025-02-17T06:10:44.461" v="3766" actId="20577"/>
          <ac:spMkLst>
            <pc:docMk/>
            <pc:sldMk cId="466516065" sldId="266"/>
            <ac:spMk id="2" creationId="{D43F543B-8253-5668-2F54-1A882FEC9028}"/>
          </ac:spMkLst>
        </pc:spChg>
        <pc:spChg chg="add del mod ord">
          <ac:chgData name="Shilpa BV" userId="48fbb3e7aeb449f5" providerId="LiveId" clId="{EBBB19FF-B6BA-45EC-963A-BBBCE23C975D}" dt="2025-02-13T17:54:51.117" v="3628" actId="20577"/>
          <ac:spMkLst>
            <pc:docMk/>
            <pc:sldMk cId="466516065" sldId="266"/>
            <ac:spMk id="3" creationId="{F4FA1D90-869A-0EC4-2D47-69B27E9F9C51}"/>
          </ac:spMkLst>
        </pc:spChg>
        <pc:picChg chg="add mod">
          <ac:chgData name="Shilpa BV" userId="48fbb3e7aeb449f5" providerId="LiveId" clId="{EBBB19FF-B6BA-45EC-963A-BBBCE23C975D}" dt="2025-02-13T17:54:39.628" v="3621" actId="14100"/>
          <ac:picMkLst>
            <pc:docMk/>
            <pc:sldMk cId="466516065" sldId="266"/>
            <ac:picMk id="9" creationId="{D90774BF-622A-0DCB-B3E7-32A4A79E6BF1}"/>
          </ac:picMkLst>
        </pc:picChg>
      </pc:sldChg>
      <pc:sldChg chg="del">
        <pc:chgData name="Shilpa BV" userId="48fbb3e7aeb449f5" providerId="LiveId" clId="{EBBB19FF-B6BA-45EC-963A-BBBCE23C975D}" dt="2025-02-12T15:19:27.745" v="0" actId="47"/>
        <pc:sldMkLst>
          <pc:docMk/>
          <pc:sldMk cId="2077035320" sldId="266"/>
        </pc:sldMkLst>
      </pc:sldChg>
      <pc:sldChg chg="del">
        <pc:chgData name="Shilpa BV" userId="48fbb3e7aeb449f5" providerId="LiveId" clId="{EBBB19FF-B6BA-45EC-963A-BBBCE23C975D}" dt="2025-02-12T15:19:27.745" v="0" actId="47"/>
        <pc:sldMkLst>
          <pc:docMk/>
          <pc:sldMk cId="3642080002" sldId="267"/>
        </pc:sldMkLst>
      </pc:sldChg>
      <pc:sldChg chg="addSp delSp modSp new mod">
        <pc:chgData name="Shilpa BV" userId="48fbb3e7aeb449f5" providerId="LiveId" clId="{EBBB19FF-B6BA-45EC-963A-BBBCE23C975D}" dt="2025-02-13T16:56:11.733" v="3007" actId="14100"/>
        <pc:sldMkLst>
          <pc:docMk/>
          <pc:sldMk cId="4034683464" sldId="267"/>
        </pc:sldMkLst>
        <pc:spChg chg="mod">
          <ac:chgData name="Shilpa BV" userId="48fbb3e7aeb449f5" providerId="LiveId" clId="{EBBB19FF-B6BA-45EC-963A-BBBCE23C975D}" dt="2025-02-13T16:48:41.145" v="2886" actId="14100"/>
          <ac:spMkLst>
            <pc:docMk/>
            <pc:sldMk cId="4034683464" sldId="267"/>
            <ac:spMk id="2" creationId="{579CC6A9-1F81-E50E-2094-34C68948DE77}"/>
          </ac:spMkLst>
        </pc:spChg>
        <pc:spChg chg="mod">
          <ac:chgData name="Shilpa BV" userId="48fbb3e7aeb449f5" providerId="LiveId" clId="{EBBB19FF-B6BA-45EC-963A-BBBCE23C975D}" dt="2025-02-13T16:55:52.237" v="3002" actId="14100"/>
          <ac:spMkLst>
            <pc:docMk/>
            <pc:sldMk cId="4034683464" sldId="267"/>
            <ac:spMk id="3" creationId="{02B5F96A-15E6-8015-623F-A4DE37717616}"/>
          </ac:spMkLst>
        </pc:spChg>
        <pc:picChg chg="add mod">
          <ac:chgData name="Shilpa BV" userId="48fbb3e7aeb449f5" providerId="LiveId" clId="{EBBB19FF-B6BA-45EC-963A-BBBCE23C975D}" dt="2025-02-13T16:55:54.935" v="3003" actId="1076"/>
          <ac:picMkLst>
            <pc:docMk/>
            <pc:sldMk cId="4034683464" sldId="267"/>
            <ac:picMk id="7" creationId="{B0C7D779-4B33-8FB7-3E69-95C0D1F9269A}"/>
          </ac:picMkLst>
        </pc:picChg>
        <pc:picChg chg="add mod">
          <ac:chgData name="Shilpa BV" userId="48fbb3e7aeb449f5" providerId="LiveId" clId="{EBBB19FF-B6BA-45EC-963A-BBBCE23C975D}" dt="2025-02-13T16:56:11.733" v="3007" actId="14100"/>
          <ac:picMkLst>
            <pc:docMk/>
            <pc:sldMk cId="4034683464" sldId="267"/>
            <ac:picMk id="12" creationId="{C09A72EB-32FD-E38E-4914-908B3925A5B8}"/>
          </ac:picMkLst>
        </pc:picChg>
      </pc:sldChg>
      <pc:sldChg chg="del">
        <pc:chgData name="Shilpa BV" userId="48fbb3e7aeb449f5" providerId="LiveId" clId="{EBBB19FF-B6BA-45EC-963A-BBBCE23C975D}" dt="2025-02-12T15:19:27.745" v="0" actId="47"/>
        <pc:sldMkLst>
          <pc:docMk/>
          <pc:sldMk cId="3030404133" sldId="268"/>
        </pc:sldMkLst>
      </pc:sldChg>
      <pc:sldChg chg="addSp modSp new mod">
        <pc:chgData name="Shilpa BV" userId="48fbb3e7aeb449f5" providerId="LiveId" clId="{EBBB19FF-B6BA-45EC-963A-BBBCE23C975D}" dt="2025-02-18T07:25:12.191" v="5039" actId="1038"/>
        <pc:sldMkLst>
          <pc:docMk/>
          <pc:sldMk cId="3226404786" sldId="268"/>
        </pc:sldMkLst>
        <pc:spChg chg="mod">
          <ac:chgData name="Shilpa BV" userId="48fbb3e7aeb449f5" providerId="LiveId" clId="{EBBB19FF-B6BA-45EC-963A-BBBCE23C975D}" dt="2025-02-13T16:26:02.897" v="2731" actId="27636"/>
          <ac:spMkLst>
            <pc:docMk/>
            <pc:sldMk cId="3226404786" sldId="268"/>
            <ac:spMk id="2" creationId="{31672C2B-E368-32F6-175B-3F78AA8477C1}"/>
          </ac:spMkLst>
        </pc:spChg>
        <pc:spChg chg="mod">
          <ac:chgData name="Shilpa BV" userId="48fbb3e7aeb449f5" providerId="LiveId" clId="{EBBB19FF-B6BA-45EC-963A-BBBCE23C975D}" dt="2025-02-13T16:27:05.723" v="2744" actId="207"/>
          <ac:spMkLst>
            <pc:docMk/>
            <pc:sldMk cId="3226404786" sldId="268"/>
            <ac:spMk id="3" creationId="{448A25EA-9399-8B7B-3040-166C53B2A6CB}"/>
          </ac:spMkLst>
        </pc:spChg>
        <pc:spChg chg="add mod">
          <ac:chgData name="Shilpa BV" userId="48fbb3e7aeb449f5" providerId="LiveId" clId="{EBBB19FF-B6BA-45EC-963A-BBBCE23C975D}" dt="2025-02-18T07:25:12.191" v="5039" actId="1038"/>
          <ac:spMkLst>
            <pc:docMk/>
            <pc:sldMk cId="3226404786" sldId="268"/>
            <ac:spMk id="7" creationId="{D1E8FDB7-293C-AD1C-36C8-9C849B4D3481}"/>
          </ac:spMkLst>
        </pc:spChg>
        <pc:picChg chg="add mod">
          <ac:chgData name="Shilpa BV" userId="48fbb3e7aeb449f5" providerId="LiveId" clId="{EBBB19FF-B6BA-45EC-963A-BBBCE23C975D}" dt="2025-02-13T16:54:30.092" v="2946" actId="1036"/>
          <ac:picMkLst>
            <pc:docMk/>
            <pc:sldMk cId="3226404786" sldId="268"/>
            <ac:picMk id="5" creationId="{860D34CA-7992-23F3-3B42-F206CE3E8F26}"/>
          </ac:picMkLst>
        </pc:picChg>
      </pc:sldChg>
      <pc:sldChg chg="del">
        <pc:chgData name="Shilpa BV" userId="48fbb3e7aeb449f5" providerId="LiveId" clId="{EBBB19FF-B6BA-45EC-963A-BBBCE23C975D}" dt="2025-02-12T15:19:27.745" v="0" actId="47"/>
        <pc:sldMkLst>
          <pc:docMk/>
          <pc:sldMk cId="1152367372" sldId="269"/>
        </pc:sldMkLst>
      </pc:sldChg>
      <pc:sldChg chg="addSp modSp new mod">
        <pc:chgData name="Shilpa BV" userId="48fbb3e7aeb449f5" providerId="LiveId" clId="{EBBB19FF-B6BA-45EC-963A-BBBCE23C975D}" dt="2025-02-13T16:54:51.976" v="2964" actId="1076"/>
        <pc:sldMkLst>
          <pc:docMk/>
          <pc:sldMk cId="2196744463" sldId="269"/>
        </pc:sldMkLst>
        <pc:spChg chg="mod">
          <ac:chgData name="Shilpa BV" userId="48fbb3e7aeb449f5" providerId="LiveId" clId="{EBBB19FF-B6BA-45EC-963A-BBBCE23C975D}" dt="2025-02-13T16:45:12.004" v="2850" actId="14100"/>
          <ac:spMkLst>
            <pc:docMk/>
            <pc:sldMk cId="2196744463" sldId="269"/>
            <ac:spMk id="2" creationId="{41AE2A8E-BED6-858E-7789-D3E72AC0FEE8}"/>
          </ac:spMkLst>
        </pc:spChg>
        <pc:spChg chg="mod">
          <ac:chgData name="Shilpa BV" userId="48fbb3e7aeb449f5" providerId="LiveId" clId="{EBBB19FF-B6BA-45EC-963A-BBBCE23C975D}" dt="2025-02-13T16:47:43.439" v="2885" actId="113"/>
          <ac:spMkLst>
            <pc:docMk/>
            <pc:sldMk cId="2196744463" sldId="269"/>
            <ac:spMk id="3" creationId="{B6418949-66DA-CBA2-BEDD-8B1215729C3B}"/>
          </ac:spMkLst>
        </pc:spChg>
        <pc:spChg chg="add mod">
          <ac:chgData name="Shilpa BV" userId="48fbb3e7aeb449f5" providerId="LiveId" clId="{EBBB19FF-B6BA-45EC-963A-BBBCE23C975D}" dt="2025-02-13T16:54:51.976" v="2964" actId="1076"/>
          <ac:spMkLst>
            <pc:docMk/>
            <pc:sldMk cId="2196744463" sldId="269"/>
            <ac:spMk id="5" creationId="{9F80B21F-3723-34DE-6D8B-7A0548A14607}"/>
          </ac:spMkLst>
        </pc:spChg>
        <pc:picChg chg="add mod">
          <ac:chgData name="Shilpa BV" userId="48fbb3e7aeb449f5" providerId="LiveId" clId="{EBBB19FF-B6BA-45EC-963A-BBBCE23C975D}" dt="2025-02-13T16:54:44.524" v="2962" actId="1035"/>
          <ac:picMkLst>
            <pc:docMk/>
            <pc:sldMk cId="2196744463" sldId="269"/>
            <ac:picMk id="4" creationId="{80CA2FF7-EDE0-F920-9086-CF23AB9764AB}"/>
          </ac:picMkLst>
        </pc:picChg>
      </pc:sldChg>
      <pc:sldChg chg="del">
        <pc:chgData name="Shilpa BV" userId="48fbb3e7aeb449f5" providerId="LiveId" clId="{EBBB19FF-B6BA-45EC-963A-BBBCE23C975D}" dt="2025-02-12T15:19:27.745" v="0" actId="47"/>
        <pc:sldMkLst>
          <pc:docMk/>
          <pc:sldMk cId="458123175" sldId="270"/>
        </pc:sldMkLst>
      </pc:sldChg>
      <pc:sldChg chg="addSp modSp new mod">
        <pc:chgData name="Shilpa BV" userId="48fbb3e7aeb449f5" providerId="LiveId" clId="{EBBB19FF-B6BA-45EC-963A-BBBCE23C975D}" dt="2025-02-13T17:22:16.006" v="3401" actId="14100"/>
        <pc:sldMkLst>
          <pc:docMk/>
          <pc:sldMk cId="1695940106" sldId="270"/>
        </pc:sldMkLst>
        <pc:spChg chg="mod">
          <ac:chgData name="Shilpa BV" userId="48fbb3e7aeb449f5" providerId="LiveId" clId="{EBBB19FF-B6BA-45EC-963A-BBBCE23C975D}" dt="2025-02-13T17:01:14.618" v="3052" actId="14100"/>
          <ac:spMkLst>
            <pc:docMk/>
            <pc:sldMk cId="1695940106" sldId="270"/>
            <ac:spMk id="2" creationId="{EC8ADC0D-002D-49E9-941F-DD6313277795}"/>
          </ac:spMkLst>
        </pc:spChg>
        <pc:spChg chg="mod">
          <ac:chgData name="Shilpa BV" userId="48fbb3e7aeb449f5" providerId="LiveId" clId="{EBBB19FF-B6BA-45EC-963A-BBBCE23C975D}" dt="2025-02-13T17:21:59.597" v="3363" actId="20577"/>
          <ac:spMkLst>
            <pc:docMk/>
            <pc:sldMk cId="1695940106" sldId="270"/>
            <ac:spMk id="3" creationId="{6CB2E0E5-3D50-93EB-FDD6-8E78C4868BDF}"/>
          </ac:spMkLst>
        </pc:spChg>
        <pc:spChg chg="add mod">
          <ac:chgData name="Shilpa BV" userId="48fbb3e7aeb449f5" providerId="LiveId" clId="{EBBB19FF-B6BA-45EC-963A-BBBCE23C975D}" dt="2025-02-13T17:03:02.217" v="3094" actId="1036"/>
          <ac:spMkLst>
            <pc:docMk/>
            <pc:sldMk cId="1695940106" sldId="270"/>
            <ac:spMk id="7" creationId="{C423B331-5770-7CC6-B46B-581ACCC63D4D}"/>
          </ac:spMkLst>
        </pc:spChg>
        <pc:picChg chg="add mod">
          <ac:chgData name="Shilpa BV" userId="48fbb3e7aeb449f5" providerId="LiveId" clId="{EBBB19FF-B6BA-45EC-963A-BBBCE23C975D}" dt="2025-02-13T17:02:01.913" v="3068" actId="1035"/>
          <ac:picMkLst>
            <pc:docMk/>
            <pc:sldMk cId="1695940106" sldId="270"/>
            <ac:picMk id="5" creationId="{5DF2E844-FABD-EF75-082B-1EB509D54AA9}"/>
          </ac:picMkLst>
        </pc:picChg>
        <pc:picChg chg="add mod">
          <ac:chgData name="Shilpa BV" userId="48fbb3e7aeb449f5" providerId="LiveId" clId="{EBBB19FF-B6BA-45EC-963A-BBBCE23C975D}" dt="2025-02-13T17:22:16.006" v="3401" actId="14100"/>
          <ac:picMkLst>
            <pc:docMk/>
            <pc:sldMk cId="1695940106" sldId="270"/>
            <ac:picMk id="9" creationId="{A06035DA-415E-1B13-D809-724F22FBDEF4}"/>
          </ac:picMkLst>
        </pc:picChg>
      </pc:sldChg>
      <pc:sldChg chg="del">
        <pc:chgData name="Shilpa BV" userId="48fbb3e7aeb449f5" providerId="LiveId" clId="{EBBB19FF-B6BA-45EC-963A-BBBCE23C975D}" dt="2025-02-12T15:19:27.745" v="0" actId="47"/>
        <pc:sldMkLst>
          <pc:docMk/>
          <pc:sldMk cId="552703786" sldId="271"/>
        </pc:sldMkLst>
      </pc:sldChg>
      <pc:sldChg chg="addSp delSp modSp new mod">
        <pc:chgData name="Shilpa BV" userId="48fbb3e7aeb449f5" providerId="LiveId" clId="{EBBB19FF-B6BA-45EC-963A-BBBCE23C975D}" dt="2025-02-13T16:51:53.544" v="2918" actId="6549"/>
        <pc:sldMkLst>
          <pc:docMk/>
          <pc:sldMk cId="3612274419" sldId="271"/>
        </pc:sldMkLst>
        <pc:spChg chg="add mod">
          <ac:chgData name="Shilpa BV" userId="48fbb3e7aeb449f5" providerId="LiveId" clId="{EBBB19FF-B6BA-45EC-963A-BBBCE23C975D}" dt="2025-02-13T16:51:53.544" v="2918" actId="6549"/>
          <ac:spMkLst>
            <pc:docMk/>
            <pc:sldMk cId="3612274419" sldId="271"/>
            <ac:spMk id="11" creationId="{1B7082DB-CCCF-03DC-0F7E-5D49CD9834CC}"/>
          </ac:spMkLst>
        </pc:spChg>
        <pc:picChg chg="add mod">
          <ac:chgData name="Shilpa BV" userId="48fbb3e7aeb449f5" providerId="LiveId" clId="{EBBB19FF-B6BA-45EC-963A-BBBCE23C975D}" dt="2025-02-13T16:50:28.287" v="2910" actId="14100"/>
          <ac:picMkLst>
            <pc:docMk/>
            <pc:sldMk cId="3612274419" sldId="271"/>
            <ac:picMk id="9" creationId="{3BB9A45A-FA87-4CB8-5E9A-68268C923F87}"/>
          </ac:picMkLst>
        </pc:picChg>
      </pc:sldChg>
      <pc:sldChg chg="addSp modSp new mod">
        <pc:chgData name="Shilpa BV" userId="48fbb3e7aeb449f5" providerId="LiveId" clId="{EBBB19FF-B6BA-45EC-963A-BBBCE23C975D}" dt="2025-02-13T17:28:05.866" v="3453" actId="1076"/>
        <pc:sldMkLst>
          <pc:docMk/>
          <pc:sldMk cId="2248617548" sldId="272"/>
        </pc:sldMkLst>
        <pc:spChg chg="mod">
          <ac:chgData name="Shilpa BV" userId="48fbb3e7aeb449f5" providerId="LiveId" clId="{EBBB19FF-B6BA-45EC-963A-BBBCE23C975D}" dt="2025-02-13T17:25:43.488" v="3445" actId="14100"/>
          <ac:spMkLst>
            <pc:docMk/>
            <pc:sldMk cId="2248617548" sldId="272"/>
            <ac:spMk id="2" creationId="{B1F0BEFD-AC36-C416-AA1C-C6191C8D2FE9}"/>
          </ac:spMkLst>
        </pc:spChg>
        <pc:spChg chg="mod">
          <ac:chgData name="Shilpa BV" userId="48fbb3e7aeb449f5" providerId="LiveId" clId="{EBBB19FF-B6BA-45EC-963A-BBBCE23C975D}" dt="2025-02-13T17:28:01.847" v="3451" actId="14100"/>
          <ac:spMkLst>
            <pc:docMk/>
            <pc:sldMk cId="2248617548" sldId="272"/>
            <ac:spMk id="3" creationId="{5845C290-6C1A-27AA-4A0E-1978EB43A9A2}"/>
          </ac:spMkLst>
        </pc:spChg>
        <pc:picChg chg="add mod">
          <ac:chgData name="Shilpa BV" userId="48fbb3e7aeb449f5" providerId="LiveId" clId="{EBBB19FF-B6BA-45EC-963A-BBBCE23C975D}" dt="2025-02-13T17:28:05.866" v="3453" actId="1076"/>
          <ac:picMkLst>
            <pc:docMk/>
            <pc:sldMk cId="2248617548" sldId="272"/>
            <ac:picMk id="4" creationId="{40B42A6C-71BF-8B0F-2271-937A831DE754}"/>
          </ac:picMkLst>
        </pc:picChg>
      </pc:sldChg>
      <pc:sldChg chg="del">
        <pc:chgData name="Shilpa BV" userId="48fbb3e7aeb449f5" providerId="LiveId" clId="{EBBB19FF-B6BA-45EC-963A-BBBCE23C975D}" dt="2025-02-12T15:19:27.745" v="0" actId="47"/>
        <pc:sldMkLst>
          <pc:docMk/>
          <pc:sldMk cId="3214431207" sldId="272"/>
        </pc:sldMkLst>
      </pc:sldChg>
      <pc:sldChg chg="modSp new mod">
        <pc:chgData name="Shilpa BV" userId="48fbb3e7aeb449f5" providerId="LiveId" clId="{EBBB19FF-B6BA-45EC-963A-BBBCE23C975D}" dt="2025-02-13T17:40:20.433" v="3470" actId="5793"/>
        <pc:sldMkLst>
          <pc:docMk/>
          <pc:sldMk cId="1526473227" sldId="273"/>
        </pc:sldMkLst>
        <pc:spChg chg="mod">
          <ac:chgData name="Shilpa BV" userId="48fbb3e7aeb449f5" providerId="LiveId" clId="{EBBB19FF-B6BA-45EC-963A-BBBCE23C975D}" dt="2025-02-13T17:40:20.433" v="3470" actId="5793"/>
          <ac:spMkLst>
            <pc:docMk/>
            <pc:sldMk cId="1526473227" sldId="273"/>
            <ac:spMk id="2" creationId="{10ADA7DB-03AB-78B9-1B76-17CA991B29E2}"/>
          </ac:spMkLst>
        </pc:spChg>
        <pc:spChg chg="mod">
          <ac:chgData name="Shilpa BV" userId="48fbb3e7aeb449f5" providerId="LiveId" clId="{EBBB19FF-B6BA-45EC-963A-BBBCE23C975D}" dt="2025-02-13T17:40:12.563" v="3456"/>
          <ac:spMkLst>
            <pc:docMk/>
            <pc:sldMk cId="1526473227" sldId="273"/>
            <ac:spMk id="3" creationId="{28D5EAFF-B68E-1FED-8AE7-7AA5554314D9}"/>
          </ac:spMkLst>
        </pc:spChg>
      </pc:sldChg>
      <pc:sldChg chg="del">
        <pc:chgData name="Shilpa BV" userId="48fbb3e7aeb449f5" providerId="LiveId" clId="{EBBB19FF-B6BA-45EC-963A-BBBCE23C975D}" dt="2025-02-12T15:19:27.745" v="0" actId="47"/>
        <pc:sldMkLst>
          <pc:docMk/>
          <pc:sldMk cId="1649843745" sldId="273"/>
        </pc:sldMkLst>
      </pc:sldChg>
      <pc:sldChg chg="modSp new mod">
        <pc:chgData name="Shilpa BV" userId="48fbb3e7aeb449f5" providerId="LiveId" clId="{EBBB19FF-B6BA-45EC-963A-BBBCE23C975D}" dt="2025-02-15T16:50:19.144" v="3764" actId="14100"/>
        <pc:sldMkLst>
          <pc:docMk/>
          <pc:sldMk cId="892822701" sldId="274"/>
        </pc:sldMkLst>
        <pc:spChg chg="mod">
          <ac:chgData name="Shilpa BV" userId="48fbb3e7aeb449f5" providerId="LiveId" clId="{EBBB19FF-B6BA-45EC-963A-BBBCE23C975D}" dt="2025-02-15T16:17:12.318" v="3707" actId="2711"/>
          <ac:spMkLst>
            <pc:docMk/>
            <pc:sldMk cId="892822701" sldId="274"/>
            <ac:spMk id="2" creationId="{FF66D9A7-97C4-7282-5581-1BBB4AD60EC2}"/>
          </ac:spMkLst>
        </pc:spChg>
        <pc:spChg chg="mod">
          <ac:chgData name="Shilpa BV" userId="48fbb3e7aeb449f5" providerId="LiveId" clId="{EBBB19FF-B6BA-45EC-963A-BBBCE23C975D}" dt="2025-02-15T16:50:19.144" v="3764" actId="14100"/>
          <ac:spMkLst>
            <pc:docMk/>
            <pc:sldMk cId="892822701" sldId="274"/>
            <ac:spMk id="3" creationId="{D7573F4C-BD31-DCB5-89E8-818AF85D1B39}"/>
          </ac:spMkLst>
        </pc:spChg>
      </pc:sldChg>
      <pc:sldChg chg="del">
        <pc:chgData name="Shilpa BV" userId="48fbb3e7aeb449f5" providerId="LiveId" clId="{EBBB19FF-B6BA-45EC-963A-BBBCE23C975D}" dt="2025-02-12T15:19:27.745" v="0" actId="47"/>
        <pc:sldMkLst>
          <pc:docMk/>
          <pc:sldMk cId="1267123022" sldId="274"/>
        </pc:sldMkLst>
      </pc:sldChg>
      <pc:sldChg chg="addSp modSp new mod">
        <pc:chgData name="Shilpa BV" userId="48fbb3e7aeb449f5" providerId="LiveId" clId="{EBBB19FF-B6BA-45EC-963A-BBBCE23C975D}" dt="2025-02-18T08:20:54.280" v="5041" actId="14100"/>
        <pc:sldMkLst>
          <pc:docMk/>
          <pc:sldMk cId="405459325" sldId="275"/>
        </pc:sldMkLst>
        <pc:spChg chg="mod">
          <ac:chgData name="Shilpa BV" userId="48fbb3e7aeb449f5" providerId="LiveId" clId="{EBBB19FF-B6BA-45EC-963A-BBBCE23C975D}" dt="2025-02-18T08:20:54.280" v="5041" actId="14100"/>
          <ac:spMkLst>
            <pc:docMk/>
            <pc:sldMk cId="405459325" sldId="275"/>
            <ac:spMk id="2" creationId="{D712657A-6E6F-DE57-9C47-E0917815B851}"/>
          </ac:spMkLst>
        </pc:spChg>
        <pc:spChg chg="mod">
          <ac:chgData name="Shilpa BV" userId="48fbb3e7aeb449f5" providerId="LiveId" clId="{EBBB19FF-B6BA-45EC-963A-BBBCE23C975D}" dt="2025-02-18T08:20:47.710" v="5040" actId="14100"/>
          <ac:spMkLst>
            <pc:docMk/>
            <pc:sldMk cId="405459325" sldId="275"/>
            <ac:spMk id="3" creationId="{7BBD8BC6-C3D4-C8E0-411A-3E1170899FF4}"/>
          </ac:spMkLst>
        </pc:spChg>
        <pc:spChg chg="add mod">
          <ac:chgData name="Shilpa BV" userId="48fbb3e7aeb449f5" providerId="LiveId" clId="{EBBB19FF-B6BA-45EC-963A-BBBCE23C975D}" dt="2025-02-17T09:45:03.471" v="4122" actId="1035"/>
          <ac:spMkLst>
            <pc:docMk/>
            <pc:sldMk cId="405459325" sldId="275"/>
            <ac:spMk id="7" creationId="{9A1AC2E0-5B4D-499C-9C9C-8E2EBB3D294C}"/>
          </ac:spMkLst>
        </pc:spChg>
        <pc:picChg chg="add mod">
          <ac:chgData name="Shilpa BV" userId="48fbb3e7aeb449f5" providerId="LiveId" clId="{EBBB19FF-B6BA-45EC-963A-BBBCE23C975D}" dt="2025-02-17T09:44:01.444" v="4090" actId="1076"/>
          <ac:picMkLst>
            <pc:docMk/>
            <pc:sldMk cId="405459325" sldId="275"/>
            <ac:picMk id="5" creationId="{D897FBD2-4558-73D2-2149-4328F41EDE63}"/>
          </ac:picMkLst>
        </pc:picChg>
      </pc:sldChg>
      <pc:sldChg chg="del">
        <pc:chgData name="Shilpa BV" userId="48fbb3e7aeb449f5" providerId="LiveId" clId="{EBBB19FF-B6BA-45EC-963A-BBBCE23C975D}" dt="2025-02-12T15:19:27.745" v="0" actId="47"/>
        <pc:sldMkLst>
          <pc:docMk/>
          <pc:sldMk cId="3766951912" sldId="275"/>
        </pc:sldMkLst>
      </pc:sldChg>
      <pc:sldChg chg="del">
        <pc:chgData name="Shilpa BV" userId="48fbb3e7aeb449f5" providerId="LiveId" clId="{EBBB19FF-B6BA-45EC-963A-BBBCE23C975D}" dt="2025-02-12T15:19:27.745" v="0" actId="47"/>
        <pc:sldMkLst>
          <pc:docMk/>
          <pc:sldMk cId="3284544402" sldId="276"/>
        </pc:sldMkLst>
      </pc:sldChg>
      <pc:sldChg chg="modSp new mod">
        <pc:chgData name="Shilpa BV" userId="48fbb3e7aeb449f5" providerId="LiveId" clId="{EBBB19FF-B6BA-45EC-963A-BBBCE23C975D}" dt="2025-02-17T10:00:56.314" v="4219" actId="20577"/>
        <pc:sldMkLst>
          <pc:docMk/>
          <pc:sldMk cId="4134159195" sldId="276"/>
        </pc:sldMkLst>
        <pc:spChg chg="mod">
          <ac:chgData name="Shilpa BV" userId="48fbb3e7aeb449f5" providerId="LiveId" clId="{EBBB19FF-B6BA-45EC-963A-BBBCE23C975D}" dt="2025-02-17T09:39:07.413" v="3927" actId="5793"/>
          <ac:spMkLst>
            <pc:docMk/>
            <pc:sldMk cId="4134159195" sldId="276"/>
            <ac:spMk id="2" creationId="{BFDF59DB-2465-9A0D-275E-0FE828E14DDA}"/>
          </ac:spMkLst>
        </pc:spChg>
        <pc:spChg chg="mod">
          <ac:chgData name="Shilpa BV" userId="48fbb3e7aeb449f5" providerId="LiveId" clId="{EBBB19FF-B6BA-45EC-963A-BBBCE23C975D}" dt="2025-02-17T10:00:56.314" v="4219" actId="20577"/>
          <ac:spMkLst>
            <pc:docMk/>
            <pc:sldMk cId="4134159195" sldId="276"/>
            <ac:spMk id="3" creationId="{65DD770C-68A0-9B45-A0D7-F8BD783B4BB3}"/>
          </ac:spMkLst>
        </pc:spChg>
      </pc:sldChg>
      <pc:sldChg chg="addSp delSp modSp new add del mod">
        <pc:chgData name="Shilpa BV" userId="48fbb3e7aeb449f5" providerId="LiveId" clId="{EBBB19FF-B6BA-45EC-963A-BBBCE23C975D}" dt="2025-02-17T09:53:48.972" v="4173" actId="1036"/>
        <pc:sldMkLst>
          <pc:docMk/>
          <pc:sldMk cId="2019166062" sldId="277"/>
        </pc:sldMkLst>
        <pc:picChg chg="add mod">
          <ac:chgData name="Shilpa BV" userId="48fbb3e7aeb449f5" providerId="LiveId" clId="{EBBB19FF-B6BA-45EC-963A-BBBCE23C975D}" dt="2025-02-17T09:53:48.972" v="4173" actId="1036"/>
          <ac:picMkLst>
            <pc:docMk/>
            <pc:sldMk cId="2019166062" sldId="277"/>
            <ac:picMk id="5" creationId="{63229DDE-4CDC-C21C-AE59-5EF878F264A1}"/>
          </ac:picMkLst>
        </pc:picChg>
      </pc:sldChg>
      <pc:sldChg chg="del">
        <pc:chgData name="Shilpa BV" userId="48fbb3e7aeb449f5" providerId="LiveId" clId="{EBBB19FF-B6BA-45EC-963A-BBBCE23C975D}" dt="2025-02-12T15:19:27.745" v="0" actId="47"/>
        <pc:sldMkLst>
          <pc:docMk/>
          <pc:sldMk cId="2287184102" sldId="277"/>
        </pc:sldMkLst>
      </pc:sldChg>
      <pc:sldChg chg="del">
        <pc:chgData name="Shilpa BV" userId="48fbb3e7aeb449f5" providerId="LiveId" clId="{EBBB19FF-B6BA-45EC-963A-BBBCE23C975D}" dt="2025-02-12T15:19:27.745" v="0" actId="47"/>
        <pc:sldMkLst>
          <pc:docMk/>
          <pc:sldMk cId="1101155923" sldId="278"/>
        </pc:sldMkLst>
      </pc:sldChg>
      <pc:sldChg chg="addSp delSp modSp new mod">
        <pc:chgData name="Shilpa BV" userId="48fbb3e7aeb449f5" providerId="LiveId" clId="{EBBB19FF-B6BA-45EC-963A-BBBCE23C975D}" dt="2025-02-22T04:12:16.571" v="5108" actId="207"/>
        <pc:sldMkLst>
          <pc:docMk/>
          <pc:sldMk cId="4245690566" sldId="278"/>
        </pc:sldMkLst>
        <pc:spChg chg="mod">
          <ac:chgData name="Shilpa BV" userId="48fbb3e7aeb449f5" providerId="LiveId" clId="{EBBB19FF-B6BA-45EC-963A-BBBCE23C975D}" dt="2025-02-17T10:09:19.077" v="4283" actId="27636"/>
          <ac:spMkLst>
            <pc:docMk/>
            <pc:sldMk cId="4245690566" sldId="278"/>
            <ac:spMk id="2" creationId="{52E251B3-A3E9-F391-3AB4-E9D8633A99DC}"/>
          </ac:spMkLst>
        </pc:spChg>
        <pc:spChg chg="mod">
          <ac:chgData name="Shilpa BV" userId="48fbb3e7aeb449f5" providerId="LiveId" clId="{EBBB19FF-B6BA-45EC-963A-BBBCE23C975D}" dt="2025-02-22T04:12:16.571" v="5108" actId="207"/>
          <ac:spMkLst>
            <pc:docMk/>
            <pc:sldMk cId="4245690566" sldId="278"/>
            <ac:spMk id="3" creationId="{DA7B1646-EDCF-1432-E5F4-3BEA1EF69978}"/>
          </ac:spMkLst>
        </pc:spChg>
      </pc:sldChg>
      <pc:sldChg chg="del">
        <pc:chgData name="Shilpa BV" userId="48fbb3e7aeb449f5" providerId="LiveId" clId="{EBBB19FF-B6BA-45EC-963A-BBBCE23C975D}" dt="2025-02-12T15:19:27.745" v="0" actId="47"/>
        <pc:sldMkLst>
          <pc:docMk/>
          <pc:sldMk cId="1302834782" sldId="279"/>
        </pc:sldMkLst>
      </pc:sldChg>
      <pc:sldChg chg="modSp new mod">
        <pc:chgData name="Shilpa BV" userId="48fbb3e7aeb449f5" providerId="LiveId" clId="{EBBB19FF-B6BA-45EC-963A-BBBCE23C975D}" dt="2025-02-17T10:03:11.215" v="4275" actId="115"/>
        <pc:sldMkLst>
          <pc:docMk/>
          <pc:sldMk cId="2155542658" sldId="279"/>
        </pc:sldMkLst>
        <pc:spChg chg="mod">
          <ac:chgData name="Shilpa BV" userId="48fbb3e7aeb449f5" providerId="LiveId" clId="{EBBB19FF-B6BA-45EC-963A-BBBCE23C975D}" dt="2025-02-17T10:02:24.123" v="4268" actId="27636"/>
          <ac:spMkLst>
            <pc:docMk/>
            <pc:sldMk cId="2155542658" sldId="279"/>
            <ac:spMk id="2" creationId="{D701CC17-3C67-061B-B558-1D1D2ED5C4EB}"/>
          </ac:spMkLst>
        </pc:spChg>
        <pc:spChg chg="mod">
          <ac:chgData name="Shilpa BV" userId="48fbb3e7aeb449f5" providerId="LiveId" clId="{EBBB19FF-B6BA-45EC-963A-BBBCE23C975D}" dt="2025-02-17T10:03:11.215" v="4275" actId="115"/>
          <ac:spMkLst>
            <pc:docMk/>
            <pc:sldMk cId="2155542658" sldId="279"/>
            <ac:spMk id="3" creationId="{FF596301-AAE8-6095-6682-919054D45B2F}"/>
          </ac:spMkLst>
        </pc:spChg>
      </pc:sldChg>
      <pc:sldChg chg="del">
        <pc:chgData name="Shilpa BV" userId="48fbb3e7aeb449f5" providerId="LiveId" clId="{EBBB19FF-B6BA-45EC-963A-BBBCE23C975D}" dt="2025-02-12T15:19:27.745" v="0" actId="47"/>
        <pc:sldMkLst>
          <pc:docMk/>
          <pc:sldMk cId="1855353033" sldId="280"/>
        </pc:sldMkLst>
      </pc:sldChg>
      <pc:sldChg chg="addSp delSp modSp new mod">
        <pc:chgData name="Shilpa BV" userId="48fbb3e7aeb449f5" providerId="LiveId" clId="{EBBB19FF-B6BA-45EC-963A-BBBCE23C975D}" dt="2025-02-25T07:18:20.977" v="6036" actId="114"/>
        <pc:sldMkLst>
          <pc:docMk/>
          <pc:sldMk cId="2719323558" sldId="280"/>
        </pc:sldMkLst>
        <pc:spChg chg="add mod">
          <ac:chgData name="Shilpa BV" userId="48fbb3e7aeb449f5" providerId="LiveId" clId="{EBBB19FF-B6BA-45EC-963A-BBBCE23C975D}" dt="2025-02-22T05:14:20.465" v="5932"/>
          <ac:spMkLst>
            <pc:docMk/>
            <pc:sldMk cId="2719323558" sldId="280"/>
            <ac:spMk id="2" creationId="{C53D5928-A191-4EEE-D9E0-AA1643CCB562}"/>
          </ac:spMkLst>
        </pc:spChg>
        <pc:spChg chg="mod">
          <ac:chgData name="Shilpa BV" userId="48fbb3e7aeb449f5" providerId="LiveId" clId="{EBBB19FF-B6BA-45EC-963A-BBBCE23C975D}" dt="2025-02-25T07:18:20.977" v="6036" actId="114"/>
          <ac:spMkLst>
            <pc:docMk/>
            <pc:sldMk cId="2719323558" sldId="280"/>
            <ac:spMk id="3" creationId="{9707B553-53DB-EB63-B88B-5A2A2D9C931C}"/>
          </ac:spMkLst>
        </pc:spChg>
      </pc:sldChg>
      <pc:sldChg chg="del">
        <pc:chgData name="Shilpa BV" userId="48fbb3e7aeb449f5" providerId="LiveId" clId="{EBBB19FF-B6BA-45EC-963A-BBBCE23C975D}" dt="2025-02-12T15:19:27.745" v="0" actId="47"/>
        <pc:sldMkLst>
          <pc:docMk/>
          <pc:sldMk cId="310802712" sldId="281"/>
        </pc:sldMkLst>
      </pc:sldChg>
      <pc:sldChg chg="addSp modSp add mod">
        <pc:chgData name="Shilpa BV" userId="48fbb3e7aeb449f5" providerId="LiveId" clId="{EBBB19FF-B6BA-45EC-963A-BBBCE23C975D}" dt="2025-02-25T07:01:23.604" v="5964" actId="1035"/>
        <pc:sldMkLst>
          <pc:docMk/>
          <pc:sldMk cId="3789953858" sldId="281"/>
        </pc:sldMkLst>
        <pc:spChg chg="mod">
          <ac:chgData name="Shilpa BV" userId="48fbb3e7aeb449f5" providerId="LiveId" clId="{EBBB19FF-B6BA-45EC-963A-BBBCE23C975D}" dt="2025-02-22T05:14:06.665" v="5931" actId="5793"/>
          <ac:spMkLst>
            <pc:docMk/>
            <pc:sldMk cId="3789953858" sldId="281"/>
            <ac:spMk id="2" creationId="{C489C864-69C3-FF98-5828-F59352EEFA17}"/>
          </ac:spMkLst>
        </pc:spChg>
        <pc:spChg chg="mod">
          <ac:chgData name="Shilpa BV" userId="48fbb3e7aeb449f5" providerId="LiveId" clId="{EBBB19FF-B6BA-45EC-963A-BBBCE23C975D}" dt="2025-02-17T11:47:25.076" v="4777" actId="14100"/>
          <ac:spMkLst>
            <pc:docMk/>
            <pc:sldMk cId="3789953858" sldId="281"/>
            <ac:spMk id="3" creationId="{182CFB2F-C5BF-B18E-79CF-179D66809161}"/>
          </ac:spMkLst>
        </pc:spChg>
        <pc:spChg chg="add mod">
          <ac:chgData name="Shilpa BV" userId="48fbb3e7aeb449f5" providerId="LiveId" clId="{EBBB19FF-B6BA-45EC-963A-BBBCE23C975D}" dt="2025-02-25T07:01:23.604" v="5964" actId="1035"/>
          <ac:spMkLst>
            <pc:docMk/>
            <pc:sldMk cId="3789953858" sldId="281"/>
            <ac:spMk id="6" creationId="{92F2A3D2-FD61-07FD-C8D9-AD0B8CF72557}"/>
          </ac:spMkLst>
        </pc:spChg>
        <pc:picChg chg="mod">
          <ac:chgData name="Shilpa BV" userId="48fbb3e7aeb449f5" providerId="LiveId" clId="{EBBB19FF-B6BA-45EC-963A-BBBCE23C975D}" dt="2025-02-17T11:44:44.476" v="4715" actId="14100"/>
          <ac:picMkLst>
            <pc:docMk/>
            <pc:sldMk cId="3789953858" sldId="281"/>
            <ac:picMk id="5" creationId="{06A5C135-75F8-7524-91AD-8CC688DDAED1}"/>
          </ac:picMkLst>
        </pc:picChg>
      </pc:sldChg>
      <pc:sldChg chg="del">
        <pc:chgData name="Shilpa BV" userId="48fbb3e7aeb449f5" providerId="LiveId" clId="{EBBB19FF-B6BA-45EC-963A-BBBCE23C975D}" dt="2025-02-12T15:19:27.745" v="0" actId="47"/>
        <pc:sldMkLst>
          <pc:docMk/>
          <pc:sldMk cId="1781147883" sldId="282"/>
        </pc:sldMkLst>
      </pc:sldChg>
      <pc:sldChg chg="modSp new mod">
        <pc:chgData name="Shilpa BV" userId="48fbb3e7aeb449f5" providerId="LiveId" clId="{EBBB19FF-B6BA-45EC-963A-BBBCE23C975D}" dt="2025-02-25T07:26:10.184" v="6129" actId="207"/>
        <pc:sldMkLst>
          <pc:docMk/>
          <pc:sldMk cId="3856329292" sldId="282"/>
        </pc:sldMkLst>
        <pc:spChg chg="mod">
          <ac:chgData name="Shilpa BV" userId="48fbb3e7aeb449f5" providerId="LiveId" clId="{EBBB19FF-B6BA-45EC-963A-BBBCE23C975D}" dt="2025-02-22T05:13:56.926" v="5918" actId="5793"/>
          <ac:spMkLst>
            <pc:docMk/>
            <pc:sldMk cId="3856329292" sldId="282"/>
            <ac:spMk id="2" creationId="{BE096AE8-D524-206B-E095-FEEDED5B8B00}"/>
          </ac:spMkLst>
        </pc:spChg>
        <pc:spChg chg="mod">
          <ac:chgData name="Shilpa BV" userId="48fbb3e7aeb449f5" providerId="LiveId" clId="{EBBB19FF-B6BA-45EC-963A-BBBCE23C975D}" dt="2025-02-25T07:26:10.184" v="6129" actId="207"/>
          <ac:spMkLst>
            <pc:docMk/>
            <pc:sldMk cId="3856329292" sldId="282"/>
            <ac:spMk id="3" creationId="{7D83CD69-E2A8-ADEC-6FC5-D3A580D40FE2}"/>
          </ac:spMkLst>
        </pc:spChg>
      </pc:sldChg>
      <pc:sldChg chg="del">
        <pc:chgData name="Shilpa BV" userId="48fbb3e7aeb449f5" providerId="LiveId" clId="{EBBB19FF-B6BA-45EC-963A-BBBCE23C975D}" dt="2025-02-12T15:19:27.745" v="0" actId="47"/>
        <pc:sldMkLst>
          <pc:docMk/>
          <pc:sldMk cId="1797626150" sldId="283"/>
        </pc:sldMkLst>
      </pc:sldChg>
      <pc:sldChg chg="modSp mod">
        <pc:chgData name="Shilpa BV" userId="48fbb3e7aeb449f5" providerId="LiveId" clId="{EBBB19FF-B6BA-45EC-963A-BBBCE23C975D}" dt="2025-02-25T07:43:17.906" v="6144" actId="20577"/>
        <pc:sldMkLst>
          <pc:docMk/>
          <pc:sldMk cId="1558840533" sldId="284"/>
        </pc:sldMkLst>
        <pc:spChg chg="mod">
          <ac:chgData name="Shilpa BV" userId="48fbb3e7aeb449f5" providerId="LiveId" clId="{EBBB19FF-B6BA-45EC-963A-BBBCE23C975D}" dt="2025-02-25T07:43:17.906" v="6144" actId="20577"/>
          <ac:spMkLst>
            <pc:docMk/>
            <pc:sldMk cId="1558840533" sldId="284"/>
            <ac:spMk id="9" creationId="{47E1DA9D-3F86-A34C-F8B3-AE5A7E753E79}"/>
          </ac:spMkLst>
        </pc:spChg>
      </pc:sldChg>
      <pc:sldChg chg="del">
        <pc:chgData name="Shilpa BV" userId="48fbb3e7aeb449f5" providerId="LiveId" clId="{EBBB19FF-B6BA-45EC-963A-BBBCE23C975D}" dt="2025-02-12T15:19:27.745" v="0" actId="47"/>
        <pc:sldMkLst>
          <pc:docMk/>
          <pc:sldMk cId="3975160535" sldId="284"/>
        </pc:sldMkLst>
      </pc:sldChg>
      <pc:sldChg chg="del">
        <pc:chgData name="Shilpa BV" userId="48fbb3e7aeb449f5" providerId="LiveId" clId="{EBBB19FF-B6BA-45EC-963A-BBBCE23C975D}" dt="2025-02-12T15:19:27.745" v="0" actId="47"/>
        <pc:sldMkLst>
          <pc:docMk/>
          <pc:sldMk cId="3685847123" sldId="285"/>
        </pc:sldMkLst>
      </pc:sldChg>
      <pc:sldChg chg="del">
        <pc:chgData name="Shilpa BV" userId="48fbb3e7aeb449f5" providerId="LiveId" clId="{EBBB19FF-B6BA-45EC-963A-BBBCE23C975D}" dt="2025-02-12T15:19:27.745" v="0" actId="47"/>
        <pc:sldMkLst>
          <pc:docMk/>
          <pc:sldMk cId="1688846614" sldId="286"/>
        </pc:sldMkLst>
      </pc:sldChg>
      <pc:sldChg chg="modSp mod">
        <pc:chgData name="Shilpa BV" userId="48fbb3e7aeb449f5" providerId="LiveId" clId="{EBBB19FF-B6BA-45EC-963A-BBBCE23C975D}" dt="2025-02-25T07:50:08.767" v="6156" actId="167"/>
        <pc:sldMkLst>
          <pc:docMk/>
          <pc:sldMk cId="3532092281" sldId="286"/>
        </pc:sldMkLst>
        <pc:spChg chg="mod">
          <ac:chgData name="Shilpa BV" userId="48fbb3e7aeb449f5" providerId="LiveId" clId="{EBBB19FF-B6BA-45EC-963A-BBBCE23C975D}" dt="2025-02-25T07:49:40.571" v="6155" actId="20577"/>
          <ac:spMkLst>
            <pc:docMk/>
            <pc:sldMk cId="3532092281" sldId="286"/>
            <ac:spMk id="3" creationId="{F7EF1B67-BA3C-6C43-16A5-E3F1F127F0B6}"/>
          </ac:spMkLst>
        </pc:spChg>
        <pc:picChg chg="ord">
          <ac:chgData name="Shilpa BV" userId="48fbb3e7aeb449f5" providerId="LiveId" clId="{EBBB19FF-B6BA-45EC-963A-BBBCE23C975D}" dt="2025-02-25T07:50:08.767" v="6156" actId="167"/>
          <ac:picMkLst>
            <pc:docMk/>
            <pc:sldMk cId="3532092281" sldId="286"/>
            <ac:picMk id="4" creationId="{8529C3C9-9115-10E9-00B9-B6D4BEB72B14}"/>
          </ac:picMkLst>
        </pc:picChg>
      </pc:sldChg>
      <pc:sldChg chg="del">
        <pc:chgData name="Shilpa BV" userId="48fbb3e7aeb449f5" providerId="LiveId" clId="{EBBB19FF-B6BA-45EC-963A-BBBCE23C975D}" dt="2025-02-12T15:19:27.745" v="0" actId="47"/>
        <pc:sldMkLst>
          <pc:docMk/>
          <pc:sldMk cId="519330412" sldId="287"/>
        </pc:sldMkLst>
      </pc:sldChg>
      <pc:sldChg chg="del">
        <pc:chgData name="Shilpa BV" userId="48fbb3e7aeb449f5" providerId="LiveId" clId="{EBBB19FF-B6BA-45EC-963A-BBBCE23C975D}" dt="2025-02-12T15:19:27.745" v="0" actId="47"/>
        <pc:sldMkLst>
          <pc:docMk/>
          <pc:sldMk cId="421603373" sldId="288"/>
        </pc:sldMkLst>
      </pc:sldChg>
      <pc:sldChg chg="modSp mod">
        <pc:chgData name="Shilpa BV" userId="48fbb3e7aeb449f5" providerId="LiveId" clId="{EBBB19FF-B6BA-45EC-963A-BBBCE23C975D}" dt="2025-02-22T04:55:03.952" v="5654" actId="20577"/>
        <pc:sldMkLst>
          <pc:docMk/>
          <pc:sldMk cId="3516287542" sldId="288"/>
        </pc:sldMkLst>
        <pc:spChg chg="mod">
          <ac:chgData name="Shilpa BV" userId="48fbb3e7aeb449f5" providerId="LiveId" clId="{EBBB19FF-B6BA-45EC-963A-BBBCE23C975D}" dt="2025-02-22T04:55:03.952" v="5654" actId="20577"/>
          <ac:spMkLst>
            <pc:docMk/>
            <pc:sldMk cId="3516287542" sldId="288"/>
            <ac:spMk id="3" creationId="{14B76DBA-4C0E-A29F-C8E2-7261083CEE0E}"/>
          </ac:spMkLst>
        </pc:spChg>
      </pc:sldChg>
      <pc:sldChg chg="del">
        <pc:chgData name="Shilpa BV" userId="48fbb3e7aeb449f5" providerId="LiveId" clId="{EBBB19FF-B6BA-45EC-963A-BBBCE23C975D}" dt="2025-02-12T15:19:27.745" v="0" actId="47"/>
        <pc:sldMkLst>
          <pc:docMk/>
          <pc:sldMk cId="1359858490" sldId="289"/>
        </pc:sldMkLst>
      </pc:sldChg>
      <pc:sldChg chg="modSp mod">
        <pc:chgData name="Shilpa BV" userId="48fbb3e7aeb449f5" providerId="LiveId" clId="{EBBB19FF-B6BA-45EC-963A-BBBCE23C975D}" dt="2025-02-22T05:00:46.131" v="5855" actId="6549"/>
        <pc:sldMkLst>
          <pc:docMk/>
          <pc:sldMk cId="2632454910" sldId="289"/>
        </pc:sldMkLst>
        <pc:spChg chg="mod">
          <ac:chgData name="Shilpa BV" userId="48fbb3e7aeb449f5" providerId="LiveId" clId="{EBBB19FF-B6BA-45EC-963A-BBBCE23C975D}" dt="2025-02-22T05:00:46.131" v="5855" actId="6549"/>
          <ac:spMkLst>
            <pc:docMk/>
            <pc:sldMk cId="2632454910" sldId="289"/>
            <ac:spMk id="3" creationId="{AF82B6B9-8416-BFA3-8765-34248057DD25}"/>
          </ac:spMkLst>
        </pc:spChg>
      </pc:sldChg>
      <pc:sldChg chg="del">
        <pc:chgData name="Shilpa BV" userId="48fbb3e7aeb449f5" providerId="LiveId" clId="{EBBB19FF-B6BA-45EC-963A-BBBCE23C975D}" dt="2025-02-12T15:19:27.745" v="0" actId="47"/>
        <pc:sldMkLst>
          <pc:docMk/>
          <pc:sldMk cId="530175812" sldId="290"/>
        </pc:sldMkLst>
      </pc:sldChg>
      <pc:sldChg chg="del">
        <pc:chgData name="Shilpa BV" userId="48fbb3e7aeb449f5" providerId="LiveId" clId="{EBBB19FF-B6BA-45EC-963A-BBBCE23C975D}" dt="2025-02-12T15:19:27.745" v="0" actId="47"/>
        <pc:sldMkLst>
          <pc:docMk/>
          <pc:sldMk cId="1579531930" sldId="291"/>
        </pc:sldMkLst>
      </pc:sldChg>
      <pc:sldChg chg="del">
        <pc:chgData name="Shilpa BV" userId="48fbb3e7aeb449f5" providerId="LiveId" clId="{EBBB19FF-B6BA-45EC-963A-BBBCE23C975D}" dt="2025-02-12T15:19:27.745" v="0" actId="47"/>
        <pc:sldMkLst>
          <pc:docMk/>
          <pc:sldMk cId="4142032533" sldId="292"/>
        </pc:sldMkLst>
      </pc:sldChg>
      <pc:sldChg chg="del">
        <pc:chgData name="Shilpa BV" userId="48fbb3e7aeb449f5" providerId="LiveId" clId="{EBBB19FF-B6BA-45EC-963A-BBBCE23C975D}" dt="2025-02-12T15:19:27.745" v="0" actId="47"/>
        <pc:sldMkLst>
          <pc:docMk/>
          <pc:sldMk cId="3764592171" sldId="293"/>
        </pc:sldMkLst>
      </pc:sldChg>
      <pc:sldChg chg="addSp delSp modSp new mod">
        <pc:chgData name="Shilpa BV" userId="48fbb3e7aeb449f5" providerId="LiveId" clId="{EBBB19FF-B6BA-45EC-963A-BBBCE23C975D}" dt="2025-02-22T05:14:32.963" v="5935"/>
        <pc:sldMkLst>
          <pc:docMk/>
          <pc:sldMk cId="148864968" sldId="294"/>
        </pc:sldMkLst>
        <pc:spChg chg="mod">
          <ac:chgData name="Shilpa BV" userId="48fbb3e7aeb449f5" providerId="LiveId" clId="{EBBB19FF-B6BA-45EC-963A-BBBCE23C975D}" dt="2025-02-22T05:14:31.442" v="5934" actId="1076"/>
          <ac:spMkLst>
            <pc:docMk/>
            <pc:sldMk cId="148864968" sldId="294"/>
            <ac:spMk id="3" creationId="{7F7404DE-F121-EBEF-FE93-3B49ED1F59E6}"/>
          </ac:spMkLst>
        </pc:spChg>
        <pc:spChg chg="add mod">
          <ac:chgData name="Shilpa BV" userId="48fbb3e7aeb449f5" providerId="LiveId" clId="{EBBB19FF-B6BA-45EC-963A-BBBCE23C975D}" dt="2025-02-22T05:14:32.963" v="5935"/>
          <ac:spMkLst>
            <pc:docMk/>
            <pc:sldMk cId="148864968" sldId="294"/>
            <ac:spMk id="4" creationId="{AE33E740-25A2-358C-81E3-ED1B39D25E38}"/>
          </ac:spMkLst>
        </pc:spChg>
      </pc:sldChg>
      <pc:sldChg chg="del">
        <pc:chgData name="Shilpa BV" userId="48fbb3e7aeb449f5" providerId="LiveId" clId="{EBBB19FF-B6BA-45EC-963A-BBBCE23C975D}" dt="2025-02-12T15:19:27.745" v="0" actId="47"/>
        <pc:sldMkLst>
          <pc:docMk/>
          <pc:sldMk cId="3770509703" sldId="294"/>
        </pc:sldMkLst>
      </pc:sldChg>
      <pc:sldChg chg="delSp modSp mod">
        <pc:chgData name="Shilpa BV" userId="48fbb3e7aeb449f5" providerId="LiveId" clId="{EBBB19FF-B6BA-45EC-963A-BBBCE23C975D}" dt="2025-02-27T05:11:29.377" v="6765" actId="1037"/>
        <pc:sldMkLst>
          <pc:docMk/>
          <pc:sldMk cId="19542695" sldId="295"/>
        </pc:sldMkLst>
        <pc:spChg chg="mod">
          <ac:chgData name="Shilpa BV" userId="48fbb3e7aeb449f5" providerId="LiveId" clId="{EBBB19FF-B6BA-45EC-963A-BBBCE23C975D}" dt="2025-02-27T05:11:29.377" v="6765" actId="1037"/>
          <ac:spMkLst>
            <pc:docMk/>
            <pc:sldMk cId="19542695" sldId="295"/>
            <ac:spMk id="2" creationId="{5B9CAF58-36CA-7E49-630A-36611E684433}"/>
          </ac:spMkLst>
        </pc:spChg>
        <pc:spChg chg="mod">
          <ac:chgData name="Shilpa BV" userId="48fbb3e7aeb449f5" providerId="LiveId" clId="{EBBB19FF-B6BA-45EC-963A-BBBCE23C975D}" dt="2025-02-27T04:20:19.458" v="6165" actId="207"/>
          <ac:spMkLst>
            <pc:docMk/>
            <pc:sldMk cId="19542695" sldId="295"/>
            <ac:spMk id="3" creationId="{48DE8998-957F-F4DE-D572-06B4BA3F9D07}"/>
          </ac:spMkLst>
        </pc:spChg>
      </pc:sldChg>
      <pc:sldChg chg="del">
        <pc:chgData name="Shilpa BV" userId="48fbb3e7aeb449f5" providerId="LiveId" clId="{EBBB19FF-B6BA-45EC-963A-BBBCE23C975D}" dt="2025-02-12T15:19:27.745" v="0" actId="47"/>
        <pc:sldMkLst>
          <pc:docMk/>
          <pc:sldMk cId="737109992" sldId="295"/>
        </pc:sldMkLst>
      </pc:sldChg>
      <pc:sldChg chg="del">
        <pc:chgData name="Shilpa BV" userId="48fbb3e7aeb449f5" providerId="LiveId" clId="{EBBB19FF-B6BA-45EC-963A-BBBCE23C975D}" dt="2025-02-12T15:19:27.745" v="0" actId="47"/>
        <pc:sldMkLst>
          <pc:docMk/>
          <pc:sldMk cId="2157324315" sldId="296"/>
        </pc:sldMkLst>
      </pc:sldChg>
      <pc:sldChg chg="addSp delSp modSp mod">
        <pc:chgData name="Shilpa BV" userId="48fbb3e7aeb449f5" providerId="LiveId" clId="{EBBB19FF-B6BA-45EC-963A-BBBCE23C975D}" dt="2025-02-27T05:20:21.304" v="6890" actId="20577"/>
        <pc:sldMkLst>
          <pc:docMk/>
          <pc:sldMk cId="3188909793" sldId="296"/>
        </pc:sldMkLst>
        <pc:spChg chg="mod">
          <ac:chgData name="Shilpa BV" userId="48fbb3e7aeb449f5" providerId="LiveId" clId="{EBBB19FF-B6BA-45EC-963A-BBBCE23C975D}" dt="2025-02-27T05:20:21.304" v="6890" actId="20577"/>
          <ac:spMkLst>
            <pc:docMk/>
            <pc:sldMk cId="3188909793" sldId="296"/>
            <ac:spMk id="3" creationId="{97F73345-6C54-C797-A339-AD9ABCE7FBCA}"/>
          </ac:spMkLst>
        </pc:spChg>
        <pc:picChg chg="add mod">
          <ac:chgData name="Shilpa BV" userId="48fbb3e7aeb449f5" providerId="LiveId" clId="{EBBB19FF-B6BA-45EC-963A-BBBCE23C975D}" dt="2025-02-27T05:20:10.126" v="6884" actId="1076"/>
          <ac:picMkLst>
            <pc:docMk/>
            <pc:sldMk cId="3188909793" sldId="296"/>
            <ac:picMk id="7" creationId="{E2A7B7AC-46C5-2B0C-38FF-7AC6B310D2E4}"/>
          </ac:picMkLst>
        </pc:picChg>
      </pc:sldChg>
      <pc:sldChg chg="addSp delSp modSp new mod ord">
        <pc:chgData name="Shilpa BV" userId="48fbb3e7aeb449f5" providerId="LiveId" clId="{EBBB19FF-B6BA-45EC-963A-BBBCE23C975D}" dt="2025-02-27T05:13:03.219" v="6859" actId="1038"/>
        <pc:sldMkLst>
          <pc:docMk/>
          <pc:sldMk cId="2410056616" sldId="297"/>
        </pc:sldMkLst>
        <pc:spChg chg="add mod">
          <ac:chgData name="Shilpa BV" userId="48fbb3e7aeb449f5" providerId="LiveId" clId="{EBBB19FF-B6BA-45EC-963A-BBBCE23C975D}" dt="2025-02-27T05:13:03.219" v="6859" actId="1038"/>
          <ac:spMkLst>
            <pc:docMk/>
            <pc:sldMk cId="2410056616" sldId="297"/>
            <ac:spMk id="10" creationId="{BF235DF1-7F8F-5C92-226A-D6DF61B60538}"/>
          </ac:spMkLst>
        </pc:spChg>
        <pc:picChg chg="add mod">
          <ac:chgData name="Shilpa BV" userId="48fbb3e7aeb449f5" providerId="LiveId" clId="{EBBB19FF-B6BA-45EC-963A-BBBCE23C975D}" dt="2025-02-27T05:12:03.295" v="6768" actId="1076"/>
          <ac:picMkLst>
            <pc:docMk/>
            <pc:sldMk cId="2410056616" sldId="297"/>
            <ac:picMk id="8" creationId="{0B531380-A323-BD1D-D6ED-A16A92D64542}"/>
          </ac:picMkLst>
        </pc:picChg>
      </pc:sldChg>
      <pc:sldChg chg="del">
        <pc:chgData name="Shilpa BV" userId="48fbb3e7aeb449f5" providerId="LiveId" clId="{EBBB19FF-B6BA-45EC-963A-BBBCE23C975D}" dt="2025-02-12T15:19:27.745" v="0" actId="47"/>
        <pc:sldMkLst>
          <pc:docMk/>
          <pc:sldMk cId="3405148638" sldId="297"/>
        </pc:sldMkLst>
      </pc:sldChg>
      <pc:sldChg chg="addSp delSp modSp new mod">
        <pc:chgData name="Shilpa BV" userId="48fbb3e7aeb449f5" providerId="LiveId" clId="{EBBB19FF-B6BA-45EC-963A-BBBCE23C975D}" dt="2025-02-27T05:25:49.202" v="6901" actId="21"/>
        <pc:sldMkLst>
          <pc:docMk/>
          <pc:sldMk cId="3106197576" sldId="298"/>
        </pc:sldMkLst>
        <pc:spChg chg="mod">
          <ac:chgData name="Shilpa BV" userId="48fbb3e7aeb449f5" providerId="LiveId" clId="{EBBB19FF-B6BA-45EC-963A-BBBCE23C975D}" dt="2025-02-27T05:25:49.202" v="6901" actId="21"/>
          <ac:spMkLst>
            <pc:docMk/>
            <pc:sldMk cId="3106197576" sldId="298"/>
            <ac:spMk id="3" creationId="{7515F57A-4290-F256-F161-EC32176D4113}"/>
          </ac:spMkLst>
        </pc:spChg>
        <pc:picChg chg="add mod">
          <ac:chgData name="Shilpa BV" userId="48fbb3e7aeb449f5" providerId="LiveId" clId="{EBBB19FF-B6BA-45EC-963A-BBBCE23C975D}" dt="2025-02-27T05:21:04.269" v="6891" actId="1076"/>
          <ac:picMkLst>
            <pc:docMk/>
            <pc:sldMk cId="3106197576" sldId="298"/>
            <ac:picMk id="5" creationId="{3994A9D6-DEA5-BC75-EAE8-A2A416F2B5C2}"/>
          </ac:picMkLst>
        </pc:picChg>
        <pc:picChg chg="add mod">
          <ac:chgData name="Shilpa BV" userId="48fbb3e7aeb449f5" providerId="LiveId" clId="{EBBB19FF-B6BA-45EC-963A-BBBCE23C975D}" dt="2025-02-27T05:21:43.311" v="6899" actId="1076"/>
          <ac:picMkLst>
            <pc:docMk/>
            <pc:sldMk cId="3106197576" sldId="298"/>
            <ac:picMk id="6" creationId="{1510B0D9-1EB1-216D-177B-28E1C49303C9}"/>
          </ac:picMkLst>
        </pc:picChg>
      </pc:sldChg>
      <pc:sldChg chg="del">
        <pc:chgData name="Shilpa BV" userId="48fbb3e7aeb449f5" providerId="LiveId" clId="{EBBB19FF-B6BA-45EC-963A-BBBCE23C975D}" dt="2025-02-12T15:19:27.745" v="0" actId="47"/>
        <pc:sldMkLst>
          <pc:docMk/>
          <pc:sldMk cId="3411885247" sldId="298"/>
        </pc:sldMkLst>
      </pc:sldChg>
      <pc:sldChg chg="del">
        <pc:chgData name="Shilpa BV" userId="48fbb3e7aeb449f5" providerId="LiveId" clId="{EBBB19FF-B6BA-45EC-963A-BBBCE23C975D}" dt="2025-02-12T15:19:27.745" v="0" actId="47"/>
        <pc:sldMkLst>
          <pc:docMk/>
          <pc:sldMk cId="1387507301" sldId="299"/>
        </pc:sldMkLst>
      </pc:sldChg>
      <pc:sldChg chg="addSp delSp modSp new mod">
        <pc:chgData name="Shilpa BV" userId="48fbb3e7aeb449f5" providerId="LiveId" clId="{EBBB19FF-B6BA-45EC-963A-BBBCE23C975D}" dt="2025-02-27T05:28:09.607" v="6949" actId="20577"/>
        <pc:sldMkLst>
          <pc:docMk/>
          <pc:sldMk cId="3191204369" sldId="299"/>
        </pc:sldMkLst>
        <pc:spChg chg="mod">
          <ac:chgData name="Shilpa BV" userId="48fbb3e7aeb449f5" providerId="LiveId" clId="{EBBB19FF-B6BA-45EC-963A-BBBCE23C975D}" dt="2025-02-27T05:28:09.607" v="6949" actId="20577"/>
          <ac:spMkLst>
            <pc:docMk/>
            <pc:sldMk cId="3191204369" sldId="299"/>
            <ac:spMk id="3" creationId="{1765271A-338F-0D59-A29D-6A39E4156657}"/>
          </ac:spMkLst>
        </pc:spChg>
      </pc:sldChg>
      <pc:sldChg chg="del">
        <pc:chgData name="Shilpa BV" userId="48fbb3e7aeb449f5" providerId="LiveId" clId="{EBBB19FF-B6BA-45EC-963A-BBBCE23C975D}" dt="2025-02-12T15:19:27.745" v="0" actId="47"/>
        <pc:sldMkLst>
          <pc:docMk/>
          <pc:sldMk cId="621530327" sldId="300"/>
        </pc:sldMkLst>
      </pc:sldChg>
      <pc:sldChg chg="modSp new mod">
        <pc:chgData name="Shilpa BV" userId="48fbb3e7aeb449f5" providerId="LiveId" clId="{EBBB19FF-B6BA-45EC-963A-BBBCE23C975D}" dt="2025-02-27T05:11:10.413" v="6744" actId="207"/>
        <pc:sldMkLst>
          <pc:docMk/>
          <pc:sldMk cId="2137189808" sldId="300"/>
        </pc:sldMkLst>
        <pc:spChg chg="mod">
          <ac:chgData name="Shilpa BV" userId="48fbb3e7aeb449f5" providerId="LiveId" clId="{EBBB19FF-B6BA-45EC-963A-BBBCE23C975D}" dt="2025-02-27T05:06:51.677" v="6704" actId="20577"/>
          <ac:spMkLst>
            <pc:docMk/>
            <pc:sldMk cId="2137189808" sldId="300"/>
            <ac:spMk id="2" creationId="{D5BDF86D-31C4-3A12-5539-68B556BC9716}"/>
          </ac:spMkLst>
        </pc:spChg>
        <pc:spChg chg="mod">
          <ac:chgData name="Shilpa BV" userId="48fbb3e7aeb449f5" providerId="LiveId" clId="{EBBB19FF-B6BA-45EC-963A-BBBCE23C975D}" dt="2025-02-27T05:11:10.413" v="6744" actId="207"/>
          <ac:spMkLst>
            <pc:docMk/>
            <pc:sldMk cId="2137189808" sldId="300"/>
            <ac:spMk id="3" creationId="{0FBB511D-B509-37F8-A2ED-A1A78CE2BF87}"/>
          </ac:spMkLst>
        </pc:spChg>
      </pc:sldChg>
      <pc:sldChg chg="del">
        <pc:chgData name="Shilpa BV" userId="48fbb3e7aeb449f5" providerId="LiveId" clId="{EBBB19FF-B6BA-45EC-963A-BBBCE23C975D}" dt="2025-02-12T15:19:27.745" v="0" actId="47"/>
        <pc:sldMkLst>
          <pc:docMk/>
          <pc:sldMk cId="3752680593" sldId="301"/>
        </pc:sldMkLst>
      </pc:sldChg>
      <pc:sldChg chg="modSp new mod">
        <pc:chgData name="Shilpa BV" userId="48fbb3e7aeb449f5" providerId="LiveId" clId="{EBBB19FF-B6BA-45EC-963A-BBBCE23C975D}" dt="2025-03-10T06:15:15.303" v="8016" actId="20577"/>
        <pc:sldMkLst>
          <pc:docMk/>
          <pc:sldMk cId="3773224556" sldId="301"/>
        </pc:sldMkLst>
        <pc:spChg chg="mod">
          <ac:chgData name="Shilpa BV" userId="48fbb3e7aeb449f5" providerId="LiveId" clId="{EBBB19FF-B6BA-45EC-963A-BBBCE23C975D}" dt="2025-03-04T10:20:34.174" v="7341" actId="14100"/>
          <ac:spMkLst>
            <pc:docMk/>
            <pc:sldMk cId="3773224556" sldId="301"/>
            <ac:spMk id="2" creationId="{ED3D2B64-F5BD-0B52-3A75-BC28C50FA9A9}"/>
          </ac:spMkLst>
        </pc:spChg>
        <pc:spChg chg="mod">
          <ac:chgData name="Shilpa BV" userId="48fbb3e7aeb449f5" providerId="LiveId" clId="{EBBB19FF-B6BA-45EC-963A-BBBCE23C975D}" dt="2025-03-10T06:15:15.303" v="8016" actId="20577"/>
          <ac:spMkLst>
            <pc:docMk/>
            <pc:sldMk cId="3773224556" sldId="301"/>
            <ac:spMk id="3" creationId="{FE84166F-EAFE-D63D-9296-25A9EC7850AF}"/>
          </ac:spMkLst>
        </pc:spChg>
      </pc:sldChg>
      <pc:sldChg chg="del">
        <pc:chgData name="Shilpa BV" userId="48fbb3e7aeb449f5" providerId="LiveId" clId="{EBBB19FF-B6BA-45EC-963A-BBBCE23C975D}" dt="2025-02-12T15:19:27.745" v="0" actId="47"/>
        <pc:sldMkLst>
          <pc:docMk/>
          <pc:sldMk cId="338927072" sldId="302"/>
        </pc:sldMkLst>
      </pc:sldChg>
      <pc:sldChg chg="modSp new mod">
        <pc:chgData name="Shilpa BV" userId="48fbb3e7aeb449f5" providerId="LiveId" clId="{EBBB19FF-B6BA-45EC-963A-BBBCE23C975D}" dt="2025-03-04T10:19:21.793" v="7339" actId="6549"/>
        <pc:sldMkLst>
          <pc:docMk/>
          <pc:sldMk cId="1019885046" sldId="302"/>
        </pc:sldMkLst>
        <pc:spChg chg="mod">
          <ac:chgData name="Shilpa BV" userId="48fbb3e7aeb449f5" providerId="LiveId" clId="{EBBB19FF-B6BA-45EC-963A-BBBCE23C975D}" dt="2025-03-04T10:18:36.753" v="7327" actId="1035"/>
          <ac:spMkLst>
            <pc:docMk/>
            <pc:sldMk cId="1019885046" sldId="302"/>
            <ac:spMk id="2" creationId="{3E02C9FF-9DE1-1138-96DB-650AD8A85315}"/>
          </ac:spMkLst>
        </pc:spChg>
        <pc:spChg chg="mod">
          <ac:chgData name="Shilpa BV" userId="48fbb3e7aeb449f5" providerId="LiveId" clId="{EBBB19FF-B6BA-45EC-963A-BBBCE23C975D}" dt="2025-03-04T10:19:21.793" v="7339" actId="6549"/>
          <ac:spMkLst>
            <pc:docMk/>
            <pc:sldMk cId="1019885046" sldId="302"/>
            <ac:spMk id="3" creationId="{455ABD89-57B9-506D-6A72-BFC87DA92AF3}"/>
          </ac:spMkLst>
        </pc:spChg>
      </pc:sldChg>
      <pc:sldChg chg="modSp new mod">
        <pc:chgData name="Shilpa BV" userId="48fbb3e7aeb449f5" providerId="LiveId" clId="{EBBB19FF-B6BA-45EC-963A-BBBCE23C975D}" dt="2025-03-04T10:30:51.083" v="7533" actId="27636"/>
        <pc:sldMkLst>
          <pc:docMk/>
          <pc:sldMk cId="2082035631" sldId="303"/>
        </pc:sldMkLst>
        <pc:spChg chg="mod">
          <ac:chgData name="Shilpa BV" userId="48fbb3e7aeb449f5" providerId="LiveId" clId="{EBBB19FF-B6BA-45EC-963A-BBBCE23C975D}" dt="2025-03-04T10:22:28.499" v="7356" actId="20577"/>
          <ac:spMkLst>
            <pc:docMk/>
            <pc:sldMk cId="2082035631" sldId="303"/>
            <ac:spMk id="2" creationId="{B34A4406-7B03-EA62-95B6-91D7B098F42F}"/>
          </ac:spMkLst>
        </pc:spChg>
        <pc:spChg chg="mod">
          <ac:chgData name="Shilpa BV" userId="48fbb3e7aeb449f5" providerId="LiveId" clId="{EBBB19FF-B6BA-45EC-963A-BBBCE23C975D}" dt="2025-03-04T10:30:51.083" v="7533" actId="27636"/>
          <ac:spMkLst>
            <pc:docMk/>
            <pc:sldMk cId="2082035631" sldId="303"/>
            <ac:spMk id="3" creationId="{99C1D4A8-353C-0F7C-4598-725F570F41C2}"/>
          </ac:spMkLst>
        </pc:spChg>
      </pc:sldChg>
      <pc:sldChg chg="del">
        <pc:chgData name="Shilpa BV" userId="48fbb3e7aeb449f5" providerId="LiveId" clId="{EBBB19FF-B6BA-45EC-963A-BBBCE23C975D}" dt="2025-02-12T15:19:27.745" v="0" actId="47"/>
        <pc:sldMkLst>
          <pc:docMk/>
          <pc:sldMk cId="2805888369" sldId="303"/>
        </pc:sldMkLst>
      </pc:sldChg>
      <pc:sldChg chg="modSp new mod">
        <pc:chgData name="Shilpa BV" userId="48fbb3e7aeb449f5" providerId="LiveId" clId="{EBBB19FF-B6BA-45EC-963A-BBBCE23C975D}" dt="2025-03-10T06:20:42.437" v="8043" actId="2711"/>
        <pc:sldMkLst>
          <pc:docMk/>
          <pc:sldMk cId="1212685631" sldId="304"/>
        </pc:sldMkLst>
        <pc:spChg chg="mod">
          <ac:chgData name="Shilpa BV" userId="48fbb3e7aeb449f5" providerId="LiveId" clId="{EBBB19FF-B6BA-45EC-963A-BBBCE23C975D}" dt="2025-03-04T10:25:54.069" v="7466" actId="1037"/>
          <ac:spMkLst>
            <pc:docMk/>
            <pc:sldMk cId="1212685631" sldId="304"/>
            <ac:spMk id="2" creationId="{5B4EE2DD-B015-A798-F0EC-B85F045FFF1F}"/>
          </ac:spMkLst>
        </pc:spChg>
        <pc:spChg chg="mod">
          <ac:chgData name="Shilpa BV" userId="48fbb3e7aeb449f5" providerId="LiveId" clId="{EBBB19FF-B6BA-45EC-963A-BBBCE23C975D}" dt="2025-03-10T06:20:42.437" v="8043" actId="2711"/>
          <ac:spMkLst>
            <pc:docMk/>
            <pc:sldMk cId="1212685631" sldId="304"/>
            <ac:spMk id="3" creationId="{4268FD80-B304-DD84-5614-28ACE07A648D}"/>
          </ac:spMkLst>
        </pc:spChg>
      </pc:sldChg>
      <pc:sldChg chg="del">
        <pc:chgData name="Shilpa BV" userId="48fbb3e7aeb449f5" providerId="LiveId" clId="{EBBB19FF-B6BA-45EC-963A-BBBCE23C975D}" dt="2025-02-12T15:19:27.745" v="0" actId="47"/>
        <pc:sldMkLst>
          <pc:docMk/>
          <pc:sldMk cId="3305114441" sldId="304"/>
        </pc:sldMkLst>
      </pc:sldChg>
      <pc:sldChg chg="del">
        <pc:chgData name="Shilpa BV" userId="48fbb3e7aeb449f5" providerId="LiveId" clId="{EBBB19FF-B6BA-45EC-963A-BBBCE23C975D}" dt="2025-02-12T15:19:27.745" v="0" actId="47"/>
        <pc:sldMkLst>
          <pc:docMk/>
          <pc:sldMk cId="492520410" sldId="305"/>
        </pc:sldMkLst>
      </pc:sldChg>
      <pc:sldChg chg="delSp modSp new mod">
        <pc:chgData name="Shilpa BV" userId="48fbb3e7aeb449f5" providerId="LiveId" clId="{EBBB19FF-B6BA-45EC-963A-BBBCE23C975D}" dt="2025-03-10T06:24:27.740" v="8045" actId="255"/>
        <pc:sldMkLst>
          <pc:docMk/>
          <pc:sldMk cId="1915718135" sldId="305"/>
        </pc:sldMkLst>
        <pc:spChg chg="mod">
          <ac:chgData name="Shilpa BV" userId="48fbb3e7aeb449f5" providerId="LiveId" clId="{EBBB19FF-B6BA-45EC-963A-BBBCE23C975D}" dt="2025-03-10T06:24:27.740" v="8045" actId="255"/>
          <ac:spMkLst>
            <pc:docMk/>
            <pc:sldMk cId="1915718135" sldId="305"/>
            <ac:spMk id="3" creationId="{9D83AA71-CE51-63D6-D4E6-ADAD40323697}"/>
          </ac:spMkLst>
        </pc:spChg>
      </pc:sldChg>
      <pc:sldChg chg="del">
        <pc:chgData name="Shilpa BV" userId="48fbb3e7aeb449f5" providerId="LiveId" clId="{EBBB19FF-B6BA-45EC-963A-BBBCE23C975D}" dt="2025-02-12T15:19:27.745" v="0" actId="47"/>
        <pc:sldMkLst>
          <pc:docMk/>
          <pc:sldMk cId="1038326265" sldId="306"/>
        </pc:sldMkLst>
      </pc:sldChg>
      <pc:sldChg chg="delSp modSp new mod">
        <pc:chgData name="Shilpa BV" userId="48fbb3e7aeb449f5" providerId="LiveId" clId="{EBBB19FF-B6BA-45EC-963A-BBBCE23C975D}" dt="2025-03-04T10:35:57.966" v="7610" actId="255"/>
        <pc:sldMkLst>
          <pc:docMk/>
          <pc:sldMk cId="2252700985" sldId="306"/>
        </pc:sldMkLst>
        <pc:spChg chg="mod">
          <ac:chgData name="Shilpa BV" userId="48fbb3e7aeb449f5" providerId="LiveId" clId="{EBBB19FF-B6BA-45EC-963A-BBBCE23C975D}" dt="2025-03-04T10:35:57.966" v="7610" actId="255"/>
          <ac:spMkLst>
            <pc:docMk/>
            <pc:sldMk cId="2252700985" sldId="306"/>
            <ac:spMk id="3" creationId="{8B1A4108-3CEC-CFED-BD31-F6964FF78970}"/>
          </ac:spMkLst>
        </pc:spChg>
      </pc:sldChg>
      <pc:sldChg chg="addSp modSp new mod">
        <pc:chgData name="Shilpa BV" userId="48fbb3e7aeb449f5" providerId="LiveId" clId="{EBBB19FF-B6BA-45EC-963A-BBBCE23C975D}" dt="2025-03-10T06:25:57.454" v="8072" actId="20577"/>
        <pc:sldMkLst>
          <pc:docMk/>
          <pc:sldMk cId="1976493990" sldId="307"/>
        </pc:sldMkLst>
        <pc:spChg chg="mod">
          <ac:chgData name="Shilpa BV" userId="48fbb3e7aeb449f5" providerId="LiveId" clId="{EBBB19FF-B6BA-45EC-963A-BBBCE23C975D}" dt="2025-03-04T10:36:45.192" v="7637" actId="1038"/>
          <ac:spMkLst>
            <pc:docMk/>
            <pc:sldMk cId="1976493990" sldId="307"/>
            <ac:spMk id="2" creationId="{099A328E-3EFF-028B-A620-E2DB13519C2D}"/>
          </ac:spMkLst>
        </pc:spChg>
        <pc:spChg chg="mod">
          <ac:chgData name="Shilpa BV" userId="48fbb3e7aeb449f5" providerId="LiveId" clId="{EBBB19FF-B6BA-45EC-963A-BBBCE23C975D}" dt="2025-03-10T06:25:57.454" v="8072" actId="20577"/>
          <ac:spMkLst>
            <pc:docMk/>
            <pc:sldMk cId="1976493990" sldId="307"/>
            <ac:spMk id="3" creationId="{359D8D93-0F12-C745-2EB9-E0E35D962532}"/>
          </ac:spMkLst>
        </pc:spChg>
        <pc:picChg chg="add mod">
          <ac:chgData name="Shilpa BV" userId="48fbb3e7aeb449f5" providerId="LiveId" clId="{EBBB19FF-B6BA-45EC-963A-BBBCE23C975D}" dt="2025-03-04T14:10:44.018" v="7985" actId="1036"/>
          <ac:picMkLst>
            <pc:docMk/>
            <pc:sldMk cId="1976493990" sldId="307"/>
            <ac:picMk id="5" creationId="{515D124E-1A52-63D9-A409-633126D7FE1D}"/>
          </ac:picMkLst>
        </pc:picChg>
      </pc:sldChg>
      <pc:sldChg chg="delSp modSp new mod">
        <pc:chgData name="Shilpa BV" userId="48fbb3e7aeb449f5" providerId="LiveId" clId="{EBBB19FF-B6BA-45EC-963A-BBBCE23C975D}" dt="2025-03-04T14:03:27.239" v="7829" actId="6549"/>
        <pc:sldMkLst>
          <pc:docMk/>
          <pc:sldMk cId="492102990" sldId="308"/>
        </pc:sldMkLst>
        <pc:spChg chg="mod">
          <ac:chgData name="Shilpa BV" userId="48fbb3e7aeb449f5" providerId="LiveId" clId="{EBBB19FF-B6BA-45EC-963A-BBBCE23C975D}" dt="2025-03-04T14:03:27.239" v="7829" actId="6549"/>
          <ac:spMkLst>
            <pc:docMk/>
            <pc:sldMk cId="492102990" sldId="308"/>
            <ac:spMk id="3" creationId="{BB8CA3F8-0B32-402A-9F7E-2B3128BEAEE7}"/>
          </ac:spMkLst>
        </pc:spChg>
      </pc:sldChg>
      <pc:sldChg chg="addSp delSp modSp new mod">
        <pc:chgData name="Shilpa BV" userId="48fbb3e7aeb449f5" providerId="LiveId" clId="{EBBB19FF-B6BA-45EC-963A-BBBCE23C975D}" dt="2025-03-04T14:06:35.231" v="7889" actId="6549"/>
        <pc:sldMkLst>
          <pc:docMk/>
          <pc:sldMk cId="2135594936" sldId="309"/>
        </pc:sldMkLst>
        <pc:spChg chg="mod">
          <ac:chgData name="Shilpa BV" userId="48fbb3e7aeb449f5" providerId="LiveId" clId="{EBBB19FF-B6BA-45EC-963A-BBBCE23C975D}" dt="2025-03-04T14:06:35.231" v="7889" actId="6549"/>
          <ac:spMkLst>
            <pc:docMk/>
            <pc:sldMk cId="2135594936" sldId="309"/>
            <ac:spMk id="3" creationId="{60FE0CC2-C772-FED6-ABE5-6A8A9B7283DC}"/>
          </ac:spMkLst>
        </pc:spChg>
        <pc:picChg chg="add mod">
          <ac:chgData name="Shilpa BV" userId="48fbb3e7aeb449f5" providerId="LiveId" clId="{EBBB19FF-B6BA-45EC-963A-BBBCE23C975D}" dt="2025-03-04T14:05:28.563" v="7863" actId="1076"/>
          <ac:picMkLst>
            <pc:docMk/>
            <pc:sldMk cId="2135594936" sldId="309"/>
            <ac:picMk id="5" creationId="{009DB07B-D3E5-0B8A-7FCB-AEA387F73A15}"/>
          </ac:picMkLst>
        </pc:picChg>
      </pc:sldChg>
      <pc:sldChg chg="addSp delSp modSp new mod">
        <pc:chgData name="Shilpa BV" userId="48fbb3e7aeb449f5" providerId="LiveId" clId="{EBBB19FF-B6BA-45EC-963A-BBBCE23C975D}" dt="2025-03-04T14:10:30.069" v="7943" actId="14100"/>
        <pc:sldMkLst>
          <pc:docMk/>
          <pc:sldMk cId="3416825608" sldId="310"/>
        </pc:sldMkLst>
        <pc:spChg chg="mod">
          <ac:chgData name="Shilpa BV" userId="48fbb3e7aeb449f5" providerId="LiveId" clId="{EBBB19FF-B6BA-45EC-963A-BBBCE23C975D}" dt="2025-03-04T14:10:20.373" v="7942" actId="5793"/>
          <ac:spMkLst>
            <pc:docMk/>
            <pc:sldMk cId="3416825608" sldId="310"/>
            <ac:spMk id="3" creationId="{27FAFD8E-28AD-53D9-30EA-5D9F6FC4DCF3}"/>
          </ac:spMkLst>
        </pc:spChg>
        <pc:picChg chg="add mod">
          <ac:chgData name="Shilpa BV" userId="48fbb3e7aeb449f5" providerId="LiveId" clId="{EBBB19FF-B6BA-45EC-963A-BBBCE23C975D}" dt="2025-03-04T14:10:30.069" v="7943" actId="14100"/>
          <ac:picMkLst>
            <pc:docMk/>
            <pc:sldMk cId="3416825608" sldId="310"/>
            <ac:picMk id="5" creationId="{A42966C0-5C0B-7209-D8FC-CBB17A21AA08}"/>
          </ac:picMkLst>
        </pc:picChg>
      </pc:sldChg>
      <pc:sldChg chg="delSp modSp new mod">
        <pc:chgData name="Shilpa BV" userId="48fbb3e7aeb449f5" providerId="LiveId" clId="{EBBB19FF-B6BA-45EC-963A-BBBCE23C975D}" dt="2025-03-06T04:12:56.171" v="8004" actId="14100"/>
        <pc:sldMkLst>
          <pc:docMk/>
          <pc:sldMk cId="274218879" sldId="311"/>
        </pc:sldMkLst>
        <pc:spChg chg="mod">
          <ac:chgData name="Shilpa BV" userId="48fbb3e7aeb449f5" providerId="LiveId" clId="{EBBB19FF-B6BA-45EC-963A-BBBCE23C975D}" dt="2025-03-06T04:12:56.171" v="8004" actId="14100"/>
          <ac:spMkLst>
            <pc:docMk/>
            <pc:sldMk cId="274218879" sldId="311"/>
            <ac:spMk id="2" creationId="{8C6662EF-3D7D-F0D6-78A4-9478A9FB7C94}"/>
          </ac:spMkLst>
        </pc:spChg>
      </pc:sldChg>
      <pc:sldChg chg="addSp delSp modSp new mod">
        <pc:chgData name="Shilpa BV" userId="48fbb3e7aeb449f5" providerId="LiveId" clId="{EBBB19FF-B6BA-45EC-963A-BBBCE23C975D}" dt="2025-03-06T10:30:04.616" v="8012" actId="14100"/>
        <pc:sldMkLst>
          <pc:docMk/>
          <pc:sldMk cId="3125727187" sldId="312"/>
        </pc:sldMkLst>
        <pc:picChg chg="add mod">
          <ac:chgData name="Shilpa BV" userId="48fbb3e7aeb449f5" providerId="LiveId" clId="{EBBB19FF-B6BA-45EC-963A-BBBCE23C975D}" dt="2025-03-06T10:30:04.616" v="8012" actId="14100"/>
          <ac:picMkLst>
            <pc:docMk/>
            <pc:sldMk cId="3125727187" sldId="312"/>
            <ac:picMk id="5" creationId="{9154BD01-BB88-DD82-DA16-68A6A752C67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A303-3108-D7C3-CD25-BB8D56436789}"/>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4C48FCE-63CF-1D98-9FF9-61D80B040823}"/>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5DD42-7C2D-EA63-59F0-8AE2AFDCC5E3}"/>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10-03-2025</a:t>
            </a:fld>
            <a:endParaRPr lang="en-IN"/>
          </a:p>
        </p:txBody>
      </p:sp>
      <p:sp>
        <p:nvSpPr>
          <p:cNvPr id="5" name="Footer Placeholder 4">
            <a:extLst>
              <a:ext uri="{FF2B5EF4-FFF2-40B4-BE49-F238E27FC236}">
                <a16:creationId xmlns:a16="http://schemas.microsoft.com/office/drawing/2014/main" id="{D528AD21-B788-F1C2-F7E8-F56F264122C0}"/>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E61A70B3-BCC9-A443-1BAC-6DD16CA56754}"/>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206234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F0C-46AD-7D3A-02FB-FB42FACF70C8}"/>
              </a:ext>
            </a:extLst>
          </p:cNvPr>
          <p:cNvSpPr>
            <a:spLocks noGrp="1"/>
          </p:cNvSpPr>
          <p:nvPr>
            <p:ph type="title"/>
          </p:nvPr>
        </p:nvSpPr>
        <p:spPr>
          <a:xfrm>
            <a:off x="838200" y="88031"/>
            <a:ext cx="10515600" cy="909493"/>
          </a:xfrm>
          <a:solidFill>
            <a:srgbClr val="FFC000"/>
          </a:solidFill>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35B5B6-A94D-7A23-6E0D-A3549F3D5EFC}"/>
              </a:ext>
            </a:extLst>
          </p:cNvPr>
          <p:cNvSpPr>
            <a:spLocks noGrp="1"/>
          </p:cNvSpPr>
          <p:nvPr>
            <p:ph idx="1"/>
          </p:nvPr>
        </p:nvSpPr>
        <p:spPr>
          <a:xfrm>
            <a:off x="152399" y="1246909"/>
            <a:ext cx="11873345" cy="4930054"/>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53D09-8725-9484-701F-33B05A2DA9A4}"/>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10-03-2025</a:t>
            </a:fld>
            <a:endParaRPr lang="en-IN"/>
          </a:p>
        </p:txBody>
      </p:sp>
      <p:sp>
        <p:nvSpPr>
          <p:cNvPr id="5" name="Footer Placeholder 4">
            <a:extLst>
              <a:ext uri="{FF2B5EF4-FFF2-40B4-BE49-F238E27FC236}">
                <a16:creationId xmlns:a16="http://schemas.microsoft.com/office/drawing/2014/main" id="{5D193219-2E3F-744A-81D6-69AA44D9B368}"/>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620B4579-1CED-824A-0CA8-F9BCEB369A2D}"/>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8881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A45E-892C-E9A8-D293-21A3B9974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514981-A3C8-5764-AC99-558C6FF79A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634B-6A54-FC43-8E8D-085B7F32D1DD}"/>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5" name="Footer Placeholder 4">
            <a:extLst>
              <a:ext uri="{FF2B5EF4-FFF2-40B4-BE49-F238E27FC236}">
                <a16:creationId xmlns:a16="http://schemas.microsoft.com/office/drawing/2014/main" id="{D5CB788C-F3D7-E2AB-2E49-4AF62510D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CC9A-4849-7D7C-8CF9-7C2AEB54836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84014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48AE-D9C8-EF0A-05FB-2C57EEB7D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0221CE-916F-CAAD-9655-71DF729EF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F58360-560D-6A4D-91F9-771D7747A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53AF5E-C58B-03F8-EED9-634C7C9B1FC4}"/>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6" name="Footer Placeholder 5">
            <a:extLst>
              <a:ext uri="{FF2B5EF4-FFF2-40B4-BE49-F238E27FC236}">
                <a16:creationId xmlns:a16="http://schemas.microsoft.com/office/drawing/2014/main" id="{B3D77E1F-C07A-185D-4E68-106CBD8E5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2CD07-6578-DA71-910E-F1E3EB6A2C1A}"/>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42630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307A-E8E3-5127-A049-E6A3677EA6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EB44B7-BB0D-5954-251D-0F12BC40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2E69B-2CDC-E4FB-B18B-875D7F43B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A1C115-A98A-5001-0BF8-3EBC9C42B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9E718-D9F9-6AE3-B68F-D6508F125D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EF024F-CBF4-D143-ABF6-EB2EB00745E7}"/>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8" name="Footer Placeholder 7">
            <a:extLst>
              <a:ext uri="{FF2B5EF4-FFF2-40B4-BE49-F238E27FC236}">
                <a16:creationId xmlns:a16="http://schemas.microsoft.com/office/drawing/2014/main" id="{172722D3-F786-2519-0543-2EDB55241C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766567-834E-1336-594B-AA23464BBE19}"/>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0638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9373-BB5F-027E-CC3A-8B55EAFEB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42576-219C-9794-2869-8484B55F4CDA}"/>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4" name="Footer Placeholder 3">
            <a:extLst>
              <a:ext uri="{FF2B5EF4-FFF2-40B4-BE49-F238E27FC236}">
                <a16:creationId xmlns:a16="http://schemas.microsoft.com/office/drawing/2014/main" id="{876572F2-8DA3-70AC-762E-B48629DD61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D79076-613E-AC63-3B08-8EB2CEAA861C}"/>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2234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BB582-1A1E-B166-9AA1-429FBB728570}"/>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3" name="Footer Placeholder 2">
            <a:extLst>
              <a:ext uri="{FF2B5EF4-FFF2-40B4-BE49-F238E27FC236}">
                <a16:creationId xmlns:a16="http://schemas.microsoft.com/office/drawing/2014/main" id="{9D492330-436F-CD11-5364-FE407FBD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7B4C21-DDAC-4404-8F4A-3876166D86D8}"/>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87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BA60-9417-655B-8981-B4A24E52B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5100C1-4AF7-A545-177E-F0EBB194E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EEDF1-8D06-B9D0-423A-297F036E3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E55DA-C5B9-2E76-B1BA-14BFE9E2FF9A}"/>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6" name="Footer Placeholder 5">
            <a:extLst>
              <a:ext uri="{FF2B5EF4-FFF2-40B4-BE49-F238E27FC236}">
                <a16:creationId xmlns:a16="http://schemas.microsoft.com/office/drawing/2014/main" id="{7E4F3EBF-CDE3-B285-C427-69FCD6F2FC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B4E15-2329-E0EF-1D4C-2F93664C0EF3}"/>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09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58F-D2D3-4F10-CE88-39722A7E4C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D4479-E2DD-56FF-D5BB-DE04CF754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2478BA-66AF-702F-CDB3-A0347900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A4622-D12A-4FAE-B828-E9E1E4DE2836}"/>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6" name="Footer Placeholder 5">
            <a:extLst>
              <a:ext uri="{FF2B5EF4-FFF2-40B4-BE49-F238E27FC236}">
                <a16:creationId xmlns:a16="http://schemas.microsoft.com/office/drawing/2014/main" id="{5D4CAF42-36F3-F313-6025-6B6703BFDF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040534-695E-3271-4B36-46B66B8C5381}"/>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8438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2F08-EF02-9A10-5BE0-FBB747272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93A67-5F4E-687C-34D8-840235068C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12992-1770-2302-9B0A-963FC4996713}"/>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5" name="Footer Placeholder 4">
            <a:extLst>
              <a:ext uri="{FF2B5EF4-FFF2-40B4-BE49-F238E27FC236}">
                <a16:creationId xmlns:a16="http://schemas.microsoft.com/office/drawing/2014/main" id="{595A8A54-9719-A685-A934-F4C7CDA0E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F81B6-1918-BC5F-BD53-8777A4081D15}"/>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1361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D1D8F-C3ED-7F5F-D0F2-78340582B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BE43C-09D6-D3A6-A2B2-0F8B7EB2C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5CA9E-2DCA-EBB5-D010-BFB742BB1C67}"/>
              </a:ext>
            </a:extLst>
          </p:cNvPr>
          <p:cNvSpPr>
            <a:spLocks noGrp="1"/>
          </p:cNvSpPr>
          <p:nvPr>
            <p:ph type="dt" sz="half" idx="10"/>
          </p:nvPr>
        </p:nvSpPr>
        <p:spPr/>
        <p:txBody>
          <a:bodyPr/>
          <a:lstStyle/>
          <a:p>
            <a:fld id="{A60288F2-E411-4717-A2A8-E54361EB3D7C}" type="datetimeFigureOut">
              <a:rPr lang="en-IN" smtClean="0"/>
              <a:t>10-03-2025</a:t>
            </a:fld>
            <a:endParaRPr lang="en-IN"/>
          </a:p>
        </p:txBody>
      </p:sp>
      <p:sp>
        <p:nvSpPr>
          <p:cNvPr id="5" name="Footer Placeholder 4">
            <a:extLst>
              <a:ext uri="{FF2B5EF4-FFF2-40B4-BE49-F238E27FC236}">
                <a16:creationId xmlns:a16="http://schemas.microsoft.com/office/drawing/2014/main" id="{B5260D38-6161-ECB2-24C3-77483B14F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30B45-FFB5-E55C-6A58-163AC0F1E44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70406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12E4B-E40A-EC5C-6075-0A960006E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FA478-3464-1B7A-C14A-B80A0C8F5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36FB4-793C-EC97-FC06-69238CA63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288F2-E411-4717-A2A8-E54361EB3D7C}" type="datetimeFigureOut">
              <a:rPr lang="en-IN" smtClean="0"/>
              <a:t>10-03-2025</a:t>
            </a:fld>
            <a:endParaRPr lang="en-IN"/>
          </a:p>
        </p:txBody>
      </p:sp>
      <p:sp>
        <p:nvSpPr>
          <p:cNvPr id="5" name="Footer Placeholder 4">
            <a:extLst>
              <a:ext uri="{FF2B5EF4-FFF2-40B4-BE49-F238E27FC236}">
                <a16:creationId xmlns:a16="http://schemas.microsoft.com/office/drawing/2014/main" id="{F75CB672-F07D-641C-512B-5A2BF3194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E99F51-A57F-1B93-4FC5-2976DDACD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05273E-9AE5-4195-AC9F-FAA5849B8D51}" type="slidenum">
              <a:rPr lang="en-IN" smtClean="0"/>
              <a:t>‹#›</a:t>
            </a:fld>
            <a:endParaRPr lang="en-IN"/>
          </a:p>
        </p:txBody>
      </p:sp>
    </p:spTree>
    <p:extLst>
      <p:ext uri="{BB962C8B-B14F-4D97-AF65-F5344CB8AC3E}">
        <p14:creationId xmlns:p14="http://schemas.microsoft.com/office/powerpoint/2010/main" val="292484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0659-2DFE-0711-0E26-9B048D68D174}"/>
              </a:ext>
            </a:extLst>
          </p:cNvPr>
          <p:cNvSpPr>
            <a:spLocks noGrp="1"/>
          </p:cNvSpPr>
          <p:nvPr>
            <p:ph type="ctrTitle"/>
          </p:nvPr>
        </p:nvSpPr>
        <p:spPr/>
        <p:txBody>
          <a:bodyPr>
            <a:normAutofit/>
          </a:bodyPr>
          <a:lstStyle/>
          <a:p>
            <a:r>
              <a:rPr lang="en-US" dirty="0"/>
              <a:t>Machine Learning</a:t>
            </a:r>
            <a:endParaRPr lang="en-IN" dirty="0"/>
          </a:p>
        </p:txBody>
      </p:sp>
      <p:sp>
        <p:nvSpPr>
          <p:cNvPr id="3" name="Subtitle 2">
            <a:extLst>
              <a:ext uri="{FF2B5EF4-FFF2-40B4-BE49-F238E27FC236}">
                <a16:creationId xmlns:a16="http://schemas.microsoft.com/office/drawing/2014/main" id="{BF2194AA-C2BE-3204-206E-E42A2753F78B}"/>
              </a:ext>
            </a:extLst>
          </p:cNvPr>
          <p:cNvSpPr>
            <a:spLocks noGrp="1"/>
          </p:cNvSpPr>
          <p:nvPr>
            <p:ph type="subTitle" idx="1"/>
          </p:nvPr>
        </p:nvSpPr>
        <p:spPr/>
        <p:txBody>
          <a:bodyPr>
            <a:normAutofit/>
          </a:bodyPr>
          <a:lstStyle/>
          <a:p>
            <a:r>
              <a:rPr lang="en-US" sz="4400" dirty="0"/>
              <a:t>BCSML601</a:t>
            </a:r>
          </a:p>
          <a:p>
            <a:r>
              <a:rPr lang="en-US" sz="4400" dirty="0"/>
              <a:t>3:0:2</a:t>
            </a:r>
            <a:endParaRPr lang="en-IN" sz="4400" dirty="0"/>
          </a:p>
        </p:txBody>
      </p:sp>
    </p:spTree>
    <p:extLst>
      <p:ext uri="{BB962C8B-B14F-4D97-AF65-F5344CB8AC3E}">
        <p14:creationId xmlns:p14="http://schemas.microsoft.com/office/powerpoint/2010/main" val="173259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7992-1A3A-6A68-93BA-53D34BF741D8}"/>
              </a:ext>
            </a:extLst>
          </p:cNvPr>
          <p:cNvSpPr>
            <a:spLocks noGrp="1"/>
          </p:cNvSpPr>
          <p:nvPr>
            <p:ph type="title"/>
          </p:nvPr>
        </p:nvSpPr>
        <p:spPr/>
        <p:txBody>
          <a:bodyPr/>
          <a:lstStyle/>
          <a:p>
            <a:r>
              <a:rPr lang="en-US" dirty="0"/>
              <a:t>Pre- requisites</a:t>
            </a:r>
            <a:endParaRPr lang="en-IN" dirty="0"/>
          </a:p>
        </p:txBody>
      </p:sp>
      <p:sp>
        <p:nvSpPr>
          <p:cNvPr id="3" name="Content Placeholder 2">
            <a:extLst>
              <a:ext uri="{FF2B5EF4-FFF2-40B4-BE49-F238E27FC236}">
                <a16:creationId xmlns:a16="http://schemas.microsoft.com/office/drawing/2014/main" id="{7FB2A1E3-9E4B-6A38-0796-73EE6E231C0D}"/>
              </a:ext>
            </a:extLst>
          </p:cNvPr>
          <p:cNvSpPr>
            <a:spLocks noGrp="1"/>
          </p:cNvSpPr>
          <p:nvPr>
            <p:ph idx="1"/>
          </p:nvPr>
        </p:nvSpPr>
        <p:spPr/>
        <p:txBody>
          <a:bodyPr/>
          <a:lstStyle/>
          <a:p>
            <a:r>
              <a:rPr lang="en-US" dirty="0"/>
              <a:t>Linear Equations</a:t>
            </a:r>
          </a:p>
          <a:p>
            <a:r>
              <a:rPr lang="en-US" dirty="0"/>
              <a:t>Probability and Statistics</a:t>
            </a:r>
          </a:p>
          <a:p>
            <a:r>
              <a:rPr lang="en-US" dirty="0"/>
              <a:t>Graphs of Functions</a:t>
            </a:r>
            <a:endParaRPr lang="en-IN" dirty="0"/>
          </a:p>
        </p:txBody>
      </p:sp>
    </p:spTree>
    <p:extLst>
      <p:ext uri="{BB962C8B-B14F-4D97-AF65-F5344CB8AC3E}">
        <p14:creationId xmlns:p14="http://schemas.microsoft.com/office/powerpoint/2010/main" val="15269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3F08-A41A-3D71-435E-90A0E7C816CA}"/>
              </a:ext>
            </a:extLst>
          </p:cNvPr>
          <p:cNvSpPr>
            <a:spLocks noGrp="1"/>
          </p:cNvSpPr>
          <p:nvPr>
            <p:ph type="title"/>
          </p:nvPr>
        </p:nvSpPr>
        <p:spPr/>
        <p:txBody>
          <a:bodyPr/>
          <a:lstStyle/>
          <a:p>
            <a:r>
              <a:rPr lang="en-US" dirty="0"/>
              <a:t>Course Learning Objectives (CLO)</a:t>
            </a:r>
            <a:endParaRPr lang="en-IN" dirty="0"/>
          </a:p>
        </p:txBody>
      </p:sp>
      <p:sp>
        <p:nvSpPr>
          <p:cNvPr id="3" name="Content Placeholder 2">
            <a:extLst>
              <a:ext uri="{FF2B5EF4-FFF2-40B4-BE49-F238E27FC236}">
                <a16:creationId xmlns:a16="http://schemas.microsoft.com/office/drawing/2014/main" id="{A26067F8-FC56-C26E-1C2A-0DEBAD577C31}"/>
              </a:ext>
            </a:extLst>
          </p:cNvPr>
          <p:cNvSpPr>
            <a:spLocks noGrp="1"/>
          </p:cNvSpPr>
          <p:nvPr>
            <p:ph idx="1"/>
          </p:nvPr>
        </p:nvSpPr>
        <p:spPr/>
        <p:txBody>
          <a:bodyPr/>
          <a:lstStyle/>
          <a:p>
            <a:r>
              <a:rPr lang="en-US" dirty="0"/>
              <a:t>This course will enable students to,</a:t>
            </a:r>
          </a:p>
          <a:p>
            <a:r>
              <a:rPr lang="en-US" dirty="0"/>
              <a:t>Define machine learning and understand the basic theory underlying machine learning.</a:t>
            </a:r>
          </a:p>
          <a:p>
            <a:r>
              <a:rPr lang="en-US" dirty="0"/>
              <a:t>Differentiate supervised, unsupervised and reinforcement learning</a:t>
            </a:r>
          </a:p>
          <a:p>
            <a:r>
              <a:rPr lang="en-US" dirty="0"/>
              <a:t>Understand the basic concepts of learning and decision trees.</a:t>
            </a:r>
          </a:p>
          <a:p>
            <a:r>
              <a:rPr lang="en-US" dirty="0"/>
              <a:t>Understand neural networks and Bayesian techniques for problems appear in machine learning</a:t>
            </a:r>
          </a:p>
          <a:p>
            <a:r>
              <a:rPr lang="en-US" dirty="0"/>
              <a:t>Understand the instant based learning and statistical analysis of machine learning techniques.</a:t>
            </a:r>
            <a:endParaRPr lang="en-IN" dirty="0"/>
          </a:p>
        </p:txBody>
      </p:sp>
    </p:spTree>
    <p:extLst>
      <p:ext uri="{BB962C8B-B14F-4D97-AF65-F5344CB8AC3E}">
        <p14:creationId xmlns:p14="http://schemas.microsoft.com/office/powerpoint/2010/main" val="210539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F878-55B4-5A10-FF90-3CDE6F0FB4EA}"/>
              </a:ext>
            </a:extLst>
          </p:cNvPr>
          <p:cNvSpPr>
            <a:spLocks noGrp="1"/>
          </p:cNvSpPr>
          <p:nvPr>
            <p:ph type="title"/>
          </p:nvPr>
        </p:nvSpPr>
        <p:spPr>
          <a:xfrm>
            <a:off x="838200" y="0"/>
            <a:ext cx="10515600" cy="819098"/>
          </a:xfrm>
        </p:spPr>
        <p:txBody>
          <a:bodyPr/>
          <a:lstStyle/>
          <a:p>
            <a:pPr algn="ctr"/>
            <a:r>
              <a:rPr lang="en-US" dirty="0"/>
              <a:t>MODULE 2</a:t>
            </a:r>
            <a:endParaRPr lang="en-IN" dirty="0"/>
          </a:p>
        </p:txBody>
      </p:sp>
      <p:sp>
        <p:nvSpPr>
          <p:cNvPr id="3" name="Content Placeholder 2">
            <a:extLst>
              <a:ext uri="{FF2B5EF4-FFF2-40B4-BE49-F238E27FC236}">
                <a16:creationId xmlns:a16="http://schemas.microsoft.com/office/drawing/2014/main" id="{CD2994F0-E930-B691-9A33-D6CB82B43A6B}"/>
              </a:ext>
            </a:extLst>
          </p:cNvPr>
          <p:cNvSpPr>
            <a:spLocks noGrp="1"/>
          </p:cNvSpPr>
          <p:nvPr>
            <p:ph idx="1"/>
          </p:nvPr>
        </p:nvSpPr>
        <p:spPr>
          <a:xfrm>
            <a:off x="359763" y="1004340"/>
            <a:ext cx="11467475" cy="5664473"/>
          </a:xfrm>
        </p:spPr>
        <p:txBody>
          <a:bodyPr>
            <a:normAutofit/>
          </a:bodyPr>
          <a:lstStyle/>
          <a:p>
            <a:r>
              <a:rPr lang="en-US" dirty="0"/>
              <a:t>Supervised Learning: </a:t>
            </a:r>
          </a:p>
          <a:p>
            <a:pPr lvl="1"/>
            <a:r>
              <a:rPr lang="en-US" dirty="0"/>
              <a:t>Learning a Class from Examples, </a:t>
            </a:r>
          </a:p>
          <a:p>
            <a:pPr lvl="1"/>
            <a:r>
              <a:rPr lang="en-US" dirty="0" err="1"/>
              <a:t>Vapnik-Chervonenkis</a:t>
            </a:r>
            <a:r>
              <a:rPr lang="en-US" dirty="0"/>
              <a:t> Dimension,</a:t>
            </a:r>
          </a:p>
          <a:p>
            <a:pPr lvl="1"/>
            <a:r>
              <a:rPr lang="en-US" dirty="0"/>
              <a:t>Probably Approximately Correct Learning, </a:t>
            </a:r>
          </a:p>
          <a:p>
            <a:pPr lvl="1"/>
            <a:r>
              <a:rPr lang="en-US" dirty="0"/>
              <a:t>Noise, </a:t>
            </a:r>
          </a:p>
          <a:p>
            <a:pPr lvl="1"/>
            <a:r>
              <a:rPr lang="en-US" dirty="0"/>
              <a:t>Learning Multiple Classes, </a:t>
            </a:r>
          </a:p>
          <a:p>
            <a:pPr lvl="1"/>
            <a:r>
              <a:rPr lang="en-US" dirty="0"/>
              <a:t>Regression, </a:t>
            </a:r>
          </a:p>
          <a:p>
            <a:pPr lvl="1"/>
            <a:r>
              <a:rPr lang="en-US" dirty="0"/>
              <a:t>Model Selection and Generalization, </a:t>
            </a:r>
          </a:p>
          <a:p>
            <a:pPr lvl="1"/>
            <a:r>
              <a:rPr lang="en-US" dirty="0"/>
              <a:t>Dimensions of a Supervised Machine Learning algorithm, </a:t>
            </a:r>
          </a:p>
          <a:p>
            <a:r>
              <a:rPr lang="en-US" dirty="0"/>
              <a:t>Kernel Machines: Introduction,</a:t>
            </a:r>
          </a:p>
          <a:p>
            <a:pPr lvl="1"/>
            <a:r>
              <a:rPr lang="en-US" dirty="0"/>
              <a:t>Optimal Separating Hyperplane, </a:t>
            </a:r>
          </a:p>
          <a:p>
            <a:pPr lvl="1"/>
            <a:r>
              <a:rPr lang="en-US" dirty="0"/>
              <a:t>The </a:t>
            </a:r>
            <a:r>
              <a:rPr lang="en-US" dirty="0" err="1"/>
              <a:t>Nonseparable</a:t>
            </a:r>
            <a:r>
              <a:rPr lang="en-US" dirty="0"/>
              <a:t> Case: Soft Margin Hyperplane</a:t>
            </a:r>
            <a:endParaRPr lang="en-IN" dirty="0"/>
          </a:p>
        </p:txBody>
      </p:sp>
    </p:spTree>
    <p:extLst>
      <p:ext uri="{BB962C8B-B14F-4D97-AF65-F5344CB8AC3E}">
        <p14:creationId xmlns:p14="http://schemas.microsoft.com/office/powerpoint/2010/main" val="2852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A9C1-62B0-1FF1-F9BE-35C24F00D8BF}"/>
              </a:ext>
            </a:extLst>
          </p:cNvPr>
          <p:cNvSpPr>
            <a:spLocks noGrp="1"/>
          </p:cNvSpPr>
          <p:nvPr>
            <p:ph type="title"/>
          </p:nvPr>
        </p:nvSpPr>
        <p:spPr>
          <a:xfrm>
            <a:off x="838200" y="88031"/>
            <a:ext cx="10515600" cy="712069"/>
          </a:xfrm>
        </p:spPr>
        <p:txBody>
          <a:bodyPr/>
          <a:lstStyle/>
          <a:p>
            <a:r>
              <a:rPr lang="en-US" dirty="0"/>
              <a:t>SL- Learning a Class from Examples</a:t>
            </a:r>
            <a:endParaRPr lang="en-IN" dirty="0"/>
          </a:p>
        </p:txBody>
      </p:sp>
      <p:sp>
        <p:nvSpPr>
          <p:cNvPr id="3" name="Content Placeholder 2">
            <a:extLst>
              <a:ext uri="{FF2B5EF4-FFF2-40B4-BE49-F238E27FC236}">
                <a16:creationId xmlns:a16="http://schemas.microsoft.com/office/drawing/2014/main" id="{7C0F898A-6A11-18E2-C716-A6DC809F1C7B}"/>
              </a:ext>
            </a:extLst>
          </p:cNvPr>
          <p:cNvSpPr>
            <a:spLocks noGrp="1"/>
          </p:cNvSpPr>
          <p:nvPr>
            <p:ph idx="1"/>
          </p:nvPr>
        </p:nvSpPr>
        <p:spPr>
          <a:xfrm>
            <a:off x="152399" y="930729"/>
            <a:ext cx="11873345" cy="5839240"/>
          </a:xfrm>
        </p:spPr>
        <p:txBody>
          <a:bodyPr>
            <a:noAutofit/>
          </a:bodyPr>
          <a:lstStyle/>
          <a:p>
            <a:pPr algn="l"/>
            <a:r>
              <a:rPr lang="en-US" b="1" dirty="0">
                <a:solidFill>
                  <a:srgbClr val="FF0000"/>
                </a:solidFill>
                <a:latin typeface="Times New Roman" panose="02020603050405020304" pitchFamily="18" charset="0"/>
                <a:cs typeface="Times New Roman" panose="02020603050405020304" pitchFamily="18" charset="0"/>
              </a:rPr>
              <a:t>C</a:t>
            </a:r>
            <a:r>
              <a:rPr lang="en-US" b="1" i="0" u="none" strike="noStrike" baseline="0" dirty="0">
                <a:solidFill>
                  <a:srgbClr val="FF0000"/>
                </a:solidFill>
                <a:latin typeface="Times New Roman" panose="02020603050405020304" pitchFamily="18" charset="0"/>
                <a:cs typeface="Times New Roman" panose="02020603050405020304" pitchFamily="18" charset="0"/>
              </a:rPr>
              <a:t>lass learning </a:t>
            </a:r>
            <a:r>
              <a:rPr lang="en-US" b="0" i="0" u="none" strike="noStrike" baseline="0" dirty="0">
                <a:latin typeface="Times New Roman" panose="02020603050405020304" pitchFamily="18" charset="0"/>
                <a:cs typeface="Times New Roman" panose="02020603050405020304" pitchFamily="18" charset="0"/>
              </a:rPr>
              <a:t>is finding a description that is shared by all positive examples and none of the negative examples.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Consider:</a:t>
            </a:r>
          </a:p>
          <a:p>
            <a:r>
              <a:rPr lang="en-US" dirty="0">
                <a:latin typeface="Times New Roman" panose="02020603050405020304" pitchFamily="18" charset="0"/>
                <a:cs typeface="Times New Roman" panose="02020603050405020304" pitchFamily="18" charset="0"/>
              </a:rPr>
              <a:t>Learning is about - a </a:t>
            </a:r>
            <a:r>
              <a:rPr lang="en-US" b="1" i="1" u="none" strike="noStrike" baseline="0" dirty="0">
                <a:solidFill>
                  <a:srgbClr val="FF0000"/>
                </a:solidFill>
                <a:latin typeface="Times New Roman" panose="02020603050405020304" pitchFamily="18" charset="0"/>
                <a:cs typeface="Times New Roman" panose="02020603050405020304" pitchFamily="18" charset="0"/>
              </a:rPr>
              <a:t>class</a:t>
            </a:r>
            <a:r>
              <a:rPr lang="en-US" b="0" i="0" u="none" strike="noStrike" baseline="0" dirty="0">
                <a:latin typeface="Times New Roman" panose="02020603050405020304" pitchFamily="18" charset="0"/>
                <a:cs typeface="Times New Roman" panose="02020603050405020304" pitchFamily="18" charset="0"/>
              </a:rPr>
              <a:t>, C, of a “family car”</a:t>
            </a:r>
          </a:p>
          <a:p>
            <a:pPr algn="l"/>
            <a:r>
              <a:rPr lang="en-IN" dirty="0">
                <a:latin typeface="Times New Roman" panose="02020603050405020304" pitchFamily="18" charset="0"/>
                <a:cs typeface="Times New Roman" panose="02020603050405020304" pitchFamily="18" charset="0"/>
              </a:rPr>
              <a:t>There are a </a:t>
            </a:r>
            <a:r>
              <a:rPr lang="en-US" b="0" i="0" u="none" strike="noStrike" baseline="0" dirty="0">
                <a:latin typeface="Times New Roman" panose="02020603050405020304" pitchFamily="18" charset="0"/>
                <a:cs typeface="Times New Roman" panose="02020603050405020304" pitchFamily="18" charset="0"/>
              </a:rPr>
              <a:t>set of examples of cars, and there are a group of people that are surveyed to whom these cars are shown. </a:t>
            </a:r>
          </a:p>
          <a:p>
            <a:pPr algn="l"/>
            <a:r>
              <a:rPr lang="en-US" b="0" i="0" u="none" strike="noStrike" baseline="0" dirty="0">
                <a:latin typeface="Times New Roman" panose="02020603050405020304" pitchFamily="18" charset="0"/>
                <a:cs typeface="Times New Roman" panose="02020603050405020304" pitchFamily="18" charset="0"/>
              </a:rPr>
              <a:t>The people look at the cars and label them;</a:t>
            </a:r>
          </a:p>
          <a:p>
            <a:pPr algn="l"/>
            <a:r>
              <a:rPr lang="en-US" b="0" i="0" u="none" strike="noStrike" baseline="0" dirty="0">
                <a:latin typeface="Times New Roman" panose="02020603050405020304" pitchFamily="18" charset="0"/>
                <a:cs typeface="Times New Roman" panose="02020603050405020304" pitchFamily="18" charset="0"/>
              </a:rPr>
              <a:t>The cars that they believe are family cars are </a:t>
            </a:r>
            <a:r>
              <a:rPr lang="en-US" b="0" i="1" u="none" strike="noStrike" baseline="0" dirty="0">
                <a:solidFill>
                  <a:srgbClr val="FF0000"/>
                </a:solidFill>
                <a:latin typeface="Times New Roman" panose="02020603050405020304" pitchFamily="18" charset="0"/>
                <a:cs typeface="Times New Roman" panose="02020603050405020304" pitchFamily="18" charset="0"/>
              </a:rPr>
              <a:t>positive examples</a:t>
            </a:r>
            <a:r>
              <a:rPr lang="en-US" b="0" i="0" u="none" strike="noStrike" baseline="0" dirty="0">
                <a:latin typeface="Times New Roman" panose="02020603050405020304" pitchFamily="18" charset="0"/>
                <a:cs typeface="Times New Roman" panose="02020603050405020304" pitchFamily="18" charset="0"/>
              </a:rPr>
              <a:t>, and the other cars are </a:t>
            </a:r>
            <a:r>
              <a:rPr lang="en-US" b="0" i="1" u="none" strike="noStrike" baseline="0" dirty="0">
                <a:solidFill>
                  <a:srgbClr val="FF0000"/>
                </a:solidFill>
                <a:latin typeface="Times New Roman" panose="02020603050405020304" pitchFamily="18" charset="0"/>
                <a:cs typeface="Times New Roman" panose="02020603050405020304" pitchFamily="18" charset="0"/>
              </a:rPr>
              <a:t>negative examples</a:t>
            </a:r>
            <a:r>
              <a:rPr lang="en-US" b="0" i="0" u="none" strike="noStrike" baseline="0"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4235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DA7DB-03AB-78B9-1B76-17CA991B29E2}"/>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28D5EAFF-B68E-1FED-8AE7-7AA5554314D9}"/>
              </a:ext>
            </a:extLst>
          </p:cNvPr>
          <p:cNvSpPr>
            <a:spLocks noGrp="1"/>
          </p:cNvSpPr>
          <p:nvPr>
            <p:ph idx="1"/>
          </p:nvPr>
        </p:nvSpPr>
        <p:spPr/>
        <p:txBody>
          <a:bodyPr/>
          <a:lstStyle/>
          <a:p>
            <a:pPr algn="l"/>
            <a:r>
              <a:rPr lang="en-US" sz="2800" b="0" i="0" u="none" strike="noStrike" baseline="0" dirty="0">
                <a:latin typeface="Times New Roman" panose="02020603050405020304" pitchFamily="18" charset="0"/>
                <a:cs typeface="Times New Roman" panose="02020603050405020304" pitchFamily="18" charset="0"/>
              </a:rPr>
              <a:t>Hence, the prediction made can be two cases:</a:t>
            </a:r>
          </a:p>
          <a:p>
            <a:pPr algn="l"/>
            <a:r>
              <a:rPr lang="en-US" sz="2800" b="0" i="0" u="none" strike="noStrike" baseline="0" dirty="0">
                <a:latin typeface="Times New Roman" panose="02020603050405020304" pitchFamily="18" charset="0"/>
                <a:cs typeface="Times New Roman" panose="02020603050405020304" pitchFamily="18" charset="0"/>
              </a:rPr>
              <a:t>Given a car that is not seen before, by checking with the description learned, machine will be able to say whether it is a family car or not. </a:t>
            </a:r>
          </a:p>
          <a:p>
            <a:pPr algn="l"/>
            <a:r>
              <a:rPr lang="en-US" sz="2800" b="0" i="0" u="none" strike="noStrike" baseline="0" dirty="0">
                <a:latin typeface="Times New Roman" panose="02020603050405020304" pitchFamily="18" charset="0"/>
                <a:cs typeface="Times New Roman" panose="02020603050405020304" pitchFamily="18" charset="0"/>
              </a:rPr>
              <a:t>Or knowledge extraction is done: This study may be sponsored by a car company, and the aim may be to understand what people expect from a family car.</a:t>
            </a:r>
          </a:p>
          <a:p>
            <a:endParaRPr lang="en-IN" dirty="0"/>
          </a:p>
        </p:txBody>
      </p:sp>
    </p:spTree>
    <p:extLst>
      <p:ext uri="{BB962C8B-B14F-4D97-AF65-F5344CB8AC3E}">
        <p14:creationId xmlns:p14="http://schemas.microsoft.com/office/powerpoint/2010/main" val="152647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7DE73-013A-A590-1C36-DF104B15AC0C}"/>
              </a:ext>
            </a:extLst>
          </p:cNvPr>
          <p:cNvSpPr>
            <a:spLocks noGrp="1"/>
          </p:cNvSpPr>
          <p:nvPr>
            <p:ph type="title"/>
          </p:nvPr>
        </p:nvSpPr>
        <p:spPr>
          <a:xfrm>
            <a:off x="201383" y="88031"/>
            <a:ext cx="10515600" cy="909493"/>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DAF4BB0D-E06F-8164-E5A2-1BC5D0561596}"/>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After some discussions with experts in the field, we reach the conclusion that among all features a car may have, the features/ attributes that separate a family car from other cars are the </a:t>
            </a:r>
            <a:r>
              <a:rPr lang="en-US" b="1" i="0" u="none" strike="noStrike" baseline="0" dirty="0">
                <a:latin typeface="Times New Roman" panose="02020603050405020304" pitchFamily="18" charset="0"/>
                <a:cs typeface="Times New Roman" panose="02020603050405020304" pitchFamily="18" charset="0"/>
              </a:rPr>
              <a:t>price</a:t>
            </a:r>
            <a:r>
              <a:rPr lang="en-US" b="0" i="0" u="none" strike="noStrike" baseline="0" dirty="0">
                <a:latin typeface="Times New Roman" panose="02020603050405020304" pitchFamily="18" charset="0"/>
                <a:cs typeface="Times New Roman" panose="02020603050405020304" pitchFamily="18" charset="0"/>
              </a:rPr>
              <a:t> and </a:t>
            </a:r>
            <a:r>
              <a:rPr lang="en-US" b="1" i="0" u="none" strike="noStrike" baseline="0" dirty="0">
                <a:latin typeface="Times New Roman" panose="02020603050405020304" pitchFamily="18" charset="0"/>
                <a:cs typeface="Times New Roman" panose="02020603050405020304" pitchFamily="18" charset="0"/>
              </a:rPr>
              <a:t>engine-power</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These two attributes are the </a:t>
            </a:r>
            <a:r>
              <a:rPr lang="en-US" b="1" i="1" u="none" strike="noStrike" baseline="0" dirty="0">
                <a:solidFill>
                  <a:srgbClr val="FF0000"/>
                </a:solidFill>
                <a:latin typeface="Times New Roman" panose="02020603050405020304" pitchFamily="18" charset="0"/>
                <a:cs typeface="Times New Roman" panose="02020603050405020304" pitchFamily="18" charset="0"/>
              </a:rPr>
              <a:t>inputs</a:t>
            </a:r>
            <a:r>
              <a:rPr lang="en-US" b="0" i="1" u="none" strike="noStrike" baseline="0" dirty="0">
                <a:latin typeface="Times New Roman" panose="02020603050405020304" pitchFamily="18" charset="0"/>
                <a:cs typeface="Times New Roman" panose="02020603050405020304" pitchFamily="18" charset="0"/>
              </a:rPr>
              <a:t> </a:t>
            </a:r>
            <a:r>
              <a:rPr lang="en-US" b="1" i="1" u="none" strike="noStrike" baseline="0" dirty="0">
                <a:solidFill>
                  <a:srgbClr val="FF0000"/>
                </a:solidFill>
                <a:latin typeface="Times New Roman" panose="02020603050405020304" pitchFamily="18" charset="0"/>
                <a:cs typeface="Times New Roman" panose="02020603050405020304" pitchFamily="18" charset="0"/>
              </a:rPr>
              <a:t>to the class recognizer</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when particular </a:t>
            </a:r>
            <a:r>
              <a:rPr lang="en-US" b="1" i="1" u="none" strike="noStrike" baseline="0" dirty="0">
                <a:solidFill>
                  <a:srgbClr val="FF0000"/>
                </a:solidFill>
                <a:latin typeface="Times New Roman" panose="02020603050405020304" pitchFamily="18" charset="0"/>
                <a:cs typeface="Times New Roman" panose="02020603050405020304" pitchFamily="18" charset="0"/>
              </a:rPr>
              <a:t>input representation </a:t>
            </a:r>
            <a:r>
              <a:rPr lang="en-US" b="0" u="none" strike="noStrike" baseline="0" dirty="0">
                <a:latin typeface="Times New Roman" panose="02020603050405020304" pitchFamily="18" charset="0"/>
                <a:cs typeface="Times New Roman" panose="02020603050405020304" pitchFamily="18" charset="0"/>
              </a:rPr>
              <a:t>is decided</a:t>
            </a:r>
            <a:r>
              <a:rPr lang="en-US" b="0" i="0" u="none" strike="noStrike" baseline="0" dirty="0">
                <a:latin typeface="Times New Roman" panose="02020603050405020304" pitchFamily="18" charset="0"/>
                <a:cs typeface="Times New Roman" panose="02020603050405020304" pitchFamily="18" charset="0"/>
              </a:rPr>
              <a:t>, representation of various other attributes as irrelevant.</a:t>
            </a:r>
          </a:p>
          <a:p>
            <a:pPr algn="l"/>
            <a:r>
              <a:rPr lang="en-US" dirty="0">
                <a:latin typeface="Times New Roman" panose="02020603050405020304" pitchFamily="18" charset="0"/>
                <a:cs typeface="Times New Roman" panose="02020603050405020304" pitchFamily="18" charset="0"/>
              </a:rPr>
              <a:t>Though color or seating capacity is important but not at the first level.</a:t>
            </a: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6692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96C2-3B88-5A43-A5BD-5464D5A5CB70}"/>
              </a:ext>
            </a:extLst>
          </p:cNvPr>
          <p:cNvSpPr>
            <a:spLocks noGrp="1"/>
          </p:cNvSpPr>
          <p:nvPr>
            <p:ph type="title"/>
          </p:nvPr>
        </p:nvSpPr>
        <p:spPr>
          <a:xfrm>
            <a:off x="838200" y="88031"/>
            <a:ext cx="3815443" cy="909493"/>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41FA6EB8-8BED-0FF7-0947-E7487F7ECD10}"/>
              </a:ext>
            </a:extLst>
          </p:cNvPr>
          <p:cNvSpPr>
            <a:spLocks noGrp="1"/>
          </p:cNvSpPr>
          <p:nvPr>
            <p:ph idx="1"/>
          </p:nvPr>
        </p:nvSpPr>
        <p:spPr>
          <a:xfrm>
            <a:off x="152399" y="1246909"/>
            <a:ext cx="6085115" cy="4930054"/>
          </a:xfrm>
        </p:spPr>
        <p:txBody>
          <a:bodyPr>
            <a:normAutofit lnSpcReduction="10000"/>
          </a:bodyPr>
          <a:lstStyle/>
          <a:p>
            <a:pPr algn="l"/>
            <a:r>
              <a:rPr lang="en-US" b="0" i="0" u="none" strike="noStrike" baseline="0" dirty="0">
                <a:latin typeface="Times New Roman" panose="02020603050405020304" pitchFamily="18" charset="0"/>
                <a:cs typeface="Times New Roman" panose="02020603050405020304" pitchFamily="18" charset="0"/>
              </a:rPr>
              <a:t>Figure shows a Training set for the class of a “family car.” which has both positive and negative examples             ( samples )</a:t>
            </a:r>
          </a:p>
          <a:p>
            <a:pPr algn="l"/>
            <a:r>
              <a:rPr lang="en-US" b="0" i="0" u="none" strike="noStrike" baseline="0" dirty="0">
                <a:latin typeface="Times New Roman" panose="02020603050405020304" pitchFamily="18" charset="0"/>
                <a:cs typeface="Times New Roman" panose="02020603050405020304" pitchFamily="18" charset="0"/>
              </a:rPr>
              <a:t>Each data point corresponds to one example car, and the coordinates of the point indicate the price and engine power of that car. </a:t>
            </a:r>
          </a:p>
          <a:p>
            <a:pPr algn="l"/>
            <a:r>
              <a:rPr lang="en-US" b="0" i="0" u="none" strike="noStrike" baseline="0" dirty="0">
                <a:latin typeface="Times New Roman" panose="02020603050405020304" pitchFamily="18" charset="0"/>
                <a:cs typeface="Times New Roman" panose="02020603050405020304" pitchFamily="18" charset="0"/>
              </a:rPr>
              <a:t>‘+’ denotes a positive example of the class (a family car), and ‘−’ denotes a negative example (not a family car) but some other type of </a:t>
            </a:r>
            <a:r>
              <a:rPr lang="en-IN" b="0" i="0" u="none" strike="noStrike" baseline="0" dirty="0">
                <a:latin typeface="Times New Roman" panose="02020603050405020304" pitchFamily="18" charset="0"/>
                <a:cs typeface="Times New Roman" panose="02020603050405020304" pitchFamily="18" charset="0"/>
              </a:rPr>
              <a:t>car.</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8F5EB26-CEFC-8FEE-5888-9DCBF2B459EB}"/>
              </a:ext>
            </a:extLst>
          </p:cNvPr>
          <p:cNvPicPr>
            <a:picLocks noChangeAspect="1"/>
          </p:cNvPicPr>
          <p:nvPr/>
        </p:nvPicPr>
        <p:blipFill>
          <a:blip r:embed="rId2"/>
          <a:stretch>
            <a:fillRect/>
          </a:stretch>
        </p:blipFill>
        <p:spPr>
          <a:xfrm>
            <a:off x="6417129" y="997524"/>
            <a:ext cx="5774871" cy="5517575"/>
          </a:xfrm>
          <a:prstGeom prst="rect">
            <a:avLst/>
          </a:prstGeom>
        </p:spPr>
      </p:pic>
    </p:spTree>
    <p:extLst>
      <p:ext uri="{BB962C8B-B14F-4D97-AF65-F5344CB8AC3E}">
        <p14:creationId xmlns:p14="http://schemas.microsoft.com/office/powerpoint/2010/main" val="3755584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D4ED9-5BBA-BE54-B245-9D939A0BDAA3}"/>
              </a:ext>
            </a:extLst>
          </p:cNvPr>
          <p:cNvSpPr>
            <a:spLocks noGrp="1"/>
          </p:cNvSpPr>
          <p:nvPr>
            <p:ph type="title"/>
          </p:nvPr>
        </p:nvSpPr>
        <p:spPr>
          <a:xfrm>
            <a:off x="152399" y="19019"/>
            <a:ext cx="7128295" cy="737801"/>
          </a:xfrm>
        </p:spPr>
        <p:txBody>
          <a:bodyPr>
            <a:normAutofit fontScale="90000"/>
          </a:bodyPr>
          <a:lstStyle/>
          <a:p>
            <a:r>
              <a:rPr lang="en-US" dirty="0"/>
              <a:t>Positive and Negative Examples</a:t>
            </a:r>
            <a:endParaRPr lang="en-IN" dirty="0"/>
          </a:p>
        </p:txBody>
      </p:sp>
      <p:sp>
        <p:nvSpPr>
          <p:cNvPr id="3" name="Content Placeholder 2">
            <a:extLst>
              <a:ext uri="{FF2B5EF4-FFF2-40B4-BE49-F238E27FC236}">
                <a16:creationId xmlns:a16="http://schemas.microsoft.com/office/drawing/2014/main" id="{B477C4B4-357A-FEC6-F940-A0A8223ADC65}"/>
              </a:ext>
            </a:extLst>
          </p:cNvPr>
          <p:cNvSpPr>
            <a:spLocks noGrp="1"/>
          </p:cNvSpPr>
          <p:nvPr>
            <p:ph idx="1"/>
          </p:nvPr>
        </p:nvSpPr>
        <p:spPr>
          <a:xfrm>
            <a:off x="152399" y="756820"/>
            <a:ext cx="7870167" cy="6013149"/>
          </a:xfrm>
        </p:spPr>
        <p:txBody>
          <a:bodyPr>
            <a:noAutofit/>
          </a:bodyPr>
          <a:lstStyle/>
          <a:p>
            <a:pPr algn="l"/>
            <a:r>
              <a:rPr lang="en-US" sz="2400" b="0" i="0" u="none" strike="noStrike" baseline="0" dirty="0">
                <a:latin typeface="Times New Roman" panose="02020603050405020304" pitchFamily="18" charset="0"/>
                <a:cs typeface="Times New Roman" panose="02020603050405020304" pitchFamily="18" charset="0"/>
              </a:rPr>
              <a:t>Let price be denoted as the first input attribute </a:t>
            </a:r>
            <a:r>
              <a:rPr lang="en-US" sz="2400" b="0" i="1" u="none" strike="noStrike" baseline="0" dirty="0">
                <a:latin typeface="Times New Roman" panose="02020603050405020304" pitchFamily="18" charset="0"/>
                <a:cs typeface="Times New Roman" panose="02020603050405020304" pitchFamily="18" charset="0"/>
              </a:rPr>
              <a:t>x</a:t>
            </a:r>
            <a:r>
              <a:rPr lang="en-US" sz="2400" b="0" i="0" u="none" strike="noStrike" baseline="0" dirty="0">
                <a:latin typeface="Times New Roman" panose="02020603050405020304" pitchFamily="18" charset="0"/>
                <a:cs typeface="Times New Roman" panose="02020603050405020304" pitchFamily="18" charset="0"/>
              </a:rPr>
              <a:t>1 (e.g., INR or USD)</a:t>
            </a:r>
          </a:p>
          <a:p>
            <a:pPr algn="l"/>
            <a:r>
              <a:rPr lang="en-US" sz="2400" dirty="0">
                <a:latin typeface="Times New Roman" panose="02020603050405020304" pitchFamily="18" charset="0"/>
                <a:cs typeface="Times New Roman" panose="02020603050405020304" pitchFamily="18" charset="0"/>
              </a:rPr>
              <a:t>and</a:t>
            </a:r>
            <a:r>
              <a:rPr lang="en-US" sz="2400" b="0" i="0" u="none" strike="noStrike" baseline="0" dirty="0">
                <a:latin typeface="Times New Roman" panose="02020603050405020304" pitchFamily="18" charset="0"/>
                <a:cs typeface="Times New Roman" panose="02020603050405020304" pitchFamily="18" charset="0"/>
              </a:rPr>
              <a:t> engine power as the second attribute </a:t>
            </a:r>
            <a:r>
              <a:rPr lang="en-US" sz="2400" b="0" i="1" u="none" strike="noStrike" baseline="0" dirty="0">
                <a:latin typeface="Times New Roman" panose="02020603050405020304" pitchFamily="18" charset="0"/>
                <a:cs typeface="Times New Roman" panose="02020603050405020304" pitchFamily="18" charset="0"/>
              </a:rPr>
              <a:t>x</a:t>
            </a:r>
            <a:r>
              <a:rPr lang="en-US" sz="2400" b="0" i="0" u="none" strike="noStrike" baseline="0" dirty="0">
                <a:latin typeface="Times New Roman" panose="02020603050405020304" pitchFamily="18" charset="0"/>
                <a:cs typeface="Times New Roman" panose="02020603050405020304" pitchFamily="18" charset="0"/>
              </a:rPr>
              <a:t>2 (e.g., engine volume in cubic centimeters). </a:t>
            </a:r>
          </a:p>
          <a:p>
            <a:pPr algn="l"/>
            <a:r>
              <a:rPr lang="en-US" sz="2400" b="0" i="0" u="none" strike="noStrike" baseline="0" dirty="0">
                <a:latin typeface="Times New Roman" panose="02020603050405020304" pitchFamily="18" charset="0"/>
                <a:cs typeface="Times New Roman" panose="02020603050405020304" pitchFamily="18" charset="0"/>
              </a:rPr>
              <a:t>Thus each car is represented using two numeric values</a:t>
            </a:r>
          </a:p>
          <a:p>
            <a:pPr algn="l"/>
            <a:endParaRPr lang="en-US" sz="2400" dirty="0">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and its label denotes its type</a:t>
            </a:r>
          </a:p>
          <a:p>
            <a:pPr algn="l"/>
            <a:endParaRPr lang="en-US" sz="2400" dirty="0">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Each car is represented by such an ordered pair </a:t>
            </a:r>
            <a:r>
              <a:rPr lang="en-US" sz="2400" b="0" i="1" u="none" strike="noStrike" baseline="0" dirty="0">
                <a:latin typeface="Times New Roman" panose="02020603050405020304" pitchFamily="18" charset="0"/>
                <a:cs typeface="Times New Roman" panose="02020603050405020304" pitchFamily="18" charset="0"/>
              </a:rPr>
              <a:t>(</a:t>
            </a:r>
            <a:r>
              <a:rPr lang="en-US" sz="2400" b="1" i="1" u="none" strike="noStrike" baseline="0" dirty="0">
                <a:latin typeface="Times New Roman" panose="02020603050405020304" pitchFamily="18" charset="0"/>
                <a:cs typeface="Times New Roman" panose="02020603050405020304" pitchFamily="18" charset="0"/>
              </a:rPr>
              <a:t>x</a:t>
            </a:r>
            <a:r>
              <a:rPr lang="en-US" sz="2400" b="0" i="1" u="none" strike="noStrike" baseline="0" dirty="0">
                <a:latin typeface="Times New Roman" panose="02020603050405020304" pitchFamily="18" charset="0"/>
                <a:cs typeface="Times New Roman" panose="02020603050405020304" pitchFamily="18" charset="0"/>
              </a:rPr>
              <a:t>, r) </a:t>
            </a:r>
            <a:r>
              <a:rPr lang="en-US" sz="2400" b="0" i="0" u="none" strike="noStrike" baseline="0" dirty="0">
                <a:latin typeface="Times New Roman" panose="02020603050405020304" pitchFamily="18" charset="0"/>
                <a:cs typeface="Times New Roman" panose="02020603050405020304" pitchFamily="18" charset="0"/>
              </a:rPr>
              <a:t>and the training set contains </a:t>
            </a:r>
            <a:r>
              <a:rPr lang="en-US" sz="2400" b="0" i="1" u="none" strike="noStrike" baseline="0" dirty="0">
                <a:latin typeface="Times New Roman" panose="02020603050405020304" pitchFamily="18" charset="0"/>
                <a:cs typeface="Times New Roman" panose="02020603050405020304" pitchFamily="18" charset="0"/>
              </a:rPr>
              <a:t>N </a:t>
            </a:r>
            <a:r>
              <a:rPr lang="en-US" sz="2400" b="0" i="0" u="none" strike="noStrike" baseline="0" dirty="0">
                <a:latin typeface="Times New Roman" panose="02020603050405020304" pitchFamily="18" charset="0"/>
                <a:cs typeface="Times New Roman" panose="02020603050405020304" pitchFamily="18" charset="0"/>
              </a:rPr>
              <a:t>such examples where </a:t>
            </a:r>
            <a:r>
              <a:rPr lang="en-US" sz="2400" b="0" i="1" u="none" strike="noStrike" baseline="0" dirty="0">
                <a:latin typeface="Times New Roman" panose="02020603050405020304" pitchFamily="18" charset="0"/>
                <a:cs typeface="Times New Roman" panose="02020603050405020304" pitchFamily="18" charset="0"/>
              </a:rPr>
              <a:t>t </a:t>
            </a:r>
            <a:r>
              <a:rPr lang="en-US" sz="2400" b="0" i="0" u="none" strike="noStrike" baseline="0" dirty="0">
                <a:latin typeface="Times New Roman" panose="02020603050405020304" pitchFamily="18" charset="0"/>
                <a:cs typeface="Times New Roman" panose="02020603050405020304" pitchFamily="18" charset="0"/>
              </a:rPr>
              <a:t>indexes different examples in the set; it does not represent time </a:t>
            </a:r>
            <a:r>
              <a:rPr lang="en-IN" sz="2400" b="0" i="0" u="none" strike="noStrike" baseline="0" dirty="0">
                <a:latin typeface="Times New Roman" panose="02020603050405020304" pitchFamily="18" charset="0"/>
                <a:cs typeface="Times New Roman" panose="02020603050405020304" pitchFamily="18" charset="0"/>
              </a:rPr>
              <a:t>or any such order.</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1024A9-603A-CACE-04CA-7C07E9F16586}"/>
              </a:ext>
            </a:extLst>
          </p:cNvPr>
          <p:cNvPicPr>
            <a:picLocks noChangeAspect="1"/>
          </p:cNvPicPr>
          <p:nvPr/>
        </p:nvPicPr>
        <p:blipFill>
          <a:blip r:embed="rId2"/>
          <a:stretch>
            <a:fillRect/>
          </a:stretch>
        </p:blipFill>
        <p:spPr>
          <a:xfrm>
            <a:off x="8278475" y="19019"/>
            <a:ext cx="3913525" cy="3739160"/>
          </a:xfrm>
          <a:prstGeom prst="rect">
            <a:avLst/>
          </a:prstGeom>
        </p:spPr>
      </p:pic>
      <p:pic>
        <p:nvPicPr>
          <p:cNvPr id="6" name="Picture 5">
            <a:extLst>
              <a:ext uri="{FF2B5EF4-FFF2-40B4-BE49-F238E27FC236}">
                <a16:creationId xmlns:a16="http://schemas.microsoft.com/office/drawing/2014/main" id="{2E714684-C3B7-7D27-51C6-AA5BAD643C3F}"/>
              </a:ext>
            </a:extLst>
          </p:cNvPr>
          <p:cNvPicPr>
            <a:picLocks noChangeAspect="1"/>
          </p:cNvPicPr>
          <p:nvPr/>
        </p:nvPicPr>
        <p:blipFill>
          <a:blip r:embed="rId3"/>
          <a:stretch>
            <a:fillRect/>
          </a:stretch>
        </p:blipFill>
        <p:spPr>
          <a:xfrm>
            <a:off x="2387698" y="2777703"/>
            <a:ext cx="1883293" cy="925953"/>
          </a:xfrm>
          <a:prstGeom prst="rect">
            <a:avLst/>
          </a:prstGeom>
        </p:spPr>
      </p:pic>
      <p:pic>
        <p:nvPicPr>
          <p:cNvPr id="8" name="Picture 7">
            <a:extLst>
              <a:ext uri="{FF2B5EF4-FFF2-40B4-BE49-F238E27FC236}">
                <a16:creationId xmlns:a16="http://schemas.microsoft.com/office/drawing/2014/main" id="{02E4E9EB-7DED-E940-CEC1-D457DE51F62C}"/>
              </a:ext>
            </a:extLst>
          </p:cNvPr>
          <p:cNvPicPr>
            <a:picLocks noChangeAspect="1"/>
          </p:cNvPicPr>
          <p:nvPr/>
        </p:nvPicPr>
        <p:blipFill>
          <a:blip r:embed="rId4"/>
          <a:stretch>
            <a:fillRect/>
          </a:stretch>
        </p:blipFill>
        <p:spPr>
          <a:xfrm>
            <a:off x="1020085" y="4169910"/>
            <a:ext cx="5018064" cy="925953"/>
          </a:xfrm>
          <a:prstGeom prst="rect">
            <a:avLst/>
          </a:prstGeom>
        </p:spPr>
      </p:pic>
      <p:pic>
        <p:nvPicPr>
          <p:cNvPr id="10" name="Picture 9">
            <a:extLst>
              <a:ext uri="{FF2B5EF4-FFF2-40B4-BE49-F238E27FC236}">
                <a16:creationId xmlns:a16="http://schemas.microsoft.com/office/drawing/2014/main" id="{AA775435-E33F-DD6F-FA3E-61A5F12036F1}"/>
              </a:ext>
            </a:extLst>
          </p:cNvPr>
          <p:cNvPicPr>
            <a:picLocks noChangeAspect="1"/>
          </p:cNvPicPr>
          <p:nvPr/>
        </p:nvPicPr>
        <p:blipFill>
          <a:blip r:embed="rId5"/>
          <a:stretch>
            <a:fillRect/>
          </a:stretch>
        </p:blipFill>
        <p:spPr>
          <a:xfrm>
            <a:off x="8631708" y="5371908"/>
            <a:ext cx="3207058" cy="925113"/>
          </a:xfrm>
          <a:prstGeom prst="rect">
            <a:avLst/>
          </a:prstGeom>
        </p:spPr>
      </p:pic>
    </p:spTree>
    <p:extLst>
      <p:ext uri="{BB962C8B-B14F-4D97-AF65-F5344CB8AC3E}">
        <p14:creationId xmlns:p14="http://schemas.microsoft.com/office/powerpoint/2010/main" val="3024685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5807-D863-60A1-9CFA-20B84AE19EC9}"/>
              </a:ext>
            </a:extLst>
          </p:cNvPr>
          <p:cNvSpPr>
            <a:spLocks noGrp="1"/>
          </p:cNvSpPr>
          <p:nvPr>
            <p:ph type="title"/>
          </p:nvPr>
        </p:nvSpPr>
        <p:spPr>
          <a:xfrm>
            <a:off x="61820" y="88031"/>
            <a:ext cx="10515600" cy="740105"/>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A3D48F3-AEF1-3AFE-ED19-B01AC2A1BFD8}"/>
              </a:ext>
            </a:extLst>
          </p:cNvPr>
          <p:cNvSpPr>
            <a:spLocks noGrp="1"/>
          </p:cNvSpPr>
          <p:nvPr>
            <p:ph idx="1"/>
          </p:nvPr>
        </p:nvSpPr>
        <p:spPr>
          <a:xfrm>
            <a:off x="83387" y="983411"/>
            <a:ext cx="8034237" cy="5193552"/>
          </a:xfrm>
        </p:spPr>
        <p:txBody>
          <a:bodyPr>
            <a:noAutofit/>
          </a:bodyPr>
          <a:lstStyle/>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raining data can be plotted in the two-dimensional </a:t>
            </a:r>
            <a:r>
              <a:rPr lang="en-US" b="0" i="1" u="none" strike="noStrike" baseline="0" dirty="0">
                <a:latin typeface="Times New Roman" panose="02020603050405020304" pitchFamily="18" charset="0"/>
                <a:cs typeface="Times New Roman" panose="02020603050405020304" pitchFamily="18" charset="0"/>
              </a:rPr>
              <a:t>(x</a:t>
            </a:r>
            <a:r>
              <a:rPr lang="en-US" b="0" i="0" u="none" strike="noStrike" baseline="0" dirty="0">
                <a:latin typeface="Times New Roman" panose="02020603050405020304" pitchFamily="18" charset="0"/>
                <a:cs typeface="Times New Roman" panose="02020603050405020304" pitchFamily="18" charset="0"/>
              </a:rPr>
              <a:t>1</a:t>
            </a:r>
            <a:r>
              <a:rPr lang="en-US" b="0" i="1" u="none" strike="noStrike" baseline="0" dirty="0">
                <a:latin typeface="Times New Roman" panose="02020603050405020304" pitchFamily="18" charset="0"/>
                <a:cs typeface="Times New Roman" panose="02020603050405020304" pitchFamily="18" charset="0"/>
              </a:rPr>
              <a:t>, x</a:t>
            </a:r>
            <a:r>
              <a:rPr lang="en-US" b="0" i="0" u="none" strike="noStrike" baseline="0" dirty="0">
                <a:latin typeface="Times New Roman" panose="02020603050405020304" pitchFamily="18" charset="0"/>
                <a:cs typeface="Times New Roman" panose="02020603050405020304" pitchFamily="18" charset="0"/>
              </a:rPr>
              <a:t>2</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space where each instance </a:t>
            </a:r>
            <a:r>
              <a:rPr lang="en-US" b="0" i="1" u="none" strike="noStrike" baseline="0" dirty="0">
                <a:latin typeface="Times New Roman" panose="02020603050405020304" pitchFamily="18" charset="0"/>
                <a:cs typeface="Times New Roman" panose="02020603050405020304" pitchFamily="18" charset="0"/>
              </a:rPr>
              <a:t>t </a:t>
            </a:r>
            <a:r>
              <a:rPr lang="en-US" b="0" i="0" u="none" strike="noStrike" baseline="0" dirty="0">
                <a:latin typeface="Times New Roman" panose="02020603050405020304" pitchFamily="18" charset="0"/>
                <a:cs typeface="Times New Roman" panose="02020603050405020304" pitchFamily="18" charset="0"/>
              </a:rPr>
              <a:t>is a data point at coordinates </a:t>
            </a:r>
            <a:endParaRPr lang="en-IN" b="0" i="1" u="none" strike="noStrike" baseline="0" dirty="0">
              <a:latin typeface="Times New Roman" panose="02020603050405020304" pitchFamily="18" charset="0"/>
              <a:cs typeface="Times New Roman" panose="02020603050405020304" pitchFamily="18" charset="0"/>
            </a:endParaRPr>
          </a:p>
          <a:p>
            <a:r>
              <a:rPr lang="en-IN" b="0" i="0" u="none" strike="noStrike" baseline="0" dirty="0">
                <a:latin typeface="Times New Roman" panose="02020603050405020304" pitchFamily="18" charset="0"/>
                <a:cs typeface="Times New Roman" panose="02020603050405020304" pitchFamily="18" charset="0"/>
              </a:rPr>
              <a:t>and its </a:t>
            </a:r>
            <a:r>
              <a:rPr lang="en-US" b="0" i="0" u="none" strike="noStrike" baseline="0" dirty="0">
                <a:latin typeface="Times New Roman" panose="02020603050405020304" pitchFamily="18" charset="0"/>
                <a:cs typeface="Times New Roman" panose="02020603050405020304" pitchFamily="18" charset="0"/>
              </a:rPr>
              <a:t>type, namely, positive versus negative, is given by </a:t>
            </a:r>
          </a:p>
          <a:p>
            <a:r>
              <a:rPr lang="en-US" b="0" i="0" u="none" strike="noStrike" baseline="0" dirty="0">
                <a:latin typeface="Times New Roman" panose="02020603050405020304" pitchFamily="18" charset="0"/>
                <a:cs typeface="Times New Roman" panose="02020603050405020304" pitchFamily="18" charset="0"/>
              </a:rPr>
              <a:t>After further discussions with the expert and the analysis of the data, the reason to believe that for a car to be a family car, its price and engine power should be in a certain range </a:t>
            </a:r>
            <a:r>
              <a:rPr lang="en-US" dirty="0">
                <a:latin typeface="Times New Roman" panose="02020603050405020304" pitchFamily="18" charset="0"/>
                <a:cs typeface="Times New Roman" panose="02020603050405020304" pitchFamily="18" charset="0"/>
              </a:rPr>
              <a:t>for suitable values of </a:t>
            </a:r>
            <a:r>
              <a:rPr lang="en-US" i="1"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 p</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 e</a:t>
            </a:r>
            <a:r>
              <a:rPr lang="en-US" dirty="0">
                <a:latin typeface="Times New Roman" panose="02020603050405020304" pitchFamily="18" charset="0"/>
                <a:cs typeface="Times New Roman" panose="02020603050405020304" pitchFamily="18" charset="0"/>
              </a:rPr>
              <a:t>1, and </a:t>
            </a:r>
            <a:r>
              <a:rPr lang="en-US" i="1" dirty="0">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2. </a:t>
            </a:r>
            <a:endParaRPr lang="en-US" b="0" i="0" u="none" strike="noStrike" baseline="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Equation-1 above thus assumes C to be a rectangle in the &lt;price, engine power&gt; space as shown in figure</a:t>
            </a:r>
            <a:endParaRPr lang="en-US"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4CEC526-7B1A-03D5-898A-0BBA80AD2C51}"/>
              </a:ext>
            </a:extLst>
          </p:cNvPr>
          <p:cNvPicPr>
            <a:picLocks noChangeAspect="1"/>
          </p:cNvPicPr>
          <p:nvPr/>
        </p:nvPicPr>
        <p:blipFill>
          <a:blip r:embed="rId2"/>
          <a:stretch>
            <a:fillRect/>
          </a:stretch>
        </p:blipFill>
        <p:spPr>
          <a:xfrm>
            <a:off x="2128709" y="1744627"/>
            <a:ext cx="1258537" cy="541870"/>
          </a:xfrm>
          <a:prstGeom prst="rect">
            <a:avLst/>
          </a:prstGeom>
        </p:spPr>
      </p:pic>
      <p:pic>
        <p:nvPicPr>
          <p:cNvPr id="8" name="Picture 7">
            <a:extLst>
              <a:ext uri="{FF2B5EF4-FFF2-40B4-BE49-F238E27FC236}">
                <a16:creationId xmlns:a16="http://schemas.microsoft.com/office/drawing/2014/main" id="{51B1D3FF-C7D5-2BA4-14FD-28898B26D600}"/>
              </a:ext>
            </a:extLst>
          </p:cNvPr>
          <p:cNvPicPr>
            <a:picLocks noChangeAspect="1"/>
          </p:cNvPicPr>
          <p:nvPr/>
        </p:nvPicPr>
        <p:blipFill>
          <a:blip r:embed="rId3"/>
          <a:stretch>
            <a:fillRect/>
          </a:stretch>
        </p:blipFill>
        <p:spPr>
          <a:xfrm>
            <a:off x="1829164" y="2727250"/>
            <a:ext cx="330712" cy="429924"/>
          </a:xfrm>
          <a:prstGeom prst="rect">
            <a:avLst/>
          </a:prstGeom>
        </p:spPr>
      </p:pic>
      <p:pic>
        <p:nvPicPr>
          <p:cNvPr id="10" name="Picture 9">
            <a:extLst>
              <a:ext uri="{FF2B5EF4-FFF2-40B4-BE49-F238E27FC236}">
                <a16:creationId xmlns:a16="http://schemas.microsoft.com/office/drawing/2014/main" id="{9E4B9336-576A-A748-830C-A1FF8DF3FB6F}"/>
              </a:ext>
            </a:extLst>
          </p:cNvPr>
          <p:cNvPicPr>
            <a:picLocks noChangeAspect="1"/>
          </p:cNvPicPr>
          <p:nvPr/>
        </p:nvPicPr>
        <p:blipFill>
          <a:blip r:embed="rId4"/>
          <a:stretch>
            <a:fillRect/>
          </a:stretch>
        </p:blipFill>
        <p:spPr>
          <a:xfrm>
            <a:off x="376261" y="5186370"/>
            <a:ext cx="7760960" cy="541869"/>
          </a:xfrm>
          <a:prstGeom prst="rect">
            <a:avLst/>
          </a:prstGeom>
        </p:spPr>
      </p:pic>
      <p:pic>
        <p:nvPicPr>
          <p:cNvPr id="12" name="Picture 11">
            <a:extLst>
              <a:ext uri="{FF2B5EF4-FFF2-40B4-BE49-F238E27FC236}">
                <a16:creationId xmlns:a16="http://schemas.microsoft.com/office/drawing/2014/main" id="{D0EFF491-4E6F-A022-776F-7AA741B27150}"/>
              </a:ext>
            </a:extLst>
          </p:cNvPr>
          <p:cNvPicPr>
            <a:picLocks noChangeAspect="1"/>
          </p:cNvPicPr>
          <p:nvPr/>
        </p:nvPicPr>
        <p:blipFill>
          <a:blip r:embed="rId5"/>
          <a:stretch>
            <a:fillRect/>
          </a:stretch>
        </p:blipFill>
        <p:spPr>
          <a:xfrm>
            <a:off x="8117625" y="983410"/>
            <a:ext cx="3839107" cy="3697963"/>
          </a:xfrm>
          <a:prstGeom prst="rect">
            <a:avLst/>
          </a:prstGeom>
        </p:spPr>
      </p:pic>
      <p:sp>
        <p:nvSpPr>
          <p:cNvPr id="5" name="TextBox 4">
            <a:extLst>
              <a:ext uri="{FF2B5EF4-FFF2-40B4-BE49-F238E27FC236}">
                <a16:creationId xmlns:a16="http://schemas.microsoft.com/office/drawing/2014/main" id="{765ADC69-6706-C826-E212-BA4E5E7DD9F2}"/>
              </a:ext>
            </a:extLst>
          </p:cNvPr>
          <p:cNvSpPr txBox="1"/>
          <p:nvPr/>
        </p:nvSpPr>
        <p:spPr>
          <a:xfrm>
            <a:off x="8117624" y="4836647"/>
            <a:ext cx="3990989" cy="1569660"/>
          </a:xfrm>
          <a:prstGeom prst="rect">
            <a:avLst/>
          </a:prstGeom>
          <a:noFill/>
        </p:spPr>
        <p:txBody>
          <a:bodyPr wrap="square">
            <a:spAutoFit/>
          </a:bodyPr>
          <a:lstStyle/>
          <a:p>
            <a:pPr algn="l"/>
            <a:r>
              <a:rPr lang="en-US" sz="2400" b="0" i="0" u="none" strike="noStrike" baseline="0" dirty="0">
                <a:latin typeface="Times New Roman" panose="02020603050405020304" pitchFamily="18" charset="0"/>
                <a:cs typeface="Times New Roman" panose="02020603050405020304" pitchFamily="18" charset="0"/>
              </a:rPr>
              <a:t>Example of a hypothesis class. The class of family car is a rectangle in the                &lt;price, engine power&gt; space.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4214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473E8-50B6-F38E-E420-286F8BE721E0}"/>
              </a:ext>
            </a:extLst>
          </p:cNvPr>
          <p:cNvSpPr>
            <a:spLocks noGrp="1"/>
          </p:cNvSpPr>
          <p:nvPr>
            <p:ph type="title"/>
          </p:nvPr>
        </p:nvSpPr>
        <p:spPr>
          <a:xfrm>
            <a:off x="317934" y="88031"/>
            <a:ext cx="10515600" cy="909493"/>
          </a:xfrm>
        </p:spPr>
        <p:txBody>
          <a:bodyPr/>
          <a:lstStyle/>
          <a:p>
            <a:r>
              <a:rPr lang="en-US" dirty="0"/>
              <a:t>Hypothesis</a:t>
            </a:r>
            <a:endParaRPr lang="en-IN" dirty="0"/>
          </a:p>
        </p:txBody>
      </p:sp>
      <p:sp>
        <p:nvSpPr>
          <p:cNvPr id="3" name="Content Placeholder 2">
            <a:extLst>
              <a:ext uri="{FF2B5EF4-FFF2-40B4-BE49-F238E27FC236}">
                <a16:creationId xmlns:a16="http://schemas.microsoft.com/office/drawing/2014/main" id="{3F170421-B471-FF16-E592-BC57FB8EE448}"/>
              </a:ext>
            </a:extLst>
          </p:cNvPr>
          <p:cNvSpPr>
            <a:spLocks noGrp="1"/>
          </p:cNvSpPr>
          <p:nvPr>
            <p:ph idx="1"/>
          </p:nvPr>
        </p:nvSpPr>
        <p:spPr>
          <a:xfrm>
            <a:off x="152399" y="997524"/>
            <a:ext cx="11873345" cy="5135261"/>
          </a:xfrm>
        </p:spPr>
        <p:txBody>
          <a:bodyPr>
            <a:normAutofit lnSpcReduction="10000"/>
          </a:bodyPr>
          <a:lstStyle/>
          <a:p>
            <a:pPr algn="l"/>
            <a:r>
              <a:rPr lang="en-US" b="0" i="0" u="none" strike="noStrike" baseline="0" dirty="0">
                <a:latin typeface="Times New Roman" panose="02020603050405020304" pitchFamily="18" charset="0"/>
                <a:cs typeface="Times New Roman" panose="02020603050405020304" pitchFamily="18" charset="0"/>
              </a:rPr>
              <a:t>Equation-1 fixes H, the </a:t>
            </a:r>
            <a:r>
              <a:rPr lang="en-US" b="0" i="1" u="none" strike="noStrike" baseline="0" dirty="0">
                <a:latin typeface="Times New Roman" panose="02020603050405020304" pitchFamily="18" charset="0"/>
                <a:cs typeface="Times New Roman" panose="02020603050405020304" pitchFamily="18" charset="0"/>
              </a:rPr>
              <a:t>hypothesis class </a:t>
            </a:r>
            <a:r>
              <a:rPr lang="en-US" b="0" i="0" u="none" strike="noStrike" baseline="0" dirty="0">
                <a:latin typeface="Times New Roman" panose="02020603050405020304" pitchFamily="18" charset="0"/>
                <a:cs typeface="Times New Roman" panose="02020603050405020304" pitchFamily="18" charset="0"/>
              </a:rPr>
              <a:t>from which C is drawn, namely, the set of rectangles. </a:t>
            </a:r>
          </a:p>
          <a:p>
            <a:pPr algn="l"/>
            <a:r>
              <a:rPr lang="en-US" b="0" i="0" u="none" strike="noStrike" baseline="0" dirty="0">
                <a:latin typeface="Times New Roman" panose="02020603050405020304" pitchFamily="18" charset="0"/>
                <a:cs typeface="Times New Roman" panose="02020603050405020304" pitchFamily="18" charset="0"/>
              </a:rPr>
              <a:t>The learning algorithm then finds the particular </a:t>
            </a:r>
            <a:r>
              <a:rPr lang="en-US" b="0" i="1" u="none" strike="noStrike" baseline="0" dirty="0">
                <a:latin typeface="Times New Roman" panose="02020603050405020304" pitchFamily="18" charset="0"/>
                <a:cs typeface="Times New Roman" panose="02020603050405020304" pitchFamily="18" charset="0"/>
              </a:rPr>
              <a:t>hypothesis</a:t>
            </a:r>
            <a:r>
              <a:rPr lang="en-US" b="0" i="0" u="none" strike="noStrike" baseline="0" dirty="0">
                <a:latin typeface="Times New Roman" panose="02020603050405020304" pitchFamily="18" charset="0"/>
                <a:cs typeface="Times New Roman" panose="02020603050405020304" pitchFamily="18" charset="0"/>
              </a:rPr>
              <a:t>,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∈H, to approximate C as closely as possible.</a:t>
            </a:r>
          </a:p>
          <a:p>
            <a:pPr algn="l"/>
            <a:r>
              <a:rPr lang="en-US" b="0" i="0" u="none" strike="noStrike" baseline="0" dirty="0">
                <a:latin typeface="Times New Roman" panose="02020603050405020304" pitchFamily="18" charset="0"/>
                <a:cs typeface="Times New Roman" panose="02020603050405020304" pitchFamily="18" charset="0"/>
              </a:rPr>
              <a:t>Though the expert defines this hypothesis class, the values of the parameters are not known; </a:t>
            </a:r>
          </a:p>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hat is, though H is chosen, it is not known which particular </a:t>
            </a:r>
            <a:r>
              <a:rPr lang="en-US" b="0" i="1" u="none" strike="noStrike" baseline="0" dirty="0" err="1">
                <a:latin typeface="Times New Roman" panose="02020603050405020304" pitchFamily="18" charset="0"/>
                <a:cs typeface="Times New Roman" panose="02020603050405020304" pitchFamily="18" charset="0"/>
              </a:rPr>
              <a:t>h</a:t>
            </a:r>
            <a:r>
              <a:rPr lang="en-US" b="0" i="0" u="none" strike="noStrike" baseline="0" dirty="0" err="1">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is equal, or closest, to C. </a:t>
            </a:r>
          </a:p>
          <a:p>
            <a:pPr algn="l"/>
            <a:r>
              <a:rPr lang="en-US" b="0" i="0" u="none" strike="noStrike" baseline="0" dirty="0">
                <a:latin typeface="Times New Roman" panose="02020603050405020304" pitchFamily="18" charset="0"/>
                <a:cs typeface="Times New Roman" panose="02020603050405020304" pitchFamily="18" charset="0"/>
              </a:rPr>
              <a:t>But once this hypothesis class is restricted, learning the class reduces to the easier problem of finding the four parameters that define </a:t>
            </a:r>
            <a:r>
              <a:rPr lang="en-US" b="0" i="1" u="none" strike="noStrike" baseline="0" dirty="0">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latin typeface="Times New Roman" panose="02020603050405020304" pitchFamily="18" charset="0"/>
                <a:cs typeface="Times New Roman" panose="02020603050405020304" pitchFamily="18" charset="0"/>
              </a:rPr>
              <a:t>The aim is to find </a:t>
            </a:r>
            <a:r>
              <a:rPr lang="en-US" b="0" i="1" u="none" strike="noStrike" baseline="0" dirty="0" err="1">
                <a:latin typeface="Times New Roman" panose="02020603050405020304" pitchFamily="18" charset="0"/>
                <a:cs typeface="Times New Roman" panose="02020603050405020304" pitchFamily="18" charset="0"/>
              </a:rPr>
              <a:t>h</a:t>
            </a:r>
            <a:r>
              <a:rPr lang="en-US" b="0" i="0" u="none" strike="noStrike" baseline="0" dirty="0" err="1">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that is as similar as possible to C. </a:t>
            </a:r>
          </a:p>
          <a:p>
            <a:pPr algn="l"/>
            <a:r>
              <a:rPr lang="en-US" b="0" i="0" u="none" strike="noStrike" baseline="0" dirty="0">
                <a:latin typeface="Times New Roman" panose="02020603050405020304" pitchFamily="18" charset="0"/>
                <a:cs typeface="Times New Roman" panose="02020603050405020304" pitchFamily="18" charset="0"/>
              </a:rPr>
              <a:t>Let us say the hypothesis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makes a prediction for an instance </a:t>
            </a:r>
            <a:r>
              <a:rPr lang="en-US" b="1" i="1" u="none" strike="noStrike" baseline="0" dirty="0">
                <a:latin typeface="Times New Roman" panose="02020603050405020304" pitchFamily="18" charset="0"/>
                <a:cs typeface="Times New Roman" panose="02020603050405020304" pitchFamily="18" charset="0"/>
              </a:rPr>
              <a:t>x </a:t>
            </a:r>
            <a:r>
              <a:rPr lang="en-US" b="0" i="0" u="none" strike="noStrike" baseline="0" dirty="0">
                <a:latin typeface="Times New Roman" panose="02020603050405020304" pitchFamily="18" charset="0"/>
                <a:cs typeface="Times New Roman" panose="02020603050405020304" pitchFamily="18" charset="0"/>
              </a:rPr>
              <a:t>such that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465F6D-19A2-5CA7-43A4-10410E602964}"/>
              </a:ext>
            </a:extLst>
          </p:cNvPr>
          <p:cNvPicPr>
            <a:picLocks noChangeAspect="1"/>
          </p:cNvPicPr>
          <p:nvPr/>
        </p:nvPicPr>
        <p:blipFill>
          <a:blip r:embed="rId2"/>
          <a:stretch>
            <a:fillRect/>
          </a:stretch>
        </p:blipFill>
        <p:spPr>
          <a:xfrm>
            <a:off x="2485525" y="5902286"/>
            <a:ext cx="7220950" cy="955714"/>
          </a:xfrm>
          <a:prstGeom prst="rect">
            <a:avLst/>
          </a:prstGeom>
        </p:spPr>
      </p:pic>
    </p:spTree>
    <p:extLst>
      <p:ext uri="{BB962C8B-B14F-4D97-AF65-F5344CB8AC3E}">
        <p14:creationId xmlns:p14="http://schemas.microsoft.com/office/powerpoint/2010/main" val="460964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A1D90-869A-0EC4-2D47-69B27E9F9C51}"/>
              </a:ext>
            </a:extLst>
          </p:cNvPr>
          <p:cNvSpPr>
            <a:spLocks noGrp="1"/>
          </p:cNvSpPr>
          <p:nvPr>
            <p:ph idx="1"/>
          </p:nvPr>
        </p:nvSpPr>
        <p:spPr>
          <a:xfrm>
            <a:off x="1" y="819807"/>
            <a:ext cx="6463861" cy="5357156"/>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In real life, since C</a:t>
            </a:r>
            <a:r>
              <a:rPr lang="en-US" b="0" i="1" u="none" strike="noStrike" baseline="0" dirty="0">
                <a:latin typeface="Times New Roman" panose="02020603050405020304" pitchFamily="18" charset="0"/>
                <a:cs typeface="Times New Roman" panose="02020603050405020304" pitchFamily="18" charset="0"/>
              </a:rPr>
              <a:t>(</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is not known</a:t>
            </a:r>
            <a:r>
              <a:rPr lang="en-US" b="0" i="0" u="none" strike="noStrike" baseline="0" dirty="0">
                <a:latin typeface="Times New Roman" panose="02020603050405020304" pitchFamily="18" charset="0"/>
                <a:cs typeface="Times New Roman" panose="02020603050405020304" pitchFamily="18" charset="0"/>
              </a:rPr>
              <a:t>, the </a:t>
            </a:r>
            <a:r>
              <a:rPr lang="en-US" b="1" i="0" u="none" strike="noStrike" baseline="0" dirty="0">
                <a:solidFill>
                  <a:srgbClr val="FF0000"/>
                </a:solidFill>
                <a:latin typeface="Times New Roman" panose="02020603050405020304" pitchFamily="18" charset="0"/>
                <a:cs typeface="Times New Roman" panose="02020603050405020304" pitchFamily="18" charset="0"/>
              </a:rPr>
              <a:t>true error – (how well the hypothesis </a:t>
            </a:r>
            <a:r>
              <a:rPr lang="en-US" b="1" i="1" u="none" strike="noStrike" baseline="0" dirty="0">
                <a:solidFill>
                  <a:srgbClr val="FF0000"/>
                </a:solidFill>
                <a:latin typeface="Times New Roman" panose="02020603050405020304" pitchFamily="18" charset="0"/>
                <a:cs typeface="Times New Roman" panose="02020603050405020304" pitchFamily="18" charset="0"/>
              </a:rPr>
              <a:t>h(x) </a:t>
            </a:r>
            <a:r>
              <a:rPr lang="en-US" b="1" i="0" u="none" strike="noStrike" baseline="0" dirty="0">
                <a:solidFill>
                  <a:srgbClr val="FF0000"/>
                </a:solidFill>
                <a:latin typeface="Times New Roman" panose="02020603050405020304" pitchFamily="18" charset="0"/>
                <a:cs typeface="Times New Roman" panose="02020603050405020304" pitchFamily="18" charset="0"/>
              </a:rPr>
              <a:t>matches C</a:t>
            </a:r>
            <a:r>
              <a:rPr lang="en-US" b="1" i="1" u="none" strike="noStrike" baseline="0" dirty="0">
                <a:solidFill>
                  <a:srgbClr val="FF0000"/>
                </a:solidFill>
                <a:latin typeface="Times New Roman" panose="02020603050405020304" pitchFamily="18" charset="0"/>
                <a:cs typeface="Times New Roman" panose="02020603050405020304" pitchFamily="18" charset="0"/>
              </a:rPr>
              <a:t>(x)) </a:t>
            </a:r>
            <a:r>
              <a:rPr lang="en-US" b="0" i="0" u="none" strike="noStrike" baseline="0" dirty="0">
                <a:latin typeface="Times New Roman" panose="02020603050405020304" pitchFamily="18" charset="0"/>
                <a:cs typeface="Times New Roman" panose="02020603050405020304" pitchFamily="18" charset="0"/>
              </a:rPr>
              <a:t>cannot be evaluated. </a:t>
            </a:r>
          </a:p>
          <a:p>
            <a:pPr algn="l"/>
            <a:r>
              <a:rPr lang="en-US" b="0" i="0" u="none" strike="noStrike" baseline="0" dirty="0">
                <a:latin typeface="Times New Roman" panose="02020603050405020304" pitchFamily="18" charset="0"/>
                <a:cs typeface="Times New Roman" panose="02020603050405020304" pitchFamily="18" charset="0"/>
              </a:rPr>
              <a:t>What is known is the training set X, which is a small subset of the set of all possible examples </a:t>
            </a:r>
            <a:r>
              <a:rPr lang="en-US" b="1" i="1" u="none" strike="noStrike" baseline="0" dirty="0">
                <a:latin typeface="Times New Roman" panose="02020603050405020304" pitchFamily="18" charset="0"/>
                <a:cs typeface="Times New Roman" panose="02020603050405020304" pitchFamily="18" charset="0"/>
              </a:rPr>
              <a:t>x</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The </a:t>
            </a:r>
            <a:r>
              <a:rPr lang="en-US" b="0" i="1" u="none" strike="noStrike" baseline="0" dirty="0">
                <a:latin typeface="Times New Roman" panose="02020603050405020304" pitchFamily="18" charset="0"/>
                <a:cs typeface="Times New Roman" panose="02020603050405020304" pitchFamily="18" charset="0"/>
              </a:rPr>
              <a:t>empirical error </a:t>
            </a:r>
            <a:r>
              <a:rPr lang="en-US" b="0" i="0" u="none" strike="noStrike" baseline="0" dirty="0">
                <a:latin typeface="Times New Roman" panose="02020603050405020304" pitchFamily="18" charset="0"/>
                <a:cs typeface="Times New Roman" panose="02020603050405020304" pitchFamily="18" charset="0"/>
              </a:rPr>
              <a:t>is the proportion of training instances where </a:t>
            </a:r>
            <a:r>
              <a:rPr lang="en-US" b="0" i="1" u="none" strike="noStrike" baseline="0" dirty="0">
                <a:latin typeface="Times New Roman" panose="02020603050405020304" pitchFamily="18" charset="0"/>
                <a:cs typeface="Times New Roman" panose="02020603050405020304" pitchFamily="18" charset="0"/>
              </a:rPr>
              <a:t>predictions </a:t>
            </a:r>
            <a:r>
              <a:rPr lang="en-US" b="0" i="0" u="none" strike="noStrike" baseline="0" dirty="0">
                <a:latin typeface="Times New Roman" panose="02020603050405020304" pitchFamily="18" charset="0"/>
                <a:cs typeface="Times New Roman" panose="02020603050405020304" pitchFamily="18" charset="0"/>
              </a:rPr>
              <a:t>of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do not match the </a:t>
            </a:r>
            <a:r>
              <a:rPr lang="en-US" b="0" i="1" u="none" strike="noStrike" baseline="0" dirty="0">
                <a:latin typeface="Times New Roman" panose="02020603050405020304" pitchFamily="18" charset="0"/>
                <a:cs typeface="Times New Roman" panose="02020603050405020304" pitchFamily="18" charset="0"/>
              </a:rPr>
              <a:t>required values </a:t>
            </a:r>
            <a:r>
              <a:rPr lang="en-IN" b="0" i="0" u="none" strike="noStrike" baseline="0" dirty="0">
                <a:latin typeface="Times New Roman" panose="02020603050405020304" pitchFamily="18" charset="0"/>
                <a:cs typeface="Times New Roman" panose="02020603050405020304" pitchFamily="18" charset="0"/>
              </a:rPr>
              <a:t>given in X. (</a:t>
            </a:r>
            <a:r>
              <a:rPr lang="en-US" b="1" i="1" u="none" strike="noStrike" baseline="0" dirty="0">
                <a:latin typeface="Times New Roman" panose="02020603050405020304" pitchFamily="18" charset="0"/>
                <a:cs typeface="Times New Roman" panose="02020603050405020304" pitchFamily="18" charset="0"/>
              </a:rPr>
              <a:t>a fraction of misclassification</a:t>
            </a:r>
            <a:r>
              <a:rPr lang="en-US"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 </a:t>
            </a:r>
          </a:p>
          <a:p>
            <a:pPr algn="l"/>
            <a:endParaRPr lang="en-US"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D43F543B-8253-5668-2F54-1A882FEC9028}"/>
              </a:ext>
            </a:extLst>
          </p:cNvPr>
          <p:cNvSpPr>
            <a:spLocks noGrp="1"/>
          </p:cNvSpPr>
          <p:nvPr>
            <p:ph type="title"/>
          </p:nvPr>
        </p:nvSpPr>
        <p:spPr>
          <a:xfrm>
            <a:off x="128744" y="88032"/>
            <a:ext cx="6634663" cy="593006"/>
          </a:xfrm>
        </p:spPr>
        <p:txBody>
          <a:bodyPr>
            <a:normAutofit fontScale="90000"/>
          </a:bodyPr>
          <a:lstStyle/>
          <a:p>
            <a:r>
              <a:rPr lang="en-US" dirty="0">
                <a:latin typeface="Times New Roman" panose="02020603050405020304" pitchFamily="18" charset="0"/>
                <a:cs typeface="Times New Roman" panose="02020603050405020304" pitchFamily="18" charset="0"/>
              </a:rPr>
              <a:t>Empirical Error</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90774BF-622A-0DCB-B3E7-32A4A79E6BF1}"/>
              </a:ext>
            </a:extLst>
          </p:cNvPr>
          <p:cNvPicPr>
            <a:picLocks noChangeAspect="1"/>
          </p:cNvPicPr>
          <p:nvPr/>
        </p:nvPicPr>
        <p:blipFill>
          <a:blip r:embed="rId2"/>
          <a:stretch>
            <a:fillRect/>
          </a:stretch>
        </p:blipFill>
        <p:spPr>
          <a:xfrm>
            <a:off x="6227380" y="999141"/>
            <a:ext cx="5930920" cy="5039052"/>
          </a:xfrm>
          <a:prstGeom prst="rect">
            <a:avLst/>
          </a:prstGeom>
        </p:spPr>
      </p:pic>
    </p:spTree>
    <p:extLst>
      <p:ext uri="{BB962C8B-B14F-4D97-AF65-F5344CB8AC3E}">
        <p14:creationId xmlns:p14="http://schemas.microsoft.com/office/powerpoint/2010/main" val="466516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C6A9-1F81-E50E-2094-34C68948DE77}"/>
              </a:ext>
            </a:extLst>
          </p:cNvPr>
          <p:cNvSpPr>
            <a:spLocks noGrp="1"/>
          </p:cNvSpPr>
          <p:nvPr>
            <p:ph type="title"/>
          </p:nvPr>
        </p:nvSpPr>
        <p:spPr>
          <a:xfrm>
            <a:off x="459822" y="88031"/>
            <a:ext cx="6156941" cy="909493"/>
          </a:xfrm>
        </p:spPr>
        <p:txBody>
          <a:bodyPr/>
          <a:lstStyle/>
          <a:p>
            <a:r>
              <a:rPr lang="en-US" dirty="0"/>
              <a:t>Error of Hypothesis</a:t>
            </a:r>
            <a:endParaRPr lang="en-IN" dirty="0"/>
          </a:p>
        </p:txBody>
      </p:sp>
      <p:sp>
        <p:nvSpPr>
          <p:cNvPr id="3" name="Content Placeholder 2">
            <a:extLst>
              <a:ext uri="{FF2B5EF4-FFF2-40B4-BE49-F238E27FC236}">
                <a16:creationId xmlns:a16="http://schemas.microsoft.com/office/drawing/2014/main" id="{02B5F96A-15E6-8015-623F-A4DE37717616}"/>
              </a:ext>
            </a:extLst>
          </p:cNvPr>
          <p:cNvSpPr>
            <a:spLocks noGrp="1"/>
          </p:cNvSpPr>
          <p:nvPr>
            <p:ph idx="1"/>
          </p:nvPr>
        </p:nvSpPr>
        <p:spPr>
          <a:xfrm>
            <a:off x="0" y="1246909"/>
            <a:ext cx="7119257" cy="5523060"/>
          </a:xfrm>
        </p:spPr>
        <p:txBody>
          <a:bodyPr>
            <a:normAutofit/>
          </a:bodyPr>
          <a:lstStyle/>
          <a:p>
            <a:r>
              <a:rPr lang="en-US" b="0" i="0" u="none" strike="noStrike" baseline="0" dirty="0">
                <a:latin typeface="Times New Roman" panose="02020603050405020304" pitchFamily="18" charset="0"/>
                <a:cs typeface="Times New Roman" panose="02020603050405020304" pitchFamily="18" charset="0"/>
              </a:rPr>
              <a:t>Having known the  sample car –x, its type (pos/neg) - r , and the hypothesis of prediction on sample car x - h(x) </a:t>
            </a:r>
          </a:p>
          <a:p>
            <a:pPr marL="0" indent="0">
              <a:buNone/>
            </a:pPr>
            <a:r>
              <a:rPr lang="en-US" b="0" i="0" u="none" strike="noStrike" baseline="0" dirty="0">
                <a:latin typeface="Times New Roman" panose="02020603050405020304" pitchFamily="18" charset="0"/>
                <a:cs typeface="Times New Roman" panose="02020603050405020304" pitchFamily="18" charset="0"/>
              </a:rPr>
              <a:t>( t is the index of a particular sample)</a:t>
            </a:r>
          </a:p>
          <a:p>
            <a:r>
              <a:rPr lang="en-US" b="0" i="0" u="none" strike="noStrike" baseline="0" dirty="0">
                <a:latin typeface="Times New Roman" panose="02020603050405020304" pitchFamily="18" charset="0"/>
                <a:cs typeface="Times New Roman" panose="02020603050405020304" pitchFamily="18" charset="0"/>
              </a:rPr>
              <a:t>The error of hypothesis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given the training set X is</a:t>
            </a:r>
          </a:p>
          <a:p>
            <a:endParaRPr lang="en-US" dirty="0">
              <a:latin typeface="Times New Roman" panose="02020603050405020304" pitchFamily="18" charset="0"/>
              <a:cs typeface="Times New Roman" panose="02020603050405020304" pitchFamily="18" charset="0"/>
            </a:endParaRPr>
          </a:p>
          <a:p>
            <a:endParaRPr lang="en-US" b="0" i="0" u="none" strike="noStrike" baseline="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800" b="0" i="0" u="none" strike="noStrike" baseline="0" dirty="0">
                <a:latin typeface="Times New Roman" panose="02020603050405020304" pitchFamily="18" charset="0"/>
                <a:cs typeface="Times New Roman" panose="02020603050405020304" pitchFamily="18" charset="0"/>
              </a:rPr>
              <a:t>where 1</a:t>
            </a:r>
            <a:r>
              <a:rPr lang="en-US" sz="2800" b="0" i="1" u="none" strike="noStrike" baseline="0" dirty="0">
                <a:latin typeface="Times New Roman" panose="02020603050405020304" pitchFamily="18" charset="0"/>
                <a:cs typeface="Times New Roman" panose="02020603050405020304" pitchFamily="18" charset="0"/>
              </a:rPr>
              <a:t>(a </a:t>
            </a:r>
            <a:r>
              <a:rPr lang="en-US" sz="2800" b="0" i="0" u="none" strike="noStrike" baseline="0" dirty="0">
                <a:latin typeface="Times New Roman" panose="02020603050405020304" pitchFamily="18" charset="0"/>
                <a:cs typeface="Times New Roman" panose="02020603050405020304" pitchFamily="18" charset="0"/>
              </a:rPr>
              <a:t>= </a:t>
            </a:r>
            <a:r>
              <a:rPr lang="en-US" sz="2800" b="0" i="1" u="none" strike="noStrike" baseline="0" dirty="0">
                <a:latin typeface="Times New Roman" panose="02020603050405020304" pitchFamily="18" charset="0"/>
                <a:cs typeface="Times New Roman" panose="02020603050405020304" pitchFamily="18" charset="0"/>
              </a:rPr>
              <a:t>b) </a:t>
            </a:r>
            <a:r>
              <a:rPr lang="en-US" sz="2800" b="0" i="0" u="none" strike="noStrike" baseline="0" dirty="0">
                <a:latin typeface="Times New Roman" panose="02020603050405020304" pitchFamily="18" charset="0"/>
                <a:cs typeface="Times New Roman" panose="02020603050405020304" pitchFamily="18" charset="0"/>
              </a:rPr>
              <a:t>is 1 if </a:t>
            </a:r>
            <a:r>
              <a:rPr lang="en-US" sz="2800" b="0" i="1" u="none" strike="noStrike" baseline="0" dirty="0">
                <a:latin typeface="Times New Roman" panose="02020603050405020304" pitchFamily="18" charset="0"/>
                <a:cs typeface="Times New Roman" panose="02020603050405020304" pitchFamily="18" charset="0"/>
              </a:rPr>
              <a:t>a </a:t>
            </a:r>
            <a:r>
              <a:rPr lang="en-US" sz="2800" b="0" i="0" u="none" strike="noStrike" baseline="0" dirty="0">
                <a:latin typeface="Times New Roman" panose="02020603050405020304" pitchFamily="18" charset="0"/>
                <a:cs typeface="Times New Roman" panose="02020603050405020304" pitchFamily="18" charset="0"/>
              </a:rPr>
              <a:t>= </a:t>
            </a:r>
            <a:r>
              <a:rPr lang="en-US" sz="2800" b="0" i="1" u="none" strike="noStrike" baseline="0" dirty="0">
                <a:latin typeface="Times New Roman" panose="02020603050405020304" pitchFamily="18" charset="0"/>
                <a:cs typeface="Times New Roman" panose="02020603050405020304" pitchFamily="18" charset="0"/>
              </a:rPr>
              <a:t>b </a:t>
            </a:r>
            <a:r>
              <a:rPr lang="en-US" sz="2800" b="0" i="0" u="none" strike="noStrike" baseline="0" dirty="0">
                <a:latin typeface="Times New Roman" panose="02020603050405020304" pitchFamily="18" charset="0"/>
                <a:cs typeface="Times New Roman" panose="02020603050405020304" pitchFamily="18" charset="0"/>
              </a:rPr>
              <a:t>and is 0 if </a:t>
            </a:r>
            <a:r>
              <a:rPr lang="en-US" sz="2800" b="0" i="1" u="none" strike="noStrike" baseline="0" dirty="0">
                <a:latin typeface="Times New Roman" panose="02020603050405020304" pitchFamily="18" charset="0"/>
                <a:cs typeface="Times New Roman" panose="02020603050405020304" pitchFamily="18" charset="0"/>
              </a:rPr>
              <a:t>a </a:t>
            </a:r>
            <a:r>
              <a:rPr lang="en-US" sz="2800" b="0" i="0" u="none" strike="noStrike" baseline="0" dirty="0">
                <a:latin typeface="Times New Roman" panose="02020603050405020304" pitchFamily="18" charset="0"/>
                <a:cs typeface="Times New Roman" panose="02020603050405020304" pitchFamily="18" charset="0"/>
              </a:rPr>
              <a:t>= </a:t>
            </a:r>
            <a:r>
              <a:rPr lang="en-US" sz="2800" b="0" i="1" u="none" strike="noStrike" baseline="0" dirty="0">
                <a:latin typeface="Times New Roman" panose="02020603050405020304" pitchFamily="18" charset="0"/>
                <a:cs typeface="Times New Roman" panose="02020603050405020304" pitchFamily="18" charset="0"/>
              </a:rPr>
              <a:t>b as shown </a:t>
            </a:r>
            <a:r>
              <a:rPr lang="en-US" i="1" dirty="0">
                <a:latin typeface="Times New Roman" panose="02020603050405020304" pitchFamily="18" charset="0"/>
                <a:cs typeface="Times New Roman" panose="02020603050405020304" pitchFamily="18" charset="0"/>
              </a:rPr>
              <a:t>in figure</a:t>
            </a:r>
            <a:endParaRPr lang="en-IN" sz="2800" dirty="0">
              <a:latin typeface="Times New Roman" panose="02020603050405020304" pitchFamily="18" charset="0"/>
              <a:cs typeface="Times New Roman" panose="02020603050405020304" pitchFamily="18" charset="0"/>
            </a:endParaRPr>
          </a:p>
          <a:p>
            <a:endParaRPr lang="en-US" b="0" i="0" u="none" strike="noStrike" baseline="0" dirty="0">
              <a:latin typeface="Times New Roman" panose="02020603050405020304" pitchFamily="18" charset="0"/>
              <a:cs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B0C7D779-4B33-8FB7-3E69-95C0D1F9269A}"/>
              </a:ext>
            </a:extLst>
          </p:cNvPr>
          <p:cNvPicPr>
            <a:picLocks noChangeAspect="1"/>
          </p:cNvPicPr>
          <p:nvPr/>
        </p:nvPicPr>
        <p:blipFill>
          <a:blip r:embed="rId2"/>
          <a:stretch>
            <a:fillRect/>
          </a:stretch>
        </p:blipFill>
        <p:spPr>
          <a:xfrm>
            <a:off x="836636" y="4008439"/>
            <a:ext cx="5024944" cy="1274442"/>
          </a:xfrm>
          <a:prstGeom prst="rect">
            <a:avLst/>
          </a:prstGeom>
        </p:spPr>
      </p:pic>
      <p:pic>
        <p:nvPicPr>
          <p:cNvPr id="12" name="Picture 11">
            <a:extLst>
              <a:ext uri="{FF2B5EF4-FFF2-40B4-BE49-F238E27FC236}">
                <a16:creationId xmlns:a16="http://schemas.microsoft.com/office/drawing/2014/main" id="{C09A72EB-32FD-E38E-4914-908B3925A5B8}"/>
              </a:ext>
            </a:extLst>
          </p:cNvPr>
          <p:cNvPicPr>
            <a:picLocks noChangeAspect="1"/>
          </p:cNvPicPr>
          <p:nvPr/>
        </p:nvPicPr>
        <p:blipFill>
          <a:blip r:embed="rId3"/>
          <a:stretch>
            <a:fillRect/>
          </a:stretch>
        </p:blipFill>
        <p:spPr>
          <a:xfrm>
            <a:off x="7263985" y="2041071"/>
            <a:ext cx="4938529" cy="4218327"/>
          </a:xfrm>
          <a:prstGeom prst="rect">
            <a:avLst/>
          </a:prstGeom>
        </p:spPr>
      </p:pic>
    </p:spTree>
    <p:extLst>
      <p:ext uri="{BB962C8B-B14F-4D97-AF65-F5344CB8AC3E}">
        <p14:creationId xmlns:p14="http://schemas.microsoft.com/office/powerpoint/2010/main" val="403468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1B7082DB-CCCF-03DC-0F7E-5D49CD9834CC}"/>
              </a:ext>
            </a:extLst>
          </p:cNvPr>
          <p:cNvSpPr txBox="1">
            <a:spLocks noGrp="1"/>
          </p:cNvSpPr>
          <p:nvPr>
            <p:ph idx="1"/>
          </p:nvPr>
        </p:nvSpPr>
        <p:spPr>
          <a:xfrm>
            <a:off x="152401" y="1246188"/>
            <a:ext cx="5105399" cy="3839000"/>
          </a:xfrm>
          <a:prstGeom prst="rect">
            <a:avLst/>
          </a:prstGeom>
          <a:noFill/>
        </p:spPr>
        <p:txBody>
          <a:bodyPr wrap="square">
            <a:spAutoFit/>
          </a:bodyPr>
          <a:lstStyle/>
          <a:p>
            <a:pPr algn="l"/>
            <a:r>
              <a:rPr lang="en-US" b="0" i="0" u="none" strike="noStrike" baseline="0" dirty="0">
                <a:latin typeface="Times New Roman" panose="02020603050405020304" pitchFamily="18" charset="0"/>
                <a:cs typeface="Times New Roman" panose="02020603050405020304" pitchFamily="18" charset="0"/>
              </a:rPr>
              <a:t>C is the actual class and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is induced hypothesis. </a:t>
            </a:r>
          </a:p>
          <a:p>
            <a:pPr algn="l"/>
            <a:r>
              <a:rPr lang="en-US" b="0" i="0" u="none" strike="noStrike" baseline="0" dirty="0">
                <a:latin typeface="Times New Roman" panose="02020603050405020304" pitchFamily="18" charset="0"/>
                <a:cs typeface="Times New Roman" panose="02020603050405020304" pitchFamily="18" charset="0"/>
              </a:rPr>
              <a:t>The point where C is 1 but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is 0 is a false negative, and the point where C is 0 but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is 1 is a false positive. </a:t>
            </a:r>
          </a:p>
          <a:p>
            <a:pPr algn="l"/>
            <a:r>
              <a:rPr lang="en-US" b="0" i="0" u="none" strike="noStrike" baseline="0" dirty="0">
                <a:latin typeface="Times New Roman" panose="02020603050405020304" pitchFamily="18" charset="0"/>
                <a:cs typeface="Times New Roman" panose="02020603050405020304" pitchFamily="18" charset="0"/>
              </a:rPr>
              <a:t>Other points—namely, true positives and true negatives—are </a:t>
            </a:r>
            <a:r>
              <a:rPr lang="en-IN" b="0" i="0" u="none" strike="noStrike" baseline="0" dirty="0">
                <a:latin typeface="Times New Roman" panose="02020603050405020304" pitchFamily="18" charset="0"/>
                <a:cs typeface="Times New Roman" panose="02020603050405020304" pitchFamily="18" charset="0"/>
              </a:rPr>
              <a:t>correctly classified.</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BB9A45A-FA87-4CB8-5E9A-68268C923F87}"/>
              </a:ext>
            </a:extLst>
          </p:cNvPr>
          <p:cNvPicPr>
            <a:picLocks noChangeAspect="1"/>
          </p:cNvPicPr>
          <p:nvPr/>
        </p:nvPicPr>
        <p:blipFill>
          <a:blip r:embed="rId2"/>
          <a:stretch>
            <a:fillRect/>
          </a:stretch>
        </p:blipFill>
        <p:spPr>
          <a:xfrm>
            <a:off x="6096001" y="1043419"/>
            <a:ext cx="6106514" cy="5215980"/>
          </a:xfrm>
          <a:prstGeom prst="rect">
            <a:avLst/>
          </a:prstGeom>
        </p:spPr>
      </p:pic>
    </p:spTree>
    <p:extLst>
      <p:ext uri="{BB962C8B-B14F-4D97-AF65-F5344CB8AC3E}">
        <p14:creationId xmlns:p14="http://schemas.microsoft.com/office/powerpoint/2010/main" val="3612274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72C2B-E368-32F6-175B-3F78AA8477C1}"/>
              </a:ext>
            </a:extLst>
          </p:cNvPr>
          <p:cNvSpPr>
            <a:spLocks noGrp="1"/>
          </p:cNvSpPr>
          <p:nvPr>
            <p:ph type="title"/>
          </p:nvPr>
        </p:nvSpPr>
        <p:spPr>
          <a:xfrm>
            <a:off x="144508" y="88031"/>
            <a:ext cx="6216870" cy="684479"/>
          </a:xfrm>
        </p:spPr>
        <p:txBody>
          <a:bodyPr>
            <a:normAutofit fontScale="90000"/>
          </a:bodyPr>
          <a:lstStyle/>
          <a:p>
            <a:r>
              <a:rPr lang="en-US" dirty="0"/>
              <a:t>Generalization</a:t>
            </a:r>
            <a:endParaRPr lang="en-IN" dirty="0"/>
          </a:p>
        </p:txBody>
      </p:sp>
      <p:sp>
        <p:nvSpPr>
          <p:cNvPr id="3" name="Content Placeholder 2">
            <a:extLst>
              <a:ext uri="{FF2B5EF4-FFF2-40B4-BE49-F238E27FC236}">
                <a16:creationId xmlns:a16="http://schemas.microsoft.com/office/drawing/2014/main" id="{448A25EA-9399-8B7B-3040-166C53B2A6CB}"/>
              </a:ext>
            </a:extLst>
          </p:cNvPr>
          <p:cNvSpPr>
            <a:spLocks noGrp="1"/>
          </p:cNvSpPr>
          <p:nvPr>
            <p:ph idx="1"/>
          </p:nvPr>
        </p:nvSpPr>
        <p:spPr>
          <a:xfrm>
            <a:off x="144508" y="905411"/>
            <a:ext cx="6335120" cy="5772445"/>
          </a:xfrm>
        </p:spPr>
        <p:txBody>
          <a:bodyPr>
            <a:no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Generalization </a:t>
            </a:r>
            <a:r>
              <a:rPr lang="en-US" sz="2400" dirty="0">
                <a:solidFill>
                  <a:srgbClr val="111111"/>
                </a:solidFill>
                <a:latin typeface="Times New Roman" panose="02020603050405020304" pitchFamily="18" charset="0"/>
                <a:cs typeface="Times New Roman" panose="02020603050405020304" pitchFamily="18" charset="0"/>
              </a:rPr>
              <a:t>is a</a:t>
            </a:r>
            <a:r>
              <a:rPr lang="en-US" sz="2400" b="0" i="0" dirty="0">
                <a:solidFill>
                  <a:srgbClr val="111111"/>
                </a:solidFill>
                <a:effectLst/>
                <a:latin typeface="Times New Roman" panose="02020603050405020304" pitchFamily="18" charset="0"/>
                <a:cs typeface="Times New Roman" panose="02020603050405020304" pitchFamily="18" charset="0"/>
              </a:rPr>
              <a:t> model's ability to perform well on new, previously unseen data that was not part of the training dataset.</a:t>
            </a:r>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1" dirty="0">
                <a:solidFill>
                  <a:srgbClr val="FF0000"/>
                </a:solidFill>
                <a:latin typeface="Times New Roman" panose="02020603050405020304" pitchFamily="18" charset="0"/>
                <a:cs typeface="Times New Roman" panose="02020603050405020304" pitchFamily="18" charset="0"/>
              </a:rPr>
              <a:t>T</a:t>
            </a:r>
            <a:r>
              <a:rPr lang="en-US" sz="2400" b="1" i="0" u="none" strike="noStrike" baseline="0" dirty="0">
                <a:solidFill>
                  <a:srgbClr val="FF0000"/>
                </a:solidFill>
                <a:latin typeface="Times New Roman" panose="02020603050405020304" pitchFamily="18" charset="0"/>
                <a:cs typeface="Times New Roman" panose="02020603050405020304" pitchFamily="18" charset="0"/>
              </a:rPr>
              <a:t>he problem of </a:t>
            </a:r>
            <a:r>
              <a:rPr lang="en-US" sz="2400" b="1" i="1" u="none" strike="noStrike" baseline="0" dirty="0">
                <a:solidFill>
                  <a:srgbClr val="FF0000"/>
                </a:solidFill>
                <a:latin typeface="Times New Roman" panose="02020603050405020304" pitchFamily="18" charset="0"/>
                <a:cs typeface="Times New Roman" panose="02020603050405020304" pitchFamily="18" charset="0"/>
              </a:rPr>
              <a:t>generalization</a:t>
            </a:r>
            <a:r>
              <a:rPr lang="en-US" sz="2400" b="0" i="0" u="none" strike="noStrike" baseline="0" dirty="0">
                <a:latin typeface="Times New Roman" panose="02020603050405020304" pitchFamily="18" charset="0"/>
                <a:cs typeface="Times New Roman" panose="02020603050405020304" pitchFamily="18" charset="0"/>
              </a:rPr>
              <a:t>—how well the hypothesis will correctly classify future examples that are not part of the </a:t>
            </a:r>
            <a:r>
              <a:rPr lang="en-IN" sz="2400" b="0" i="0" u="none" strike="noStrike" baseline="0" dirty="0">
                <a:latin typeface="Times New Roman" panose="02020603050405020304" pitchFamily="18" charset="0"/>
                <a:cs typeface="Times New Roman" panose="02020603050405020304" pitchFamily="18" charset="0"/>
              </a:rPr>
              <a:t>training set.</a:t>
            </a:r>
          </a:p>
          <a:p>
            <a:pPr algn="l"/>
            <a:r>
              <a:rPr lang="en-US" sz="2400" b="0" i="0" u="none" strike="noStrike" baseline="0" dirty="0">
                <a:latin typeface="Times New Roman" panose="02020603050405020304" pitchFamily="18" charset="0"/>
                <a:cs typeface="Times New Roman" panose="02020603050405020304" pitchFamily="18" charset="0"/>
              </a:rPr>
              <a:t> </a:t>
            </a:r>
            <a:r>
              <a:rPr lang="en-US" sz="2400" b="1" i="0" u="none" strike="noStrike" baseline="0" dirty="0">
                <a:solidFill>
                  <a:srgbClr val="FF0000"/>
                </a:solidFill>
                <a:latin typeface="Times New Roman" panose="02020603050405020304" pitchFamily="18" charset="0"/>
                <a:cs typeface="Times New Roman" panose="02020603050405020304" pitchFamily="18" charset="0"/>
              </a:rPr>
              <a:t>The solution </a:t>
            </a:r>
            <a:r>
              <a:rPr lang="en-US" sz="2400" b="0" i="0" u="none" strike="noStrike" baseline="0" dirty="0">
                <a:latin typeface="Times New Roman" panose="02020603050405020304" pitchFamily="18" charset="0"/>
                <a:cs typeface="Times New Roman" panose="02020603050405020304" pitchFamily="18" charset="0"/>
              </a:rPr>
              <a:t>- One possibility is to find the </a:t>
            </a:r>
            <a:r>
              <a:rPr lang="en-US" sz="2400" b="1" i="1" u="none" strike="noStrike" baseline="0" dirty="0">
                <a:solidFill>
                  <a:srgbClr val="FF0000"/>
                </a:solidFill>
                <a:latin typeface="Times New Roman" panose="02020603050405020304" pitchFamily="18" charset="0"/>
                <a:cs typeface="Times New Roman" panose="02020603050405020304" pitchFamily="18" charset="0"/>
              </a:rPr>
              <a:t>most specific hypothesis</a:t>
            </a:r>
            <a:r>
              <a:rPr lang="en-US" sz="2400" b="1" i="0" u="none" strike="noStrike" baseline="0" dirty="0">
                <a:solidFill>
                  <a:srgbClr val="FF0000"/>
                </a:solidFill>
                <a:latin typeface="Times New Roman" panose="02020603050405020304" pitchFamily="18" charset="0"/>
                <a:cs typeface="Times New Roman" panose="02020603050405020304" pitchFamily="18" charset="0"/>
              </a:rPr>
              <a:t>, </a:t>
            </a:r>
            <a:r>
              <a:rPr lang="en-US" sz="2400" b="1" i="1" u="none" strike="noStrike" baseline="0" dirty="0">
                <a:solidFill>
                  <a:srgbClr val="FF0000"/>
                </a:solidFill>
                <a:latin typeface="Times New Roman" panose="02020603050405020304" pitchFamily="18" charset="0"/>
                <a:cs typeface="Times New Roman" panose="02020603050405020304" pitchFamily="18" charset="0"/>
              </a:rPr>
              <a:t>S</a:t>
            </a:r>
            <a:r>
              <a:rPr lang="en-US" sz="2400" b="0" i="0" u="none" strike="noStrike" baseline="0" dirty="0">
                <a:latin typeface="Times New Roman" panose="02020603050405020304" pitchFamily="18" charset="0"/>
                <a:cs typeface="Times New Roman" panose="02020603050405020304" pitchFamily="18" charset="0"/>
              </a:rPr>
              <a:t>, that is </a:t>
            </a:r>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ightest rectangle that includes all the positive examples and none of the negative examples</a:t>
            </a:r>
          </a:p>
          <a:p>
            <a:pPr algn="l"/>
            <a:r>
              <a:rPr lang="en-US" sz="2400" b="0" i="0" u="none" strike="noStrike" baseline="0" dirty="0">
                <a:latin typeface="Times New Roman" panose="02020603050405020304" pitchFamily="18" charset="0"/>
                <a:cs typeface="Times New Roman" panose="02020603050405020304" pitchFamily="18" charset="0"/>
              </a:rPr>
              <a:t>This gives us one hypothesis, </a:t>
            </a:r>
            <a:r>
              <a:rPr lang="en-US" sz="2400" b="0" i="1" u="none" strike="noStrike" baseline="0" dirty="0">
                <a:latin typeface="Times New Roman" panose="02020603050405020304" pitchFamily="18" charset="0"/>
                <a:cs typeface="Times New Roman" panose="02020603050405020304" pitchFamily="18" charset="0"/>
              </a:rPr>
              <a:t>h </a:t>
            </a:r>
            <a:r>
              <a:rPr lang="en-US" sz="2400" b="0" i="0" u="none" strike="noStrike" baseline="0" dirty="0">
                <a:latin typeface="Times New Roman" panose="02020603050405020304" pitchFamily="18" charset="0"/>
                <a:cs typeface="Times New Roman" panose="02020603050405020304" pitchFamily="18" charset="0"/>
              </a:rPr>
              <a:t>= </a:t>
            </a:r>
            <a:r>
              <a:rPr lang="en-US" sz="2400" b="0" i="1" u="none" strike="noStrike" baseline="0" dirty="0">
                <a:latin typeface="Times New Roman" panose="02020603050405020304" pitchFamily="18" charset="0"/>
                <a:cs typeface="Times New Roman" panose="02020603050405020304" pitchFamily="18" charset="0"/>
              </a:rPr>
              <a:t>S</a:t>
            </a:r>
            <a:r>
              <a:rPr lang="en-US" sz="2400" b="0" i="0" u="none" strike="noStrike" baseline="0" dirty="0">
                <a:latin typeface="Times New Roman" panose="02020603050405020304" pitchFamily="18" charset="0"/>
                <a:cs typeface="Times New Roman" panose="02020603050405020304" pitchFamily="18" charset="0"/>
              </a:rPr>
              <a:t>, as our induced class. </a:t>
            </a:r>
          </a:p>
          <a:p>
            <a:pPr algn="l"/>
            <a:r>
              <a:rPr lang="en-US" sz="2400" b="0" i="0" u="none" strike="noStrike" baseline="0" dirty="0">
                <a:latin typeface="Times New Roman" panose="02020603050405020304" pitchFamily="18" charset="0"/>
                <a:cs typeface="Times New Roman" panose="02020603050405020304" pitchFamily="18" charset="0"/>
              </a:rPr>
              <a:t>Note that the actual class C may be larger than </a:t>
            </a:r>
            <a:r>
              <a:rPr lang="en-US" sz="2400" b="0" i="1" u="none" strike="noStrike" baseline="0" dirty="0">
                <a:latin typeface="Times New Roman" panose="02020603050405020304" pitchFamily="18" charset="0"/>
                <a:cs typeface="Times New Roman" panose="02020603050405020304" pitchFamily="18" charset="0"/>
              </a:rPr>
              <a:t>S </a:t>
            </a:r>
            <a:r>
              <a:rPr lang="en-US" sz="2400" b="0" i="0" u="none" strike="noStrike" baseline="0" dirty="0">
                <a:latin typeface="Times New Roman" panose="02020603050405020304" pitchFamily="18" charset="0"/>
                <a:cs typeface="Times New Roman" panose="02020603050405020304" pitchFamily="18" charset="0"/>
              </a:rPr>
              <a:t>but is </a:t>
            </a:r>
            <a:r>
              <a:rPr lang="en-IN" sz="2400" b="0" i="0" u="none" strike="noStrike" baseline="0" dirty="0">
                <a:latin typeface="Times New Roman" panose="02020603050405020304" pitchFamily="18" charset="0"/>
                <a:cs typeface="Times New Roman" panose="02020603050405020304" pitchFamily="18" charset="0"/>
              </a:rPr>
              <a:t>never smaller.</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60D34CA-7992-23F3-3B42-F206CE3E8F26}"/>
              </a:ext>
            </a:extLst>
          </p:cNvPr>
          <p:cNvPicPr>
            <a:picLocks noChangeAspect="1"/>
          </p:cNvPicPr>
          <p:nvPr/>
        </p:nvPicPr>
        <p:blipFill>
          <a:blip r:embed="rId2"/>
          <a:stretch>
            <a:fillRect/>
          </a:stretch>
        </p:blipFill>
        <p:spPr>
          <a:xfrm>
            <a:off x="6539872" y="1313631"/>
            <a:ext cx="5251981" cy="5103085"/>
          </a:xfrm>
          <a:prstGeom prst="rect">
            <a:avLst/>
          </a:prstGeom>
        </p:spPr>
      </p:pic>
      <p:sp>
        <p:nvSpPr>
          <p:cNvPr id="7" name="TextBox 6">
            <a:extLst>
              <a:ext uri="{FF2B5EF4-FFF2-40B4-BE49-F238E27FC236}">
                <a16:creationId xmlns:a16="http://schemas.microsoft.com/office/drawing/2014/main" id="{D1E8FDB7-293C-AD1C-36C8-9C849B4D3481}"/>
              </a:ext>
            </a:extLst>
          </p:cNvPr>
          <p:cNvSpPr txBox="1"/>
          <p:nvPr/>
        </p:nvSpPr>
        <p:spPr>
          <a:xfrm>
            <a:off x="6680614" y="180143"/>
            <a:ext cx="5413013" cy="830997"/>
          </a:xfrm>
          <a:prstGeom prst="rect">
            <a:avLst/>
          </a:prstGeom>
          <a:noFill/>
        </p:spPr>
        <p:txBody>
          <a:bodyPr wrap="square">
            <a:spAutoFit/>
          </a:bodyPr>
          <a:lstStyle/>
          <a:p>
            <a:r>
              <a:rPr lang="en-US" sz="2400" b="0" i="1" u="none" strike="noStrike" baseline="0" dirty="0">
                <a:latin typeface="Times New Roman" panose="02020603050405020304" pitchFamily="18" charset="0"/>
                <a:cs typeface="Times New Roman" panose="02020603050405020304" pitchFamily="18" charset="0"/>
              </a:rPr>
              <a:t>S </a:t>
            </a:r>
            <a:r>
              <a:rPr lang="en-US" sz="2400" b="0" i="0" u="none" strike="noStrike" baseline="0" dirty="0">
                <a:latin typeface="Times New Roman" panose="02020603050405020304" pitchFamily="18" charset="0"/>
                <a:cs typeface="Times New Roman" panose="02020603050405020304" pitchFamily="18" charset="0"/>
              </a:rPr>
              <a:t>is the most specific and </a:t>
            </a:r>
            <a:r>
              <a:rPr lang="en-US" sz="2400" b="0" i="1" u="none" strike="noStrike" baseline="0" dirty="0">
                <a:latin typeface="Times New Roman" panose="02020603050405020304" pitchFamily="18" charset="0"/>
                <a:cs typeface="Times New Roman" panose="02020603050405020304" pitchFamily="18" charset="0"/>
              </a:rPr>
              <a:t>G </a:t>
            </a:r>
            <a:r>
              <a:rPr lang="en-US" sz="2400" b="0" i="0" u="none" strike="noStrike" baseline="0" dirty="0">
                <a:latin typeface="Times New Roman" panose="02020603050405020304" pitchFamily="18" charset="0"/>
                <a:cs typeface="Times New Roman" panose="02020603050405020304" pitchFamily="18" charset="0"/>
              </a:rPr>
              <a:t>is the most general hypothesis.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404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2A8E-BED6-858E-7789-D3E72AC0FEE8}"/>
              </a:ext>
            </a:extLst>
          </p:cNvPr>
          <p:cNvSpPr>
            <a:spLocks noGrp="1"/>
          </p:cNvSpPr>
          <p:nvPr>
            <p:ph type="title"/>
          </p:nvPr>
        </p:nvSpPr>
        <p:spPr>
          <a:xfrm>
            <a:off x="152400" y="88032"/>
            <a:ext cx="8014138" cy="817380"/>
          </a:xfrm>
        </p:spPr>
        <p:txBody>
          <a:bodyPr>
            <a:normAutofit fontScale="90000"/>
          </a:bodyPr>
          <a:lstStyle/>
          <a:p>
            <a:r>
              <a:rPr lang="en-US" dirty="0"/>
              <a:t>General Hypothesis, Version Space </a:t>
            </a:r>
            <a:endParaRPr lang="en-IN" dirty="0"/>
          </a:p>
        </p:txBody>
      </p:sp>
      <p:sp>
        <p:nvSpPr>
          <p:cNvPr id="3" name="Content Placeholder 2">
            <a:extLst>
              <a:ext uri="{FF2B5EF4-FFF2-40B4-BE49-F238E27FC236}">
                <a16:creationId xmlns:a16="http://schemas.microsoft.com/office/drawing/2014/main" id="{B6418949-66DA-CBA2-BEDD-8B1215729C3B}"/>
              </a:ext>
            </a:extLst>
          </p:cNvPr>
          <p:cNvSpPr>
            <a:spLocks noGrp="1"/>
          </p:cNvSpPr>
          <p:nvPr>
            <p:ph idx="1"/>
          </p:nvPr>
        </p:nvSpPr>
        <p:spPr>
          <a:xfrm>
            <a:off x="152399" y="1278836"/>
            <a:ext cx="6327229" cy="5216563"/>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The </a:t>
            </a:r>
            <a:r>
              <a:rPr lang="en-US" b="0" i="1" u="none" strike="noStrike" baseline="0" dirty="0">
                <a:latin typeface="Times New Roman" panose="02020603050405020304" pitchFamily="18" charset="0"/>
                <a:cs typeface="Times New Roman" panose="02020603050405020304" pitchFamily="18" charset="0"/>
              </a:rPr>
              <a:t>most </a:t>
            </a:r>
            <a:r>
              <a:rPr lang="en-US" b="1" i="1" u="none" strike="noStrike" baseline="0" dirty="0">
                <a:solidFill>
                  <a:srgbClr val="FF0000"/>
                </a:solidFill>
                <a:latin typeface="Times New Roman" panose="02020603050405020304" pitchFamily="18" charset="0"/>
                <a:cs typeface="Times New Roman" panose="02020603050405020304" pitchFamily="18" charset="0"/>
              </a:rPr>
              <a:t>general hypothesis</a:t>
            </a:r>
            <a:r>
              <a:rPr lang="en-US" b="1" i="0" u="none" strike="noStrike" baseline="0" dirty="0">
                <a:solidFill>
                  <a:srgbClr val="FF0000"/>
                </a:solidFill>
                <a:latin typeface="Times New Roman" panose="02020603050405020304" pitchFamily="18" charset="0"/>
                <a:cs typeface="Times New Roman" panose="02020603050405020304" pitchFamily="18" charset="0"/>
              </a:rPr>
              <a:t>, </a:t>
            </a:r>
            <a:r>
              <a:rPr lang="en-US" b="1" i="1" u="none" strike="noStrike" baseline="0" dirty="0">
                <a:solidFill>
                  <a:srgbClr val="FF0000"/>
                </a:solidFill>
                <a:latin typeface="Times New Roman" panose="02020603050405020304" pitchFamily="18" charset="0"/>
                <a:cs typeface="Times New Roman" panose="02020603050405020304" pitchFamily="18" charset="0"/>
              </a:rPr>
              <a:t>G</a:t>
            </a:r>
            <a:r>
              <a:rPr lang="en-US" b="0" i="0" u="none" strike="noStrike" baseline="0" dirty="0">
                <a:latin typeface="Times New Roman" panose="02020603050405020304" pitchFamily="18" charset="0"/>
                <a:cs typeface="Times New Roman" panose="02020603050405020304" pitchFamily="18" charset="0"/>
              </a:rPr>
              <a:t>, is the largest rectangle drawn that includes all the positive examples and none of the negative examples</a:t>
            </a:r>
          </a:p>
          <a:p>
            <a:pPr algn="l"/>
            <a:r>
              <a:rPr lang="en-US" b="0" i="0" u="none" strike="noStrike" baseline="0" dirty="0">
                <a:latin typeface="Times New Roman" panose="02020603050405020304" pitchFamily="18" charset="0"/>
                <a:cs typeface="Times New Roman" panose="02020603050405020304" pitchFamily="18" charset="0"/>
              </a:rPr>
              <a:t>Any </a:t>
            </a:r>
            <a:r>
              <a:rPr lang="en-US" b="0" i="1" u="none" strike="noStrike" baseline="0" dirty="0">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H between </a:t>
            </a:r>
            <a:r>
              <a:rPr lang="en-US" b="0" i="1" u="none" strike="noStrike" baseline="0" dirty="0">
                <a:latin typeface="Times New Roman" panose="02020603050405020304" pitchFamily="18" charset="0"/>
                <a:cs typeface="Times New Roman" panose="02020603050405020304" pitchFamily="18" charset="0"/>
              </a:rPr>
              <a:t>S </a:t>
            </a:r>
            <a:r>
              <a:rPr lang="en-US" b="0" i="0" u="none" strike="noStrike" baseline="0" dirty="0">
                <a:latin typeface="Times New Roman" panose="02020603050405020304" pitchFamily="18" charset="0"/>
                <a:cs typeface="Times New Roman" panose="02020603050405020304" pitchFamily="18" charset="0"/>
              </a:rPr>
              <a:t>and </a:t>
            </a:r>
            <a:r>
              <a:rPr lang="en-US" b="0" i="1" u="none" strike="noStrike" baseline="0" dirty="0">
                <a:latin typeface="Times New Roman" panose="02020603050405020304" pitchFamily="18" charset="0"/>
                <a:cs typeface="Times New Roman" panose="02020603050405020304" pitchFamily="18" charset="0"/>
              </a:rPr>
              <a:t>G </a:t>
            </a:r>
            <a:r>
              <a:rPr lang="en-US" b="0" i="0" u="none" strike="noStrike" baseline="0" dirty="0">
                <a:latin typeface="Times New Roman" panose="02020603050405020304" pitchFamily="18" charset="0"/>
                <a:cs typeface="Times New Roman" panose="02020603050405020304" pitchFamily="18" charset="0"/>
              </a:rPr>
              <a:t>is a valid hypothesis with no error, said to be </a:t>
            </a:r>
            <a:r>
              <a:rPr lang="en-US" b="1" i="1" u="none" strike="noStrike" baseline="0" dirty="0">
                <a:solidFill>
                  <a:srgbClr val="FF0000"/>
                </a:solidFill>
                <a:latin typeface="Times New Roman" panose="02020603050405020304" pitchFamily="18" charset="0"/>
                <a:cs typeface="Times New Roman" panose="02020603050405020304" pitchFamily="18" charset="0"/>
              </a:rPr>
              <a:t>consistent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with the training set, and such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make up the </a:t>
            </a:r>
            <a:r>
              <a:rPr lang="en-US" b="1" i="1" u="none" strike="noStrike" baseline="0" dirty="0">
                <a:solidFill>
                  <a:srgbClr val="FF0000"/>
                </a:solidFill>
                <a:latin typeface="Times New Roman" panose="02020603050405020304" pitchFamily="18" charset="0"/>
                <a:cs typeface="Times New Roman" panose="02020603050405020304" pitchFamily="18" charset="0"/>
              </a:rPr>
              <a:t>version space</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Given another training set, </a:t>
            </a:r>
            <a:r>
              <a:rPr lang="en-US" b="0" i="1" u="none" strike="noStrike" baseline="0" dirty="0">
                <a:latin typeface="Times New Roman" panose="02020603050405020304" pitchFamily="18" charset="0"/>
                <a:cs typeface="Times New Roman" panose="02020603050405020304" pitchFamily="18" charset="0"/>
              </a:rPr>
              <a:t>S</a:t>
            </a:r>
            <a:r>
              <a:rPr lang="en-US" b="0" i="0" u="none" strike="noStrike" baseline="0" dirty="0">
                <a:latin typeface="Times New Roman" panose="02020603050405020304" pitchFamily="18" charset="0"/>
                <a:cs typeface="Times New Roman" panose="02020603050405020304" pitchFamily="18" charset="0"/>
              </a:rPr>
              <a:t>, </a:t>
            </a:r>
            <a:r>
              <a:rPr lang="en-US" b="0" i="1" u="none" strike="noStrike" baseline="0" dirty="0">
                <a:latin typeface="Times New Roman" panose="02020603050405020304" pitchFamily="18" charset="0"/>
                <a:cs typeface="Times New Roman" panose="02020603050405020304" pitchFamily="18" charset="0"/>
              </a:rPr>
              <a:t>G</a:t>
            </a:r>
            <a:r>
              <a:rPr lang="en-US" b="0" i="0" u="none" strike="noStrike" baseline="0" dirty="0">
                <a:latin typeface="Times New Roman" panose="02020603050405020304" pitchFamily="18" charset="0"/>
                <a:cs typeface="Times New Roman" panose="02020603050405020304" pitchFamily="18" charset="0"/>
              </a:rPr>
              <a:t>, version space, the parameters and thus the learned hypothesis, </a:t>
            </a:r>
            <a:r>
              <a:rPr lang="en-US" b="0" i="1" u="none" strike="noStrike" baseline="0" dirty="0">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can be different.</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CA2FF7-EDE0-F920-9086-CF23AB9764AB}"/>
              </a:ext>
            </a:extLst>
          </p:cNvPr>
          <p:cNvPicPr>
            <a:picLocks noChangeAspect="1"/>
          </p:cNvPicPr>
          <p:nvPr/>
        </p:nvPicPr>
        <p:blipFill>
          <a:blip r:embed="rId2"/>
          <a:stretch>
            <a:fillRect/>
          </a:stretch>
        </p:blipFill>
        <p:spPr>
          <a:xfrm>
            <a:off x="6621517" y="927930"/>
            <a:ext cx="5251981" cy="5103085"/>
          </a:xfrm>
          <a:prstGeom prst="rect">
            <a:avLst/>
          </a:prstGeom>
        </p:spPr>
      </p:pic>
      <p:sp>
        <p:nvSpPr>
          <p:cNvPr id="5" name="TextBox 4">
            <a:extLst>
              <a:ext uri="{FF2B5EF4-FFF2-40B4-BE49-F238E27FC236}">
                <a16:creationId xmlns:a16="http://schemas.microsoft.com/office/drawing/2014/main" id="{9F80B21F-3723-34DE-6D8B-7A0548A14607}"/>
              </a:ext>
            </a:extLst>
          </p:cNvPr>
          <p:cNvSpPr txBox="1"/>
          <p:nvPr/>
        </p:nvSpPr>
        <p:spPr>
          <a:xfrm>
            <a:off x="6626588" y="5930070"/>
            <a:ext cx="5413013" cy="830997"/>
          </a:xfrm>
          <a:prstGeom prst="rect">
            <a:avLst/>
          </a:prstGeom>
          <a:noFill/>
        </p:spPr>
        <p:txBody>
          <a:bodyPr wrap="square">
            <a:spAutoFit/>
          </a:bodyPr>
          <a:lstStyle/>
          <a:p>
            <a:r>
              <a:rPr lang="en-US" sz="2400" b="0" i="1" u="none" strike="noStrike" baseline="0" dirty="0">
                <a:latin typeface="Times New Roman" panose="02020603050405020304" pitchFamily="18" charset="0"/>
                <a:cs typeface="Times New Roman" panose="02020603050405020304" pitchFamily="18" charset="0"/>
              </a:rPr>
              <a:t>S </a:t>
            </a:r>
            <a:r>
              <a:rPr lang="en-US" sz="2400" b="0" i="0" u="none" strike="noStrike" baseline="0" dirty="0">
                <a:latin typeface="Times New Roman" panose="02020603050405020304" pitchFamily="18" charset="0"/>
                <a:cs typeface="Times New Roman" panose="02020603050405020304" pitchFamily="18" charset="0"/>
              </a:rPr>
              <a:t>is the most specific and </a:t>
            </a:r>
            <a:r>
              <a:rPr lang="en-US" sz="2400" b="0" i="1" u="none" strike="noStrike" baseline="0" dirty="0">
                <a:latin typeface="Times New Roman" panose="02020603050405020304" pitchFamily="18" charset="0"/>
                <a:cs typeface="Times New Roman" panose="02020603050405020304" pitchFamily="18" charset="0"/>
              </a:rPr>
              <a:t>G </a:t>
            </a:r>
            <a:r>
              <a:rPr lang="en-US" sz="2400" b="0" i="0" u="none" strike="noStrike" baseline="0" dirty="0">
                <a:latin typeface="Times New Roman" panose="02020603050405020304" pitchFamily="18" charset="0"/>
                <a:cs typeface="Times New Roman" panose="02020603050405020304" pitchFamily="18" charset="0"/>
              </a:rPr>
              <a:t>is the most general hypothesis.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744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DC0D-002D-49E9-941F-DD6313277795}"/>
              </a:ext>
            </a:extLst>
          </p:cNvPr>
          <p:cNvSpPr>
            <a:spLocks noGrp="1"/>
          </p:cNvSpPr>
          <p:nvPr>
            <p:ph type="title"/>
          </p:nvPr>
        </p:nvSpPr>
        <p:spPr>
          <a:xfrm>
            <a:off x="152400" y="88031"/>
            <a:ext cx="7273160" cy="909493"/>
          </a:xfrm>
        </p:spPr>
        <p:txBody>
          <a:bodyPr/>
          <a:lstStyle/>
          <a:p>
            <a:r>
              <a:rPr lang="en-US" dirty="0"/>
              <a:t>Margin</a:t>
            </a:r>
            <a:endParaRPr lang="en-IN" dirty="0"/>
          </a:p>
        </p:txBody>
      </p:sp>
      <p:sp>
        <p:nvSpPr>
          <p:cNvPr id="3" name="Content Placeholder 2">
            <a:extLst>
              <a:ext uri="{FF2B5EF4-FFF2-40B4-BE49-F238E27FC236}">
                <a16:creationId xmlns:a16="http://schemas.microsoft.com/office/drawing/2014/main" id="{6CB2E0E5-3D50-93EB-FDD6-8E78C4868BDF}"/>
              </a:ext>
            </a:extLst>
          </p:cNvPr>
          <p:cNvSpPr>
            <a:spLocks noGrp="1"/>
          </p:cNvSpPr>
          <p:nvPr>
            <p:ph idx="1"/>
          </p:nvPr>
        </p:nvSpPr>
        <p:spPr>
          <a:xfrm>
            <a:off x="152400" y="1166648"/>
            <a:ext cx="7273160" cy="5010315"/>
          </a:xfrm>
        </p:spPr>
        <p:txBody>
          <a:bodyPr>
            <a:noAutofit/>
          </a:bodyPr>
          <a:lstStyle/>
          <a:p>
            <a:r>
              <a:rPr lang="en-US" sz="2400" b="0" i="0" u="none" strike="noStrike" baseline="0" dirty="0">
                <a:latin typeface="Times New Roman" panose="02020603050405020304" pitchFamily="18" charset="0"/>
                <a:cs typeface="Times New Roman" panose="02020603050405020304" pitchFamily="18" charset="0"/>
              </a:rPr>
              <a:t>Given X, </a:t>
            </a:r>
            <a:r>
              <a:rPr lang="en-US" sz="2400" b="0" i="1" u="none" strike="noStrike" baseline="0" dirty="0">
                <a:latin typeface="Times New Roman" panose="02020603050405020304" pitchFamily="18" charset="0"/>
                <a:cs typeface="Times New Roman" panose="02020603050405020304" pitchFamily="18" charset="0"/>
              </a:rPr>
              <a:t>S</a:t>
            </a:r>
            <a:r>
              <a:rPr lang="en-US" sz="2400" b="0" i="0" u="none" strike="noStrike" baseline="0" dirty="0">
                <a:latin typeface="Times New Roman" panose="02020603050405020304" pitchFamily="18" charset="0"/>
                <a:cs typeface="Times New Roman" panose="02020603050405020304" pitchFamily="18" charset="0"/>
              </a:rPr>
              <a:t> or </a:t>
            </a:r>
            <a:r>
              <a:rPr lang="en-US" sz="2400" b="0" i="1" u="none" strike="noStrike" baseline="0" dirty="0">
                <a:latin typeface="Times New Roman" panose="02020603050405020304" pitchFamily="18" charset="0"/>
                <a:cs typeface="Times New Roman" panose="02020603050405020304" pitchFamily="18" charset="0"/>
              </a:rPr>
              <a:t>G</a:t>
            </a:r>
            <a:r>
              <a:rPr lang="en-US" sz="2400" b="0" i="0" u="none" strike="noStrike" baseline="0" dirty="0">
                <a:latin typeface="Times New Roman" panose="02020603050405020304" pitchFamily="18" charset="0"/>
                <a:cs typeface="Times New Roman" panose="02020603050405020304" pitchFamily="18" charset="0"/>
              </a:rPr>
              <a:t> or any </a:t>
            </a:r>
            <a:r>
              <a:rPr lang="en-US" sz="2400" b="0" i="1" u="none" strike="noStrike" baseline="0" dirty="0">
                <a:latin typeface="Times New Roman" panose="02020603050405020304" pitchFamily="18" charset="0"/>
                <a:cs typeface="Times New Roman" panose="02020603050405020304" pitchFamily="18" charset="0"/>
              </a:rPr>
              <a:t>h </a:t>
            </a:r>
            <a:r>
              <a:rPr lang="en-US" sz="2400" dirty="0">
                <a:latin typeface="Times New Roman" panose="02020603050405020304" pitchFamily="18" charset="0"/>
                <a:cs typeface="Times New Roman" panose="02020603050405020304" pitchFamily="18" charset="0"/>
              </a:rPr>
              <a:t>can be found </a:t>
            </a:r>
            <a:r>
              <a:rPr lang="en-US" sz="2400" b="0" i="0" u="none" strike="noStrike" baseline="0" dirty="0">
                <a:latin typeface="Times New Roman" panose="02020603050405020304" pitchFamily="18" charset="0"/>
                <a:cs typeface="Times New Roman" panose="02020603050405020304" pitchFamily="18" charset="0"/>
              </a:rPr>
              <a:t>from the version space and use it as hypothesis, </a:t>
            </a:r>
            <a:r>
              <a:rPr lang="en-US" sz="2400" b="0" i="1" u="none" strike="noStrike" baseline="0" dirty="0">
                <a:latin typeface="Times New Roman" panose="02020603050405020304" pitchFamily="18" charset="0"/>
                <a:cs typeface="Times New Roman" panose="02020603050405020304" pitchFamily="18" charset="0"/>
              </a:rPr>
              <a:t>h</a:t>
            </a:r>
            <a:r>
              <a:rPr lang="en-US" sz="2400" b="0" i="0" u="none" strike="noStrike" baseline="0" dirty="0">
                <a:latin typeface="Times New Roman" panose="02020603050405020304" pitchFamily="18" charset="0"/>
                <a:cs typeface="Times New Roman" panose="02020603050405020304" pitchFamily="18" charset="0"/>
              </a:rPr>
              <a:t>. </a:t>
            </a:r>
          </a:p>
          <a:p>
            <a:pPr algn="l"/>
            <a:r>
              <a:rPr lang="en-US" sz="2400" b="0" i="0" u="none" strike="noStrike" baseline="0" dirty="0">
                <a:latin typeface="Times New Roman" panose="02020603050405020304" pitchFamily="18" charset="0"/>
                <a:cs typeface="Times New Roman" panose="02020603050405020304" pitchFamily="18" charset="0"/>
              </a:rPr>
              <a:t>It seems intuitive to choose </a:t>
            </a:r>
            <a:r>
              <a:rPr lang="en-US" sz="2400" b="0" i="1" u="none" strike="noStrike" baseline="0" dirty="0">
                <a:latin typeface="Times New Roman" panose="02020603050405020304" pitchFamily="18" charset="0"/>
                <a:cs typeface="Times New Roman" panose="02020603050405020304" pitchFamily="18" charset="0"/>
              </a:rPr>
              <a:t>h </a:t>
            </a:r>
            <a:r>
              <a:rPr lang="en-US" sz="2400" b="0" i="0" u="none" strike="noStrike" baseline="0" dirty="0">
                <a:latin typeface="Times New Roman" panose="02020603050405020304" pitchFamily="18" charset="0"/>
                <a:cs typeface="Times New Roman" panose="02020603050405020304" pitchFamily="18" charset="0"/>
              </a:rPr>
              <a:t>halfway between </a:t>
            </a:r>
            <a:r>
              <a:rPr lang="en-US" sz="2400" b="0" i="1" u="none" strike="noStrike" baseline="0" dirty="0">
                <a:latin typeface="Times New Roman" panose="02020603050405020304" pitchFamily="18" charset="0"/>
                <a:cs typeface="Times New Roman" panose="02020603050405020304" pitchFamily="18" charset="0"/>
              </a:rPr>
              <a:t>S</a:t>
            </a:r>
            <a:r>
              <a:rPr lang="en-US" sz="2400" b="0" i="0" u="none" strike="noStrike" baseline="0" dirty="0">
                <a:latin typeface="Times New Roman" panose="02020603050405020304" pitchFamily="18" charset="0"/>
                <a:cs typeface="Times New Roman" panose="02020603050405020304" pitchFamily="18" charset="0"/>
              </a:rPr>
              <a:t> and </a:t>
            </a:r>
            <a:r>
              <a:rPr lang="en-US" sz="2400" b="0" i="1" u="none" strike="noStrike" baseline="0" dirty="0">
                <a:latin typeface="Times New Roman" panose="02020603050405020304" pitchFamily="18" charset="0"/>
                <a:cs typeface="Times New Roman" panose="02020603050405020304" pitchFamily="18" charset="0"/>
              </a:rPr>
              <a:t>G</a:t>
            </a:r>
            <a:r>
              <a:rPr lang="en-US" sz="2400" b="0" i="0" u="none" strike="noStrike" baseline="0" dirty="0">
                <a:latin typeface="Times New Roman" panose="02020603050405020304" pitchFamily="18" charset="0"/>
                <a:cs typeface="Times New Roman" panose="02020603050405020304" pitchFamily="18" charset="0"/>
              </a:rPr>
              <a:t>; this is to increase the margin</a:t>
            </a:r>
          </a:p>
          <a:p>
            <a:pPr algn="l"/>
            <a:r>
              <a:rPr lang="en-US" sz="2400" b="0" i="0" u="none" strike="noStrike" baseline="0" dirty="0">
                <a:latin typeface="Times New Roman" panose="02020603050405020304" pitchFamily="18" charset="0"/>
                <a:cs typeface="Times New Roman" panose="02020603050405020304" pitchFamily="18" charset="0"/>
              </a:rPr>
              <a:t> </a:t>
            </a:r>
            <a:r>
              <a:rPr lang="en-US" sz="2400" b="1" i="1" dirty="0">
                <a:solidFill>
                  <a:srgbClr val="FF0000"/>
                </a:solidFill>
                <a:latin typeface="Times New Roman" panose="02020603050405020304" pitchFamily="18" charset="0"/>
                <a:cs typeface="Times New Roman" panose="02020603050405020304" pitchFamily="18" charset="0"/>
              </a:rPr>
              <a:t>M</a:t>
            </a:r>
            <a:r>
              <a:rPr lang="en-US" sz="2400" b="1" i="1" u="none" strike="noStrike" baseline="0" dirty="0">
                <a:solidFill>
                  <a:srgbClr val="FF0000"/>
                </a:solidFill>
                <a:latin typeface="Times New Roman" panose="02020603050405020304" pitchFamily="18" charset="0"/>
                <a:cs typeface="Times New Roman" panose="02020603050405020304" pitchFamily="18" charset="0"/>
              </a:rPr>
              <a:t>argin</a:t>
            </a:r>
            <a:r>
              <a:rPr lang="en-US" sz="2400" dirty="0">
                <a:solidFill>
                  <a:srgbClr val="FF0000"/>
                </a:solidFill>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 is the distance between the boundary and the instances closest to it as shown in figure</a:t>
            </a:r>
          </a:p>
          <a:p>
            <a:pPr algn="l"/>
            <a:r>
              <a:rPr lang="en-US" sz="2400" b="0" i="0" u="none" strike="noStrike" baseline="0" dirty="0">
                <a:latin typeface="Times New Roman" panose="02020603050405020304" pitchFamily="18" charset="0"/>
                <a:cs typeface="Times New Roman" panose="02020603050405020304" pitchFamily="18" charset="0"/>
              </a:rPr>
              <a:t>For error function to have a minimum at </a:t>
            </a:r>
            <a:r>
              <a:rPr lang="en-US" sz="2400" b="0" i="1" u="none" strike="noStrike" baseline="0" dirty="0">
                <a:latin typeface="Times New Roman" panose="02020603050405020304" pitchFamily="18" charset="0"/>
                <a:cs typeface="Times New Roman" panose="02020603050405020304" pitchFamily="18" charset="0"/>
              </a:rPr>
              <a:t>h </a:t>
            </a:r>
            <a:r>
              <a:rPr lang="en-US" sz="2400" b="0" i="0" u="none" strike="noStrike" baseline="0" dirty="0">
                <a:latin typeface="Times New Roman" panose="02020603050405020304" pitchFamily="18" charset="0"/>
                <a:cs typeface="Times New Roman" panose="02020603050405020304" pitchFamily="18" charset="0"/>
              </a:rPr>
              <a:t>with the maximum margin, use an error (loss) function which not only checks whether an instance is on the correct side of the boundary but also how far away it is. </a:t>
            </a:r>
          </a:p>
          <a:p>
            <a:pPr algn="l"/>
            <a:r>
              <a:rPr lang="en-US" sz="2400" b="0" i="0" u="none" strike="noStrike" baseline="0" dirty="0">
                <a:latin typeface="Times New Roman" panose="02020603050405020304" pitchFamily="18" charset="0"/>
                <a:cs typeface="Times New Roman" panose="02020603050405020304" pitchFamily="18" charset="0"/>
              </a:rPr>
              <a:t>That is, instead of </a:t>
            </a:r>
            <a:r>
              <a:rPr lang="en-US" sz="2400" b="0" i="1" u="none" strike="noStrike" baseline="0" dirty="0">
                <a:latin typeface="Times New Roman" panose="02020603050405020304" pitchFamily="18" charset="0"/>
                <a:cs typeface="Times New Roman" panose="02020603050405020304" pitchFamily="18" charset="0"/>
              </a:rPr>
              <a:t>h(</a:t>
            </a:r>
            <a:r>
              <a:rPr lang="en-US" sz="2400" b="1" i="1" u="none" strike="noStrike" baseline="0" dirty="0">
                <a:latin typeface="Times New Roman" panose="02020603050405020304" pitchFamily="18" charset="0"/>
                <a:cs typeface="Times New Roman" panose="02020603050405020304" pitchFamily="18" charset="0"/>
              </a:rPr>
              <a:t>x</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that returns 0/1, have a hypothesis that returns a value which carries a measure of the distance to the boundary and  need to have a loss function which uses it, different from         </a:t>
            </a:r>
            <a:r>
              <a:rPr lang="en-US" sz="2400" i="1" dirty="0">
                <a:latin typeface="Times New Roman" panose="02020603050405020304" pitchFamily="18" charset="0"/>
                <a:cs typeface="Times New Roman" panose="02020603050405020304" pitchFamily="18" charset="0"/>
              </a:rPr>
              <a:t>                </a:t>
            </a:r>
            <a:r>
              <a:rPr lang="en-IN" sz="2400" b="0" i="0" u="none" strike="noStrike" baseline="0" dirty="0">
                <a:latin typeface="Times New Roman" panose="02020603050405020304" pitchFamily="18" charset="0"/>
                <a:cs typeface="Times New Roman" panose="02020603050405020304" pitchFamily="18" charset="0"/>
              </a:rPr>
              <a:t>that checks for equality.</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DF2E844-FABD-EF75-082B-1EB509D54AA9}"/>
              </a:ext>
            </a:extLst>
          </p:cNvPr>
          <p:cNvPicPr>
            <a:picLocks noChangeAspect="1"/>
          </p:cNvPicPr>
          <p:nvPr/>
        </p:nvPicPr>
        <p:blipFill>
          <a:blip r:embed="rId2"/>
          <a:stretch>
            <a:fillRect/>
          </a:stretch>
        </p:blipFill>
        <p:spPr>
          <a:xfrm>
            <a:off x="7425560" y="39411"/>
            <a:ext cx="4614040" cy="4476990"/>
          </a:xfrm>
          <a:prstGeom prst="rect">
            <a:avLst/>
          </a:prstGeom>
        </p:spPr>
      </p:pic>
      <p:sp>
        <p:nvSpPr>
          <p:cNvPr id="7" name="TextBox 6">
            <a:extLst>
              <a:ext uri="{FF2B5EF4-FFF2-40B4-BE49-F238E27FC236}">
                <a16:creationId xmlns:a16="http://schemas.microsoft.com/office/drawing/2014/main" id="{C423B331-5770-7CC6-B46B-581ACCC63D4D}"/>
              </a:ext>
            </a:extLst>
          </p:cNvPr>
          <p:cNvSpPr txBox="1"/>
          <p:nvPr/>
        </p:nvSpPr>
        <p:spPr>
          <a:xfrm>
            <a:off x="7425560" y="4281267"/>
            <a:ext cx="4766440" cy="2677656"/>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choose the hypothesis with the largest margin, for best separation.</a:t>
            </a:r>
          </a:p>
          <a:p>
            <a:pPr marL="342900" indent="-3429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The shaded instances are those that define (or support) the margin; </a:t>
            </a:r>
          </a:p>
          <a:p>
            <a:pPr marL="342900" indent="-3429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Other instances can be removed without affecting </a:t>
            </a:r>
            <a:r>
              <a:rPr lang="en-US" sz="2400" b="0" i="1" u="none" strike="noStrike" baseline="0" dirty="0">
                <a:latin typeface="Times New Roman" panose="02020603050405020304" pitchFamily="18" charset="0"/>
                <a:cs typeface="Times New Roman" panose="02020603050405020304" pitchFamily="18" charset="0"/>
              </a:rPr>
              <a:t>h</a:t>
            </a:r>
            <a:r>
              <a:rPr lang="en-US" sz="2400" b="0" i="0" u="none" strike="noStrike" baseline="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06035DA-415E-1B13-D809-724F22FBDEF4}"/>
              </a:ext>
            </a:extLst>
          </p:cNvPr>
          <p:cNvPicPr>
            <a:picLocks noChangeAspect="1"/>
          </p:cNvPicPr>
          <p:nvPr/>
        </p:nvPicPr>
        <p:blipFill>
          <a:blip r:embed="rId3"/>
          <a:stretch>
            <a:fillRect/>
          </a:stretch>
        </p:blipFill>
        <p:spPr>
          <a:xfrm>
            <a:off x="5141433" y="5975132"/>
            <a:ext cx="1890425" cy="457362"/>
          </a:xfrm>
          <a:prstGeom prst="rect">
            <a:avLst/>
          </a:prstGeom>
        </p:spPr>
      </p:pic>
    </p:spTree>
    <p:extLst>
      <p:ext uri="{BB962C8B-B14F-4D97-AF65-F5344CB8AC3E}">
        <p14:creationId xmlns:p14="http://schemas.microsoft.com/office/powerpoint/2010/main" val="1695940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0BEFD-AC36-C416-AA1C-C6191C8D2FE9}"/>
              </a:ext>
            </a:extLst>
          </p:cNvPr>
          <p:cNvSpPr>
            <a:spLocks noGrp="1"/>
          </p:cNvSpPr>
          <p:nvPr>
            <p:ph type="title"/>
          </p:nvPr>
        </p:nvSpPr>
        <p:spPr>
          <a:xfrm>
            <a:off x="152399" y="88031"/>
            <a:ext cx="11201401" cy="747541"/>
          </a:xfrm>
        </p:spPr>
        <p:txBody>
          <a:bodyPr/>
          <a:lstStyle/>
          <a:p>
            <a:r>
              <a:rPr lang="en-US" dirty="0"/>
              <a:t>Doubt</a:t>
            </a:r>
            <a:endParaRPr lang="en-IN" dirty="0"/>
          </a:p>
        </p:txBody>
      </p:sp>
      <p:sp>
        <p:nvSpPr>
          <p:cNvPr id="3" name="Content Placeholder 2">
            <a:extLst>
              <a:ext uri="{FF2B5EF4-FFF2-40B4-BE49-F238E27FC236}">
                <a16:creationId xmlns:a16="http://schemas.microsoft.com/office/drawing/2014/main" id="{5845C290-6C1A-27AA-4A0E-1978EB43A9A2}"/>
              </a:ext>
            </a:extLst>
          </p:cNvPr>
          <p:cNvSpPr>
            <a:spLocks noGrp="1"/>
          </p:cNvSpPr>
          <p:nvPr>
            <p:ph idx="1"/>
          </p:nvPr>
        </p:nvSpPr>
        <p:spPr>
          <a:xfrm>
            <a:off x="152399" y="1246909"/>
            <a:ext cx="6232635" cy="4930054"/>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Any instance that falls in between </a:t>
            </a:r>
            <a:r>
              <a:rPr lang="en-US" b="0" i="1" u="none" strike="noStrike" baseline="0" dirty="0">
                <a:latin typeface="Times New Roman" panose="02020603050405020304" pitchFamily="18" charset="0"/>
                <a:cs typeface="Times New Roman" panose="02020603050405020304" pitchFamily="18" charset="0"/>
              </a:rPr>
              <a:t>S </a:t>
            </a:r>
            <a:r>
              <a:rPr lang="en-US" b="0" i="0" u="none" strike="noStrike" baseline="0" dirty="0">
                <a:latin typeface="Times New Roman" panose="02020603050405020304" pitchFamily="18" charset="0"/>
                <a:cs typeface="Times New Roman" panose="02020603050405020304" pitchFamily="18" charset="0"/>
              </a:rPr>
              <a:t>and </a:t>
            </a:r>
            <a:r>
              <a:rPr lang="en-US" b="0" i="1" u="none" strike="noStrike" baseline="0" dirty="0">
                <a:latin typeface="Times New Roman" panose="02020603050405020304" pitchFamily="18" charset="0"/>
                <a:cs typeface="Times New Roman" panose="02020603050405020304" pitchFamily="18" charset="0"/>
              </a:rPr>
              <a:t>G </a:t>
            </a:r>
            <a:r>
              <a:rPr lang="en-US" b="0" i="0" u="none" strike="noStrike" baseline="0" dirty="0">
                <a:latin typeface="Times New Roman" panose="02020603050405020304" pitchFamily="18" charset="0"/>
                <a:cs typeface="Times New Roman" panose="02020603050405020304" pitchFamily="18" charset="0"/>
              </a:rPr>
              <a:t>is a case of </a:t>
            </a:r>
            <a:r>
              <a:rPr lang="en-US" b="0" i="1" u="none" strike="noStrike" baseline="0" dirty="0">
                <a:latin typeface="Times New Roman" panose="02020603050405020304" pitchFamily="18" charset="0"/>
                <a:cs typeface="Times New Roman" panose="02020603050405020304" pitchFamily="18" charset="0"/>
              </a:rPr>
              <a:t>doubt</a:t>
            </a:r>
          </a:p>
          <a:p>
            <a:pPr algn="l"/>
            <a:r>
              <a:rPr lang="en-US" b="1" i="1" dirty="0">
                <a:solidFill>
                  <a:srgbClr val="FF0000"/>
                </a:solidFill>
                <a:latin typeface="Times New Roman" panose="02020603050405020304" pitchFamily="18" charset="0"/>
                <a:cs typeface="Times New Roman" panose="02020603050405020304" pitchFamily="18" charset="0"/>
              </a:rPr>
              <a:t>Doubt</a:t>
            </a:r>
            <a:r>
              <a:rPr lang="en-US" i="1" dirty="0">
                <a:latin typeface="Times New Roman" panose="02020603050405020304" pitchFamily="18" charset="0"/>
                <a:cs typeface="Times New Roman" panose="02020603050405020304" pitchFamily="18" charset="0"/>
              </a:rPr>
              <a:t> - </a:t>
            </a:r>
            <a:r>
              <a:rPr lang="en-US" b="0" i="0" u="none" strike="noStrike" baseline="0" dirty="0">
                <a:latin typeface="Times New Roman" panose="02020603050405020304" pitchFamily="18" charset="0"/>
                <a:cs typeface="Times New Roman" panose="02020603050405020304" pitchFamily="18" charset="0"/>
              </a:rPr>
              <a:t>cannot label with certainty due to lack of data.</a:t>
            </a:r>
          </a:p>
          <a:p>
            <a:pPr algn="l"/>
            <a:r>
              <a:rPr lang="en-US" b="0" i="0" u="none" strike="noStrike" baseline="0" dirty="0">
                <a:latin typeface="Times New Roman" panose="02020603050405020304" pitchFamily="18" charset="0"/>
                <a:cs typeface="Times New Roman" panose="02020603050405020304" pitchFamily="18" charset="0"/>
              </a:rPr>
              <a:t>In such a case, the system </a:t>
            </a:r>
            <a:r>
              <a:rPr lang="en-US" b="0" i="1" u="none" strike="noStrike" baseline="0" dirty="0">
                <a:latin typeface="Times New Roman" panose="02020603050405020304" pitchFamily="18" charset="0"/>
                <a:cs typeface="Times New Roman" panose="02020603050405020304" pitchFamily="18" charset="0"/>
              </a:rPr>
              <a:t>rejects </a:t>
            </a:r>
            <a:r>
              <a:rPr lang="en-US" b="0" i="0" u="none" strike="noStrike" baseline="0" dirty="0">
                <a:latin typeface="Times New Roman" panose="02020603050405020304" pitchFamily="18" charset="0"/>
                <a:cs typeface="Times New Roman" panose="02020603050405020304" pitchFamily="18" charset="0"/>
              </a:rPr>
              <a:t>the instance and defers the decision to </a:t>
            </a:r>
            <a:r>
              <a:rPr lang="en-IN" b="0" i="0" u="none" strike="noStrike" baseline="0" dirty="0">
                <a:latin typeface="Times New Roman" panose="02020603050405020304" pitchFamily="18" charset="0"/>
                <a:cs typeface="Times New Roman" panose="02020603050405020304" pitchFamily="18" charset="0"/>
              </a:rPr>
              <a:t>a human expert.</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0B42A6C-71BF-8B0F-2271-937A831DE754}"/>
              </a:ext>
            </a:extLst>
          </p:cNvPr>
          <p:cNvPicPr>
            <a:picLocks noChangeAspect="1"/>
          </p:cNvPicPr>
          <p:nvPr/>
        </p:nvPicPr>
        <p:blipFill>
          <a:blip r:embed="rId2"/>
          <a:stretch>
            <a:fillRect/>
          </a:stretch>
        </p:blipFill>
        <p:spPr>
          <a:xfrm>
            <a:off x="6999891" y="1190505"/>
            <a:ext cx="4614040" cy="4476990"/>
          </a:xfrm>
          <a:prstGeom prst="rect">
            <a:avLst/>
          </a:prstGeom>
        </p:spPr>
      </p:pic>
    </p:spTree>
    <p:extLst>
      <p:ext uri="{BB962C8B-B14F-4D97-AF65-F5344CB8AC3E}">
        <p14:creationId xmlns:p14="http://schemas.microsoft.com/office/powerpoint/2010/main" val="2248617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6D9A7-97C4-7282-5581-1BBB4AD60EC2}"/>
              </a:ext>
            </a:extLst>
          </p:cNvPr>
          <p:cNvSpPr>
            <a:spLocks noGrp="1"/>
          </p:cNvSpPr>
          <p:nvPr>
            <p:ph type="title"/>
          </p:nvPr>
        </p:nvSpPr>
        <p:spPr>
          <a:xfrm>
            <a:off x="257795" y="88032"/>
            <a:ext cx="10515600" cy="731776"/>
          </a:xfrm>
        </p:spPr>
        <p:txBody>
          <a:bodyPr>
            <a:normAutofit/>
          </a:bodyPr>
          <a:lstStyle/>
          <a:p>
            <a:r>
              <a:rPr lang="en-IN" b="1" dirty="0" err="1">
                <a:latin typeface="Times New Roman" panose="02020603050405020304" pitchFamily="18" charset="0"/>
                <a:cs typeface="Times New Roman" panose="02020603050405020304" pitchFamily="18" charset="0"/>
              </a:rPr>
              <a:t>Vapnik-Chervonenkis</a:t>
            </a:r>
            <a:r>
              <a:rPr lang="en-IN" b="1" dirty="0">
                <a:latin typeface="Times New Roman" panose="02020603050405020304" pitchFamily="18" charset="0"/>
                <a:cs typeface="Times New Roman" panose="02020603050405020304" pitchFamily="18" charset="0"/>
              </a:rPr>
              <a:t> (VC) Dimension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573F4C-BD31-DCB5-89E8-818AF85D1B39}"/>
              </a:ext>
            </a:extLst>
          </p:cNvPr>
          <p:cNvSpPr>
            <a:spLocks noGrp="1"/>
          </p:cNvSpPr>
          <p:nvPr>
            <p:ph idx="1"/>
          </p:nvPr>
        </p:nvSpPr>
        <p:spPr>
          <a:xfrm>
            <a:off x="152399" y="982132"/>
            <a:ext cx="11873345" cy="5592089"/>
          </a:xfrm>
        </p:spPr>
        <p:txBody>
          <a:bodyPr>
            <a:noAutofit/>
          </a:bodyPr>
          <a:lstStyle/>
          <a:p>
            <a:pPr algn="l"/>
            <a:r>
              <a:rPr lang="en-US" b="0" i="0" dirty="0">
                <a:effectLst/>
                <a:latin typeface="Times New Roman" panose="02020603050405020304" pitchFamily="18" charset="0"/>
                <a:cs typeface="Times New Roman" panose="02020603050405020304" pitchFamily="18" charset="0"/>
              </a:rPr>
              <a:t>VC dimension is a measure of the size (capacity, complexity, expressive power, richness, or flexibility) of a class of sets. </a:t>
            </a:r>
            <a:endParaRPr lang="en-US"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Consider a dataset containing </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points. </a:t>
            </a:r>
          </a:p>
          <a:p>
            <a:pPr algn="l"/>
            <a:r>
              <a:rPr lang="en-US" b="0" i="0" u="none" strike="noStrike" baseline="0" dirty="0">
                <a:latin typeface="Times New Roman" panose="02020603050405020304" pitchFamily="18" charset="0"/>
                <a:cs typeface="Times New Roman" panose="02020603050405020304" pitchFamily="18" charset="0"/>
              </a:rPr>
              <a:t>These </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points can be labeled in 2^</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ways as positive and negative. </a:t>
            </a:r>
          </a:p>
          <a:p>
            <a:pPr algn="l"/>
            <a:r>
              <a:rPr lang="en-US" b="0" i="0" u="none" strike="noStrike" baseline="0" dirty="0">
                <a:latin typeface="Times New Roman" panose="02020603050405020304" pitchFamily="18" charset="0"/>
                <a:cs typeface="Times New Roman" panose="02020603050405020304" pitchFamily="18" charset="0"/>
              </a:rPr>
              <a:t>Therefore, 2^</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different learning problems can be defined by </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data points. </a:t>
            </a:r>
          </a:p>
          <a:p>
            <a:pPr algn="l"/>
            <a:r>
              <a:rPr lang="en-US" b="0" i="0" u="none" strike="noStrike" baseline="0" dirty="0">
                <a:latin typeface="Times New Roman" panose="02020603050405020304" pitchFamily="18" charset="0"/>
                <a:cs typeface="Times New Roman" panose="02020603050405020304" pitchFamily="18" charset="0"/>
              </a:rPr>
              <a:t>If for any of these problems, we can find a hypothesis </a:t>
            </a:r>
            <a:r>
              <a:rPr lang="en-US" b="0" i="1" u="none" strike="noStrike" baseline="0" dirty="0" err="1">
                <a:latin typeface="Times New Roman" panose="02020603050405020304" pitchFamily="18" charset="0"/>
                <a:cs typeface="Times New Roman" panose="02020603050405020304" pitchFamily="18" charset="0"/>
              </a:rPr>
              <a:t>h</a:t>
            </a:r>
            <a:r>
              <a:rPr lang="en-US" b="0" i="0" u="none" strike="noStrike" baseline="0" dirty="0" err="1">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that separates the positive examples from the negative, then we say H </a:t>
            </a:r>
            <a:r>
              <a:rPr lang="en-US" b="1" i="1" u="none" strike="noStrike" baseline="0" dirty="0">
                <a:solidFill>
                  <a:srgbClr val="FF0000"/>
                </a:solidFill>
                <a:latin typeface="Times New Roman" panose="02020603050405020304" pitchFamily="18" charset="0"/>
                <a:cs typeface="Times New Roman" panose="02020603050405020304" pitchFamily="18" charset="0"/>
              </a:rPr>
              <a:t>shatters</a:t>
            </a:r>
            <a:r>
              <a:rPr lang="en-US" b="0" i="1" u="none" strike="noStrike" baseline="0" dirty="0">
                <a:latin typeface="Times New Roman" panose="02020603050405020304" pitchFamily="18" charset="0"/>
                <a:cs typeface="Times New Roman" panose="02020603050405020304" pitchFamily="18" charset="0"/>
              </a:rPr>
              <a:t> N </a:t>
            </a:r>
            <a:r>
              <a:rPr lang="en-US" b="0" i="0" u="none" strike="noStrike" baseline="0" dirty="0">
                <a:latin typeface="Times New Roman" panose="02020603050405020304" pitchFamily="18" charset="0"/>
                <a:cs typeface="Times New Roman" panose="02020603050405020304" pitchFamily="18" charset="0"/>
              </a:rPr>
              <a:t>points. </a:t>
            </a:r>
          </a:p>
          <a:p>
            <a:pPr algn="l"/>
            <a:r>
              <a:rPr lang="en-US" b="0" i="0" u="none" strike="noStrike" baseline="0" dirty="0">
                <a:latin typeface="Times New Roman" panose="02020603050405020304" pitchFamily="18" charset="0"/>
                <a:cs typeface="Times New Roman" panose="02020603050405020304" pitchFamily="18" charset="0"/>
              </a:rPr>
              <a:t>That is, any learning problem definable by </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examples can be learned with no error by a hypothesis drawn from H.</a:t>
            </a:r>
          </a:p>
          <a:p>
            <a:pPr algn="l"/>
            <a:r>
              <a:rPr lang="en-US" b="0" i="0" u="none" strike="noStrike" baseline="0" dirty="0">
                <a:latin typeface="Times New Roman" panose="02020603050405020304" pitchFamily="18" charset="0"/>
                <a:cs typeface="Times New Roman" panose="02020603050405020304" pitchFamily="18" charset="0"/>
              </a:rPr>
              <a:t>The maximum number of points that can be shattered by H is called the </a:t>
            </a:r>
            <a:r>
              <a:rPr lang="en-US" b="0" i="1" u="none" strike="noStrike" baseline="0" dirty="0" err="1">
                <a:latin typeface="Times New Roman" panose="02020603050405020304" pitchFamily="18" charset="0"/>
                <a:cs typeface="Times New Roman" panose="02020603050405020304" pitchFamily="18" charset="0"/>
              </a:rPr>
              <a:t>Vapnik-Chervonenkis</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(VC) </a:t>
            </a:r>
            <a:r>
              <a:rPr lang="en-US" b="0" i="1" u="none" strike="noStrike" baseline="0" dirty="0">
                <a:latin typeface="Times New Roman" panose="02020603050405020304" pitchFamily="18" charset="0"/>
                <a:cs typeface="Times New Roman" panose="02020603050405020304" pitchFamily="18" charset="0"/>
              </a:rPr>
              <a:t>dimension </a:t>
            </a:r>
            <a:r>
              <a:rPr lang="en-US" b="0" i="0" u="none" strike="noStrike" baseline="0" dirty="0">
                <a:latin typeface="Times New Roman" panose="02020603050405020304" pitchFamily="18" charset="0"/>
                <a:cs typeface="Times New Roman" panose="02020603050405020304" pitchFamily="18" charset="0"/>
              </a:rPr>
              <a:t>of H, is denoted as </a:t>
            </a:r>
            <a:r>
              <a:rPr lang="en-US" b="0" i="1" u="none" strike="noStrike" baseline="0" dirty="0">
                <a:latin typeface="Times New Roman" panose="02020603050405020304" pitchFamily="18" charset="0"/>
                <a:cs typeface="Times New Roman" panose="02020603050405020304" pitchFamily="18" charset="0"/>
              </a:rPr>
              <a:t>VC(</a:t>
            </a:r>
            <a:r>
              <a:rPr lang="en-US" b="0" i="0" u="none" strike="noStrike" baseline="0" dirty="0">
                <a:latin typeface="Times New Roman" panose="02020603050405020304" pitchFamily="18" charset="0"/>
                <a:cs typeface="Times New Roman" panose="02020603050405020304" pitchFamily="18" charset="0"/>
              </a:rPr>
              <a:t>H</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 and measures the </a:t>
            </a:r>
            <a:r>
              <a:rPr lang="en-US" b="0" i="1" u="none" strike="noStrike" baseline="0" dirty="0">
                <a:latin typeface="Times New Roman" panose="02020603050405020304" pitchFamily="18" charset="0"/>
                <a:cs typeface="Times New Roman" panose="02020603050405020304" pitchFamily="18" charset="0"/>
              </a:rPr>
              <a:t>capacity </a:t>
            </a:r>
            <a:r>
              <a:rPr lang="en-US" b="0" i="0" u="none" strike="noStrike" baseline="0" dirty="0">
                <a:latin typeface="Times New Roman" panose="02020603050405020304" pitchFamily="18" charset="0"/>
                <a:cs typeface="Times New Roman" panose="02020603050405020304" pitchFamily="18" charset="0"/>
              </a:rPr>
              <a:t>of 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822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229DDE-4CDC-C21C-AE59-5EF878F264A1}"/>
              </a:ext>
            </a:extLst>
          </p:cNvPr>
          <p:cNvPicPr>
            <a:picLocks noChangeAspect="1"/>
          </p:cNvPicPr>
          <p:nvPr/>
        </p:nvPicPr>
        <p:blipFill>
          <a:blip r:embed="rId2"/>
          <a:stretch>
            <a:fillRect/>
          </a:stretch>
        </p:blipFill>
        <p:spPr>
          <a:xfrm>
            <a:off x="497305" y="95403"/>
            <a:ext cx="10949552" cy="6770617"/>
          </a:xfrm>
          <a:prstGeom prst="rect">
            <a:avLst/>
          </a:prstGeom>
        </p:spPr>
      </p:pic>
    </p:spTree>
    <p:extLst>
      <p:ext uri="{BB962C8B-B14F-4D97-AF65-F5344CB8AC3E}">
        <p14:creationId xmlns:p14="http://schemas.microsoft.com/office/powerpoint/2010/main" val="2019166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54BD01-BB88-DD82-DA16-68A6A752C673}"/>
              </a:ext>
            </a:extLst>
          </p:cNvPr>
          <p:cNvPicPr>
            <a:picLocks noChangeAspect="1"/>
          </p:cNvPicPr>
          <p:nvPr/>
        </p:nvPicPr>
        <p:blipFill>
          <a:blip r:embed="rId2"/>
          <a:stretch>
            <a:fillRect/>
          </a:stretch>
        </p:blipFill>
        <p:spPr>
          <a:xfrm>
            <a:off x="1634646" y="646162"/>
            <a:ext cx="9183408" cy="5549686"/>
          </a:xfrm>
          <a:prstGeom prst="rect">
            <a:avLst/>
          </a:prstGeom>
        </p:spPr>
      </p:pic>
    </p:spTree>
    <p:extLst>
      <p:ext uri="{BB962C8B-B14F-4D97-AF65-F5344CB8AC3E}">
        <p14:creationId xmlns:p14="http://schemas.microsoft.com/office/powerpoint/2010/main" val="3125727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657A-6E6F-DE57-9C47-E0917815B851}"/>
              </a:ext>
            </a:extLst>
          </p:cNvPr>
          <p:cNvSpPr>
            <a:spLocks noGrp="1"/>
          </p:cNvSpPr>
          <p:nvPr>
            <p:ph type="title"/>
          </p:nvPr>
        </p:nvSpPr>
        <p:spPr>
          <a:xfrm>
            <a:off x="0" y="9201"/>
            <a:ext cx="4700337" cy="779075"/>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7BBD8BC6-C3D4-C8E0-411A-3E1170899FF4}"/>
              </a:ext>
            </a:extLst>
          </p:cNvPr>
          <p:cNvSpPr>
            <a:spLocks noGrp="1"/>
          </p:cNvSpPr>
          <p:nvPr>
            <p:ph idx="1"/>
          </p:nvPr>
        </p:nvSpPr>
        <p:spPr>
          <a:xfrm>
            <a:off x="-1" y="918694"/>
            <a:ext cx="6656367" cy="5523060"/>
          </a:xfrm>
        </p:spPr>
        <p:txBody>
          <a:bodyPr>
            <a:noAutofit/>
          </a:bodyPr>
          <a:lstStyle/>
          <a:p>
            <a:pPr algn="l"/>
            <a:r>
              <a:rPr lang="en-US" sz="2400" b="0" i="0" u="none" strike="noStrike" baseline="0" dirty="0">
                <a:latin typeface="Times New Roman" panose="02020603050405020304" pitchFamily="18" charset="0"/>
                <a:cs typeface="Times New Roman" panose="02020603050405020304" pitchFamily="18" charset="0"/>
              </a:rPr>
              <a:t>In figure, an </a:t>
            </a:r>
            <a:r>
              <a:rPr lang="en-US" sz="2400" b="1" i="0" u="none" strike="noStrike" baseline="0" dirty="0">
                <a:latin typeface="Times New Roman" panose="02020603050405020304" pitchFamily="18" charset="0"/>
                <a:cs typeface="Times New Roman" panose="02020603050405020304" pitchFamily="18" charset="0"/>
              </a:rPr>
              <a:t>axis-aligned rectangle </a:t>
            </a:r>
            <a:r>
              <a:rPr lang="en-US" sz="2400" b="0" i="0" u="none" strike="noStrike" baseline="0" dirty="0">
                <a:latin typeface="Times New Roman" panose="02020603050405020304" pitchFamily="18" charset="0"/>
                <a:cs typeface="Times New Roman" panose="02020603050405020304" pitchFamily="18" charset="0"/>
              </a:rPr>
              <a:t>that can shatter four points in two dimensions is shown. </a:t>
            </a:r>
          </a:p>
          <a:p>
            <a:pPr algn="l"/>
            <a:r>
              <a:rPr lang="en-US" sz="2400" b="0" i="0" u="none" strike="noStrike" baseline="0" dirty="0">
                <a:latin typeface="Times New Roman" panose="02020603050405020304" pitchFamily="18" charset="0"/>
                <a:cs typeface="Times New Roman" panose="02020603050405020304" pitchFamily="18" charset="0"/>
              </a:rPr>
              <a:t>Then </a:t>
            </a:r>
            <a:r>
              <a:rPr lang="en-US" sz="2400" b="0" i="1" u="none" strike="noStrike" baseline="0" dirty="0">
                <a:latin typeface="Times New Roman" panose="02020603050405020304" pitchFamily="18" charset="0"/>
                <a:cs typeface="Times New Roman" panose="02020603050405020304" pitchFamily="18" charset="0"/>
              </a:rPr>
              <a:t>VC(</a:t>
            </a:r>
            <a:r>
              <a:rPr lang="en-US" sz="2400" b="0" i="0" u="none" strike="noStrike" baseline="0" dirty="0">
                <a:latin typeface="Times New Roman" panose="02020603050405020304" pitchFamily="18" charset="0"/>
                <a:cs typeface="Times New Roman" panose="02020603050405020304" pitchFamily="18" charset="0"/>
              </a:rPr>
              <a:t>H</a:t>
            </a:r>
            <a:r>
              <a:rPr lang="en-US" sz="2400" b="0" i="1" u="none" strike="noStrike" baseline="0" dirty="0">
                <a:latin typeface="Times New Roman" panose="02020603050405020304" pitchFamily="18" charset="0"/>
                <a:cs typeface="Times New Roman" panose="02020603050405020304" pitchFamily="18" charset="0"/>
              </a:rPr>
              <a:t>)</a:t>
            </a:r>
            <a:r>
              <a:rPr lang="en-US" sz="2400" b="0" i="0" u="none" strike="noStrike" baseline="0" dirty="0">
                <a:latin typeface="Times New Roman" panose="02020603050405020304" pitchFamily="18" charset="0"/>
                <a:cs typeface="Times New Roman" panose="02020603050405020304" pitchFamily="18" charset="0"/>
              </a:rPr>
              <a:t>, when H is the hypothesis class of axis-aligned rectangles in two dimensions, is four. </a:t>
            </a:r>
          </a:p>
          <a:p>
            <a:pPr algn="l"/>
            <a:r>
              <a:rPr lang="en-US" sz="2400" b="0" i="0" u="none" strike="noStrike" baseline="0" dirty="0">
                <a:latin typeface="Times New Roman" panose="02020603050405020304" pitchFamily="18" charset="0"/>
                <a:cs typeface="Times New Roman" panose="02020603050405020304" pitchFamily="18" charset="0"/>
              </a:rPr>
              <a:t>In calculating the VC dimension, it is enough that four points can be found that can be shattered;</a:t>
            </a:r>
          </a:p>
          <a:p>
            <a:pPr algn="l"/>
            <a:r>
              <a:rPr lang="en-US" sz="2400" b="0" i="0" u="none" strike="noStrike" baseline="0" dirty="0">
                <a:latin typeface="Times New Roman" panose="02020603050405020304" pitchFamily="18" charset="0"/>
                <a:cs typeface="Times New Roman" panose="02020603050405020304" pitchFamily="18" charset="0"/>
              </a:rPr>
              <a:t>it is not necessary that we be able to shatter </a:t>
            </a:r>
            <a:r>
              <a:rPr lang="en-US" sz="2400" b="0" i="1" u="none" strike="noStrike" baseline="0" dirty="0">
                <a:latin typeface="Times New Roman" panose="02020603050405020304" pitchFamily="18" charset="0"/>
                <a:cs typeface="Times New Roman" panose="02020603050405020304" pitchFamily="18" charset="0"/>
              </a:rPr>
              <a:t>any </a:t>
            </a:r>
            <a:r>
              <a:rPr lang="en-US" sz="2400" b="0" i="0" u="none" strike="noStrike" baseline="0" dirty="0">
                <a:latin typeface="Times New Roman" panose="02020603050405020304" pitchFamily="18" charset="0"/>
                <a:cs typeface="Times New Roman" panose="02020603050405020304" pitchFamily="18" charset="0"/>
              </a:rPr>
              <a:t>four points in two dimensions. </a:t>
            </a:r>
          </a:p>
          <a:p>
            <a:pPr algn="l"/>
            <a:r>
              <a:rPr lang="en-US" sz="2400" b="0" i="0" u="none" strike="noStrike" baseline="0" dirty="0">
                <a:latin typeface="Times New Roman" panose="02020603050405020304" pitchFamily="18" charset="0"/>
                <a:cs typeface="Times New Roman" panose="02020603050405020304" pitchFamily="18" charset="0"/>
              </a:rPr>
              <a:t>For example, four points placed on a line cannot be shattered by rectangles. </a:t>
            </a:r>
          </a:p>
          <a:p>
            <a:pPr algn="l"/>
            <a:r>
              <a:rPr lang="en-US" sz="2400" b="0" i="0" u="none" strike="noStrike" baseline="0" dirty="0">
                <a:latin typeface="Times New Roman" panose="02020603050405020304" pitchFamily="18" charset="0"/>
                <a:cs typeface="Times New Roman" panose="02020603050405020304" pitchFamily="18" charset="0"/>
              </a:rPr>
              <a:t>However, its not possible to place five points in two dimensions </a:t>
            </a:r>
            <a:r>
              <a:rPr lang="en-US" sz="2400" b="0" i="1" u="none" strike="noStrike" baseline="0" dirty="0">
                <a:latin typeface="Times New Roman" panose="02020603050405020304" pitchFamily="18" charset="0"/>
                <a:cs typeface="Times New Roman" panose="02020603050405020304" pitchFamily="18" charset="0"/>
              </a:rPr>
              <a:t>anywhere </a:t>
            </a:r>
            <a:r>
              <a:rPr lang="en-US" sz="2400" b="0" i="0" u="none" strike="noStrike" baseline="0" dirty="0">
                <a:latin typeface="Times New Roman" panose="02020603050405020304" pitchFamily="18" charset="0"/>
                <a:cs typeface="Times New Roman" panose="02020603050405020304" pitchFamily="18" charset="0"/>
              </a:rPr>
              <a:t>such that a rectangle can separate the positive and negative examples for all possible </a:t>
            </a:r>
            <a:r>
              <a:rPr lang="en-US" sz="2400" b="0" i="0" u="none" strike="noStrike" baseline="0" dirty="0" err="1">
                <a:latin typeface="Times New Roman" panose="02020603050405020304" pitchFamily="18" charset="0"/>
                <a:cs typeface="Times New Roman" panose="02020603050405020304" pitchFamily="18" charset="0"/>
              </a:rPr>
              <a:t>labelings</a:t>
            </a:r>
            <a:r>
              <a:rPr lang="en-US" sz="2400" b="0" i="0" u="none" strike="noStrike" baseline="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897FBD2-4558-73D2-2149-4328F41EDE63}"/>
              </a:ext>
            </a:extLst>
          </p:cNvPr>
          <p:cNvPicPr>
            <a:picLocks noChangeAspect="1"/>
          </p:cNvPicPr>
          <p:nvPr/>
        </p:nvPicPr>
        <p:blipFill>
          <a:blip r:embed="rId2"/>
          <a:stretch>
            <a:fillRect/>
          </a:stretch>
        </p:blipFill>
        <p:spPr>
          <a:xfrm>
            <a:off x="6656367" y="2008399"/>
            <a:ext cx="4871545" cy="4849601"/>
          </a:xfrm>
          <a:prstGeom prst="rect">
            <a:avLst/>
          </a:prstGeom>
        </p:spPr>
      </p:pic>
      <p:sp>
        <p:nvSpPr>
          <p:cNvPr id="7" name="TextBox 6">
            <a:extLst>
              <a:ext uri="{FF2B5EF4-FFF2-40B4-BE49-F238E27FC236}">
                <a16:creationId xmlns:a16="http://schemas.microsoft.com/office/drawing/2014/main" id="{9A1AC2E0-5B4D-499C-9C9C-8E2EBB3D294C}"/>
              </a:ext>
            </a:extLst>
          </p:cNvPr>
          <p:cNvSpPr txBox="1"/>
          <p:nvPr/>
        </p:nvSpPr>
        <p:spPr>
          <a:xfrm>
            <a:off x="7106652" y="175191"/>
            <a:ext cx="4538810" cy="1569660"/>
          </a:xfrm>
          <a:prstGeom prst="rect">
            <a:avLst/>
          </a:prstGeom>
          <a:noFill/>
        </p:spPr>
        <p:txBody>
          <a:bodyPr wrap="square">
            <a:spAutoFit/>
          </a:bodyPr>
          <a:lstStyle/>
          <a:p>
            <a:pPr algn="l"/>
            <a:r>
              <a:rPr lang="en-US" sz="2400" b="0" i="0" u="none" strike="noStrike" baseline="0" dirty="0">
                <a:latin typeface="Times New Roman" panose="02020603050405020304" pitchFamily="18" charset="0"/>
                <a:cs typeface="Times New Roman" panose="02020603050405020304" pitchFamily="18" charset="0"/>
              </a:rPr>
              <a:t>An axis-aligned rectangle can shatter four points. </a:t>
            </a:r>
          </a:p>
          <a:p>
            <a:pPr algn="l"/>
            <a:r>
              <a:rPr lang="en-US" sz="2400" b="0" i="0" u="none" strike="noStrike" baseline="0" dirty="0">
                <a:latin typeface="Times New Roman" panose="02020603050405020304" pitchFamily="18" charset="0"/>
                <a:cs typeface="Times New Roman" panose="02020603050405020304" pitchFamily="18" charset="0"/>
              </a:rPr>
              <a:t>Only rectangles covering two points are shown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459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F59DB-2465-9A0D-275E-0FE828E14DDA}"/>
              </a:ext>
            </a:extLst>
          </p:cNvPr>
          <p:cNvSpPr>
            <a:spLocks noGrp="1"/>
          </p:cNvSpPr>
          <p:nvPr>
            <p:ph type="title"/>
          </p:nvPr>
        </p:nvSpPr>
        <p:spPr>
          <a:xfrm>
            <a:off x="152399" y="88031"/>
            <a:ext cx="11201401" cy="909493"/>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65DD770C-68A0-9B45-A0D7-F8BD783B4BB3}"/>
              </a:ext>
            </a:extLst>
          </p:cNvPr>
          <p:cNvSpPr>
            <a:spLocks noGrp="1"/>
          </p:cNvSpPr>
          <p:nvPr>
            <p:ph idx="1"/>
          </p:nvPr>
        </p:nvSpPr>
        <p:spPr>
          <a:xfrm>
            <a:off x="152399" y="1151467"/>
            <a:ext cx="11873345" cy="5425796"/>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VC dimension tells that using a rectangle as a hypothesis class, learning only datasets containing four points is possible and not more, and its not very useful. </a:t>
            </a:r>
          </a:p>
          <a:p>
            <a:pPr algn="l"/>
            <a:r>
              <a:rPr lang="en-US" b="0" i="0" dirty="0">
                <a:effectLst/>
                <a:latin typeface="Times New Roman" panose="02020603050405020304" pitchFamily="18" charset="0"/>
                <a:cs typeface="Times New Roman" panose="02020603050405020304" pitchFamily="18" charset="0"/>
              </a:rPr>
              <a:t>The VC dimension is a theoretical concept that cannot be directly computed from data. </a:t>
            </a:r>
          </a:p>
          <a:p>
            <a:pPr algn="l"/>
            <a:r>
              <a:rPr lang="en-US" b="0" i="0" dirty="0">
                <a:effectLst/>
                <a:latin typeface="Times New Roman" panose="02020603050405020304" pitchFamily="18" charset="0"/>
                <a:cs typeface="Times New Roman" panose="02020603050405020304" pitchFamily="18" charset="0"/>
              </a:rPr>
              <a:t>However, estimation of the VC dimension for a given hypothesis set by counting the number of points that can be shattered by the set can be done.</a:t>
            </a:r>
          </a:p>
          <a:p>
            <a:pPr algn="l"/>
            <a:r>
              <a:rPr lang="en-US" b="0" i="0" dirty="0">
                <a:effectLst/>
                <a:latin typeface="Times New Roman" panose="02020603050405020304" pitchFamily="18" charset="0"/>
                <a:cs typeface="Times New Roman" panose="02020603050405020304" pitchFamily="18" charset="0"/>
              </a:rPr>
              <a:t>The function takes a hypothesis set as its input and computes the VC dimension using the brute-force approach of checking all possible combinations of points and labels. </a:t>
            </a:r>
          </a:p>
          <a:p>
            <a:pPr algn="l"/>
            <a:r>
              <a:rPr lang="en-US" b="0" i="0" dirty="0">
                <a:effectLst/>
                <a:latin typeface="Times New Roman" panose="02020603050405020304" pitchFamily="18" charset="0"/>
                <a:cs typeface="Times New Roman" panose="02020603050405020304" pitchFamily="18" charset="0"/>
              </a:rPr>
              <a:t>It generates all possible combinations of points and labels and then checks if the hypothesis set can shatter each combination.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4159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1CC17-3C67-061B-B558-1D1D2ED5C4EB}"/>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Applications of VC – Dimension</a:t>
            </a:r>
            <a:endParaRPr lang="en-IN" dirty="0"/>
          </a:p>
        </p:txBody>
      </p:sp>
      <p:sp>
        <p:nvSpPr>
          <p:cNvPr id="3" name="Content Placeholder 2">
            <a:extLst>
              <a:ext uri="{FF2B5EF4-FFF2-40B4-BE49-F238E27FC236}">
                <a16:creationId xmlns:a16="http://schemas.microsoft.com/office/drawing/2014/main" id="{FF596301-AAE8-6095-6682-919054D45B2F}"/>
              </a:ext>
            </a:extLst>
          </p:cNvPr>
          <p:cNvSpPr>
            <a:spLocks noGrp="1"/>
          </p:cNvSpPr>
          <p:nvPr>
            <p:ph idx="1"/>
          </p:nvPr>
        </p:nvSpPr>
        <p:spPr/>
        <p:txBody>
          <a:bodyPr>
            <a:normAutofit lnSpcReduction="10000"/>
          </a:bodyPr>
          <a:lstStyle/>
          <a:p>
            <a:pPr algn="l" fontAlgn="base">
              <a:spcAft>
                <a:spcPts val="750"/>
              </a:spcAft>
            </a:pPr>
            <a:r>
              <a:rPr lang="en-US" b="0" i="0" dirty="0">
                <a:effectLst/>
                <a:latin typeface="Times New Roman" panose="02020603050405020304" pitchFamily="18" charset="0"/>
                <a:cs typeface="Times New Roman" panose="02020603050405020304" pitchFamily="18" charset="0"/>
              </a:rPr>
              <a:t>The VC dimension has a wide range of applications in machine learning and statistics. </a:t>
            </a:r>
          </a:p>
          <a:p>
            <a:pPr algn="l" fontAlgn="base">
              <a:spcAft>
                <a:spcPts val="750"/>
              </a:spcAft>
            </a:pPr>
            <a:r>
              <a:rPr lang="en-US" b="0" i="0" dirty="0">
                <a:effectLst/>
                <a:latin typeface="Times New Roman" panose="02020603050405020304" pitchFamily="18" charset="0"/>
                <a:cs typeface="Times New Roman" panose="02020603050405020304" pitchFamily="18" charset="0"/>
              </a:rPr>
              <a:t>For example, it is used to analyze the complexity of neural networks, support vector machines, and decision trees. </a:t>
            </a:r>
          </a:p>
          <a:p>
            <a:pPr algn="l" fontAlgn="base">
              <a:spcAft>
                <a:spcPts val="750"/>
              </a:spcAft>
            </a:pPr>
            <a:r>
              <a:rPr lang="en-US" b="0" i="0" dirty="0">
                <a:effectLst/>
                <a:latin typeface="Times New Roman" panose="02020603050405020304" pitchFamily="18" charset="0"/>
                <a:cs typeface="Times New Roman" panose="02020603050405020304" pitchFamily="18" charset="0"/>
              </a:rPr>
              <a:t>The VC dimension can also be used to design new learning algorithms that are robust to noise and can generalize well to unseen data.</a:t>
            </a:r>
          </a:p>
          <a:p>
            <a:pPr algn="l" fontAlgn="base">
              <a:spcAft>
                <a:spcPts val="750"/>
              </a:spcAft>
            </a:pPr>
            <a:r>
              <a:rPr lang="en-US" b="0" i="0" dirty="0">
                <a:effectLst/>
                <a:latin typeface="Times New Roman" panose="02020603050405020304" pitchFamily="18" charset="0"/>
                <a:cs typeface="Times New Roman" panose="02020603050405020304" pitchFamily="18" charset="0"/>
              </a:rPr>
              <a:t>The VC dimension can be extended to more complex learning scenarios, such as multiclass classification and regression. </a:t>
            </a:r>
          </a:p>
          <a:p>
            <a:pPr algn="l" fontAlgn="base">
              <a:spcAft>
                <a:spcPts val="750"/>
              </a:spcAft>
            </a:pPr>
            <a:r>
              <a:rPr lang="en-US" b="0" i="0" dirty="0">
                <a:effectLst/>
                <a:latin typeface="Times New Roman" panose="02020603050405020304" pitchFamily="18" charset="0"/>
                <a:cs typeface="Times New Roman" panose="02020603050405020304" pitchFamily="18" charset="0"/>
              </a:rPr>
              <a:t>The concept of the VC dimension can also be applied to other areas of computer science, such as computational geometry and graph theory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542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51B3-A3E9-F391-3AB4-E9D8633A99DC}"/>
              </a:ext>
            </a:extLst>
          </p:cNvPr>
          <p:cNvSpPr>
            <a:spLocks noGrp="1"/>
          </p:cNvSpPr>
          <p:nvPr>
            <p:ph type="title"/>
          </p:nvPr>
        </p:nvSpPr>
        <p:spPr>
          <a:xfrm>
            <a:off x="152399" y="88031"/>
            <a:ext cx="11201401" cy="909493"/>
          </a:xfrm>
        </p:spPr>
        <p:txBody>
          <a:bodyPr>
            <a:normAutofit fontScale="90000"/>
          </a:bodyPr>
          <a:lstStyle/>
          <a:p>
            <a:r>
              <a:rPr lang="en-US" b="1" dirty="0">
                <a:latin typeface="Times New Roman" panose="02020603050405020304" pitchFamily="18" charset="0"/>
                <a:cs typeface="Times New Roman" panose="02020603050405020304" pitchFamily="18" charset="0"/>
              </a:rPr>
              <a:t>Probably Approximately Correct (PAC)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7B1646-EDCF-1432-E5F4-3BEA1EF69978}"/>
              </a:ext>
            </a:extLst>
          </p:cNvPr>
          <p:cNvSpPr>
            <a:spLocks noGrp="1"/>
          </p:cNvSpPr>
          <p:nvPr>
            <p:ph idx="1"/>
          </p:nvPr>
        </p:nvSpPr>
        <p:spPr>
          <a:xfrm>
            <a:off x="159327" y="1307766"/>
            <a:ext cx="11873345" cy="5179439"/>
          </a:xfrm>
        </p:spPr>
        <p:txBody>
          <a:bodyPr>
            <a:normAutofit lnSpcReduction="10000"/>
          </a:bodyPr>
          <a:lstStyle/>
          <a:p>
            <a:pPr algn="l"/>
            <a:r>
              <a:rPr lang="en-US" dirty="0">
                <a:latin typeface="Times New Roman" panose="02020603050405020304" pitchFamily="18" charset="0"/>
                <a:cs typeface="Times New Roman" panose="02020603050405020304" pitchFamily="18" charset="0"/>
              </a:rPr>
              <a:t>PAC Learning</a:t>
            </a:r>
            <a:r>
              <a:rPr lang="en-US" b="0" i="0" dirty="0">
                <a:effectLst/>
                <a:latin typeface="Times New Roman" panose="02020603050405020304" pitchFamily="18" charset="0"/>
                <a:cs typeface="Times New Roman" panose="02020603050405020304" pitchFamily="18" charset="0"/>
              </a:rPr>
              <a:t> addresses the problem of learning a function from a set of samples in a way that is both probably correct and approximately correct. </a:t>
            </a:r>
          </a:p>
          <a:p>
            <a:pPr algn="l"/>
            <a:r>
              <a:rPr lang="en-US" b="0" i="0" dirty="0">
                <a:effectLst/>
                <a:latin typeface="Times New Roman" panose="02020603050405020304" pitchFamily="18" charset="0"/>
                <a:cs typeface="Times New Roman" panose="02020603050405020304" pitchFamily="18" charset="0"/>
              </a:rPr>
              <a:t>PAC learning formalizes the conditions under which a learning algorithm can be expected to perform well on new unseen data after being trained on a finite set of examples.</a:t>
            </a:r>
            <a:endParaRPr lang="en-US"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Using the tightest rectangle, </a:t>
            </a:r>
            <a:r>
              <a:rPr lang="en-US" b="0" i="1" u="none" strike="noStrike" baseline="0" dirty="0">
                <a:latin typeface="Times New Roman" panose="02020603050405020304" pitchFamily="18" charset="0"/>
                <a:cs typeface="Times New Roman" panose="02020603050405020304" pitchFamily="18" charset="0"/>
              </a:rPr>
              <a:t>S</a:t>
            </a:r>
            <a:r>
              <a:rPr lang="en-US" b="0" i="0" u="none" strike="noStrike" baseline="0" dirty="0">
                <a:latin typeface="Times New Roman" panose="02020603050405020304" pitchFamily="18" charset="0"/>
                <a:cs typeface="Times New Roman" panose="02020603050405020304" pitchFamily="18" charset="0"/>
              </a:rPr>
              <a:t>, as hypothesis, it is required that that the hypothesis to be approximately correct </a:t>
            </a:r>
          </a:p>
          <a:p>
            <a:pPr algn="l"/>
            <a:r>
              <a:rPr lang="en-US" b="0" i="0" u="none" strike="noStrike" baseline="0" dirty="0">
                <a:latin typeface="Times New Roman" panose="02020603050405020304" pitchFamily="18" charset="0"/>
                <a:cs typeface="Times New Roman" panose="02020603050405020304" pitchFamily="18" charset="0"/>
              </a:rPr>
              <a:t>And also the hypothesis will be correct most of the time (if not always); So, the expectation is probably correct</a:t>
            </a:r>
            <a:r>
              <a:rPr lang="en-IN" b="0" i="0" u="none" strike="noStrike" baseline="0" dirty="0">
                <a:latin typeface="Times New Roman" panose="02020603050405020304" pitchFamily="18" charset="0"/>
                <a:cs typeface="Times New Roman" panose="02020603050405020304" pitchFamily="18" charset="0"/>
              </a:rPr>
              <a:t>.</a:t>
            </a:r>
          </a:p>
          <a:p>
            <a:pPr algn="l"/>
            <a:r>
              <a:rPr lang="en-US" b="0" i="0" dirty="0">
                <a:effectLst/>
                <a:latin typeface="Times New Roman" panose="02020603050405020304" pitchFamily="18" charset="0"/>
                <a:cs typeface="Times New Roman" panose="02020603050405020304" pitchFamily="18" charset="0"/>
              </a:rPr>
              <a:t>Probably Approximately Correct (PAC) learning, offers insights into the fundamental question of how much data is needed for learning algorithms to reliably generalize to unseen new instances</a:t>
            </a:r>
            <a:endParaRPr lang="en-IN"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690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96AE8-D524-206B-E095-FEEDED5B8B00}"/>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7D83CD69-E2A8-ADEC-6FC5-D3A580D40FE2}"/>
              </a:ext>
            </a:extLst>
          </p:cNvPr>
          <p:cNvSpPr>
            <a:spLocks noGrp="1"/>
          </p:cNvSpPr>
          <p:nvPr>
            <p:ph idx="1"/>
          </p:nvPr>
        </p:nvSpPr>
        <p:spPr/>
        <p:txBody>
          <a:bodyPr/>
          <a:lstStyle/>
          <a:p>
            <a:r>
              <a:rPr lang="en-US" b="0" i="0" dirty="0">
                <a:effectLst/>
                <a:latin typeface="Times New Roman" panose="02020603050405020304" pitchFamily="18" charset="0"/>
                <a:cs typeface="Times New Roman" panose="02020603050405020304" pitchFamily="18" charset="0"/>
              </a:rPr>
              <a:t>The PAC learning theorem provides formal guarantees about the performance of learning algorithms. </a:t>
            </a:r>
          </a:p>
          <a:p>
            <a:r>
              <a:rPr lang="en-US" b="0" i="0" dirty="0">
                <a:effectLst/>
                <a:latin typeface="Times New Roman" panose="02020603050405020304" pitchFamily="18" charset="0"/>
                <a:cs typeface="Times New Roman" panose="02020603050405020304" pitchFamily="18" charset="0"/>
              </a:rPr>
              <a:t>It states that for a given accuracy (ε) and confidence (δ), there exists a sample size (N) such that any learning algorithm that returns a hypothesis consistent with the training samples will, with probability at least 1-δ, have an error rate less than ε on </a:t>
            </a:r>
            <a:r>
              <a:rPr lang="en-US" dirty="0">
                <a:latin typeface="Times New Roman" panose="02020603050405020304" pitchFamily="18" charset="0"/>
                <a:cs typeface="Times New Roman" panose="02020603050405020304" pitchFamily="18" charset="0"/>
              </a:rPr>
              <a:t>new</a:t>
            </a:r>
            <a:r>
              <a:rPr lang="en-US" b="0" i="0" dirty="0">
                <a:effectLst/>
                <a:latin typeface="Times New Roman" panose="02020603050405020304" pitchFamily="18" charset="0"/>
                <a:cs typeface="Times New Roman" panose="02020603050405020304" pitchFamily="18" charset="0"/>
              </a:rPr>
              <a:t> data.</a:t>
            </a:r>
          </a:p>
          <a:p>
            <a:r>
              <a:rPr lang="en-US" dirty="0">
                <a:latin typeface="Times New Roman" panose="02020603050405020304" pitchFamily="18" charset="0"/>
                <a:cs typeface="Times New Roman" panose="02020603050405020304" pitchFamily="18" charset="0"/>
              </a:rPr>
              <a:t>PAC learning is likely to </a:t>
            </a:r>
            <a:r>
              <a:rPr lang="en-US" dirty="0">
                <a:solidFill>
                  <a:srgbClr val="FF0000"/>
                </a:solidFill>
                <a:latin typeface="Times New Roman" panose="02020603050405020304" pitchFamily="18" charset="0"/>
                <a:cs typeface="Times New Roman" panose="02020603050405020304" pitchFamily="18" charset="0"/>
              </a:rPr>
              <a:t>make prediction on unseen data within a certain error margin</a:t>
            </a:r>
            <a:endParaRPr lang="en-US" b="0" i="0" dirty="0">
              <a:solidFill>
                <a:srgbClr val="FF0000"/>
              </a:solidFill>
              <a:effectLst/>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PAC learning is important because it provides a rigorous foundation for understanding the behavior and performance of learning algorithms.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6329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FC69-C17B-8331-4C1C-D9558AB76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9C864-69C3-FF98-5828-F59352EEFA17}"/>
              </a:ext>
            </a:extLst>
          </p:cNvPr>
          <p:cNvSpPr>
            <a:spLocks noGrp="1"/>
          </p:cNvSpPr>
          <p:nvPr>
            <p:ph type="title"/>
          </p:nvPr>
        </p:nvSpPr>
        <p:spPr>
          <a:xfrm>
            <a:off x="152399" y="88031"/>
            <a:ext cx="11201401" cy="909493"/>
          </a:xfrm>
        </p:spPr>
        <p:txBody>
          <a:bodyPr>
            <a:normAutofit/>
          </a:bodyPr>
          <a:lstStyle/>
          <a:p>
            <a:r>
              <a:rPr lang="en-US" b="1" dirty="0">
                <a:latin typeface="Times New Roman" panose="02020603050405020304" pitchFamily="18" charset="0"/>
                <a:cs typeface="Times New Roman" panose="02020603050405020304" pitchFamily="18" charset="0"/>
              </a:rPr>
              <a:t>Continue…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2CFB2F-C5BF-B18E-79CF-179D66809161}"/>
              </a:ext>
            </a:extLst>
          </p:cNvPr>
          <p:cNvSpPr>
            <a:spLocks noGrp="1"/>
          </p:cNvSpPr>
          <p:nvPr>
            <p:ph idx="1"/>
          </p:nvPr>
        </p:nvSpPr>
        <p:spPr>
          <a:xfrm>
            <a:off x="152399" y="1126671"/>
            <a:ext cx="12014656" cy="5050292"/>
          </a:xfrm>
        </p:spPr>
        <p:txBody>
          <a:bodyPr>
            <a:normAutofit/>
          </a:bodyPr>
          <a:lstStyle/>
          <a:p>
            <a:pPr algn="l">
              <a:lnSpc>
                <a:spcPct val="100000"/>
              </a:lnSpc>
              <a:spcBef>
                <a:spcPts val="600"/>
              </a:spcBef>
            </a:pPr>
            <a:r>
              <a:rPr lang="en-US" b="0" i="0" u="none" strike="noStrike" baseline="0" dirty="0">
                <a:latin typeface="Times New Roman" panose="02020603050405020304" pitchFamily="18" charset="0"/>
                <a:cs typeface="Times New Roman" panose="02020603050405020304" pitchFamily="18" charset="0"/>
              </a:rPr>
              <a:t>In </a:t>
            </a:r>
            <a:r>
              <a:rPr lang="en-US" b="1" i="1" u="none" strike="noStrike" baseline="0" dirty="0">
                <a:solidFill>
                  <a:srgbClr val="FF0000"/>
                </a:solidFill>
                <a:latin typeface="Times New Roman" panose="02020603050405020304" pitchFamily="18" charset="0"/>
                <a:cs typeface="Times New Roman" panose="02020603050405020304" pitchFamily="18" charset="0"/>
              </a:rPr>
              <a:t>PAC learning</a:t>
            </a:r>
            <a:r>
              <a:rPr lang="en-US" b="0" i="0" u="none" strike="noStrike" baseline="0" dirty="0">
                <a:latin typeface="Times New Roman" panose="02020603050405020304" pitchFamily="18" charset="0"/>
                <a:cs typeface="Times New Roman" panose="02020603050405020304" pitchFamily="18" charset="0"/>
              </a:rPr>
              <a:t>, given a class, C, and examples drawn from some unknown but fixed probability distribution, </a:t>
            </a:r>
            <a:r>
              <a:rPr lang="en-US" b="0" i="1" u="none" strike="noStrike" baseline="0" dirty="0">
                <a:latin typeface="Times New Roman" panose="02020603050405020304" pitchFamily="18" charset="0"/>
                <a:cs typeface="Times New Roman" panose="02020603050405020304" pitchFamily="18" charset="0"/>
              </a:rPr>
              <a:t>p(x)</a:t>
            </a:r>
            <a:r>
              <a:rPr lang="en-US" b="0" i="0" u="none" strike="noStrike" baseline="0" dirty="0">
                <a:latin typeface="Times New Roman" panose="02020603050405020304" pitchFamily="18" charset="0"/>
                <a:cs typeface="Times New Roman" panose="02020603050405020304" pitchFamily="18" charset="0"/>
              </a:rPr>
              <a:t>, we want to find the number of examples, </a:t>
            </a:r>
            <a:r>
              <a:rPr lang="en-US" b="0" i="1" u="none" strike="noStrike" baseline="0" dirty="0">
                <a:latin typeface="Times New Roman" panose="02020603050405020304" pitchFamily="18" charset="0"/>
                <a:cs typeface="Times New Roman" panose="02020603050405020304" pitchFamily="18" charset="0"/>
              </a:rPr>
              <a:t>N</a:t>
            </a:r>
            <a:r>
              <a:rPr lang="en-US" b="0" i="0" u="none" strike="noStrike" baseline="0" dirty="0">
                <a:latin typeface="Times New Roman" panose="02020603050405020304" pitchFamily="18" charset="0"/>
                <a:cs typeface="Times New Roman" panose="02020603050405020304" pitchFamily="18" charset="0"/>
              </a:rPr>
              <a:t>, such that with probability </a:t>
            </a:r>
            <a:r>
              <a:rPr lang="en-US" b="0" i="0" u="none" strike="noStrike" baseline="0" dirty="0" err="1">
                <a:latin typeface="Times New Roman" panose="02020603050405020304" pitchFamily="18" charset="0"/>
                <a:cs typeface="Times New Roman" panose="02020603050405020304" pitchFamily="18" charset="0"/>
              </a:rPr>
              <a:t>atleast</a:t>
            </a:r>
            <a:r>
              <a:rPr lang="en-US" b="0" i="0" u="none" strike="noStrike" baseline="0" dirty="0">
                <a:latin typeface="Times New Roman" panose="02020603050405020304" pitchFamily="18" charset="0"/>
                <a:cs typeface="Times New Roman" panose="02020603050405020304" pitchFamily="18" charset="0"/>
              </a:rPr>
              <a:t> 1 − </a:t>
            </a:r>
            <a:r>
              <a:rPr lang="en-US" b="0" i="1" u="none" strike="noStrike" baseline="0" dirty="0">
                <a:latin typeface="Times New Roman" panose="02020603050405020304" pitchFamily="18" charset="0"/>
                <a:cs typeface="Times New Roman" panose="02020603050405020304" pitchFamily="18" charset="0"/>
              </a:rPr>
              <a:t>δ</a:t>
            </a:r>
            <a:r>
              <a:rPr lang="en-US" b="0" i="0" u="none" strike="noStrike" baseline="0" dirty="0">
                <a:latin typeface="Times New Roman" panose="02020603050405020304" pitchFamily="18" charset="0"/>
                <a:cs typeface="Times New Roman" panose="02020603050405020304" pitchFamily="18" charset="0"/>
              </a:rPr>
              <a:t>, the hypothesis </a:t>
            </a:r>
            <a:r>
              <a:rPr lang="en-US" b="0"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has error </a:t>
            </a:r>
            <a:r>
              <a:rPr lang="en-US" b="0" i="0" u="none" strike="noStrike" baseline="0" dirty="0" err="1">
                <a:latin typeface="Times New Roman" panose="02020603050405020304" pitchFamily="18" charset="0"/>
                <a:cs typeface="Times New Roman" panose="02020603050405020304" pitchFamily="18" charset="0"/>
              </a:rPr>
              <a:t>atmost</a:t>
            </a:r>
            <a:r>
              <a:rPr lang="en-US" b="0" i="0" u="none" strike="noStrike" baseline="0" dirty="0">
                <a:latin typeface="Times New Roman" panose="02020603050405020304" pitchFamily="18" charset="0"/>
                <a:cs typeface="Times New Roman" panose="02020603050405020304" pitchFamily="18" charset="0"/>
              </a:rPr>
              <a:t> (max) </a:t>
            </a:r>
            <a:r>
              <a:rPr lang="el-GR" b="0" i="0" dirty="0">
                <a:solidFill>
                  <a:srgbClr val="111111"/>
                </a:solidFill>
                <a:effectLst/>
                <a:latin typeface="Times New Roman" panose="02020603050405020304" pitchFamily="18" charset="0"/>
                <a:cs typeface="Times New Roman" panose="02020603050405020304" pitchFamily="18" charset="0"/>
              </a:rPr>
              <a:t>ε</a:t>
            </a:r>
            <a:r>
              <a:rPr lang="en-US" b="0" i="0" u="none" strike="noStrike" baseline="0" dirty="0">
                <a:latin typeface="Times New Roman" panose="02020603050405020304" pitchFamily="18" charset="0"/>
                <a:cs typeface="Times New Roman" panose="02020603050405020304" pitchFamily="18" charset="0"/>
              </a:rPr>
              <a:t>, for arbitrary </a:t>
            </a:r>
            <a:r>
              <a:rPr lang="el-GR" b="0" i="1" u="none" strike="noStrike" baseline="0" dirty="0">
                <a:latin typeface="Times New Roman" panose="02020603050405020304" pitchFamily="18" charset="0"/>
                <a:cs typeface="Times New Roman" panose="02020603050405020304" pitchFamily="18" charset="0"/>
              </a:rPr>
              <a:t>δ </a:t>
            </a:r>
            <a:r>
              <a:rPr lang="el-GR" b="0" i="0" u="none" strike="noStrike" baseline="0" dirty="0">
                <a:latin typeface="Times New Roman" panose="02020603050405020304" pitchFamily="18" charset="0"/>
                <a:cs typeface="Times New Roman" panose="02020603050405020304" pitchFamily="18" charset="0"/>
              </a:rPr>
              <a:t>≤ 1</a:t>
            </a:r>
            <a:r>
              <a:rPr lang="el-GR" b="0" i="1" u="none" strike="noStrike" baseline="0" dirty="0">
                <a:latin typeface="Times New Roman" panose="02020603050405020304" pitchFamily="18" charset="0"/>
                <a:cs typeface="Times New Roman" panose="02020603050405020304" pitchFamily="18" charset="0"/>
              </a:rPr>
              <a:t>/</a:t>
            </a:r>
            <a:r>
              <a:rPr lang="el-GR" b="0" i="0" u="none" strike="noStrike" baseline="0" dirty="0">
                <a:latin typeface="Times New Roman" panose="02020603050405020304" pitchFamily="18" charset="0"/>
                <a:cs typeface="Times New Roman" panose="02020603050405020304" pitchFamily="18" charset="0"/>
              </a:rPr>
              <a:t>2 </a:t>
            </a:r>
            <a:r>
              <a:rPr lang="en-IN" b="0" i="0" u="none" strike="noStrike" baseline="0" dirty="0">
                <a:latin typeface="Times New Roman" panose="02020603050405020304" pitchFamily="18" charset="0"/>
                <a:cs typeface="Times New Roman" panose="02020603050405020304" pitchFamily="18" charset="0"/>
              </a:rPr>
              <a:t>and </a:t>
            </a:r>
            <a:r>
              <a:rPr lang="en-IN" b="0" i="1" u="none" strike="noStrike" baseline="0" dirty="0">
                <a:latin typeface="Times New Roman" panose="02020603050405020304" pitchFamily="18" charset="0"/>
                <a:cs typeface="Times New Roman" panose="02020603050405020304" pitchFamily="18" charset="0"/>
              </a:rPr>
              <a:t> </a:t>
            </a:r>
            <a:r>
              <a:rPr lang="el-GR" b="0" i="0" dirty="0">
                <a:solidFill>
                  <a:srgbClr val="111111"/>
                </a:solidFill>
                <a:effectLst/>
                <a:latin typeface="Times New Roman" panose="02020603050405020304" pitchFamily="18" charset="0"/>
                <a:cs typeface="Times New Roman" panose="02020603050405020304" pitchFamily="18" charset="0"/>
              </a:rPr>
              <a:t>ε</a:t>
            </a:r>
            <a:r>
              <a:rPr lang="en-US" b="0" i="0" dirty="0">
                <a:solidFill>
                  <a:srgbClr val="111111"/>
                </a:solidFill>
                <a:effectLst/>
                <a:latin typeface="Times New Roman" panose="02020603050405020304" pitchFamily="18" charset="0"/>
                <a:cs typeface="Times New Roman" panose="02020603050405020304" pitchFamily="18" charset="0"/>
              </a:rPr>
              <a:t> </a:t>
            </a:r>
            <a:r>
              <a:rPr lang="en-IN" b="0" i="1" u="none" strike="noStrike" baseline="0" dirty="0">
                <a:latin typeface="Times New Roman" panose="02020603050405020304" pitchFamily="18" charset="0"/>
                <a:cs typeface="Times New Roman" panose="02020603050405020304" pitchFamily="18" charset="0"/>
              </a:rPr>
              <a:t>&gt; </a:t>
            </a:r>
            <a:r>
              <a:rPr lang="en-IN" b="0" i="0" u="none" strike="noStrike" baseline="0" dirty="0">
                <a:latin typeface="Times New Roman" panose="02020603050405020304" pitchFamily="18" charset="0"/>
                <a:cs typeface="Times New Roman" panose="02020603050405020304" pitchFamily="18" charset="0"/>
              </a:rPr>
              <a:t>0</a:t>
            </a:r>
          </a:p>
          <a:p>
            <a:pPr marL="0" indent="0" algn="l">
              <a:buNone/>
            </a:pPr>
            <a:r>
              <a:rPr lang="en-IN" b="0" i="1" u="none" strike="noStrike" baseline="0" dirty="0">
                <a:latin typeface="Times New Roman" panose="02020603050405020304" pitchFamily="18" charset="0"/>
                <a:cs typeface="Times New Roman" panose="02020603050405020304" pitchFamily="18" charset="0"/>
              </a:rPr>
              <a:t>			P</a:t>
            </a:r>
            <a:r>
              <a:rPr lang="en-IN" b="0" i="0" u="none" strike="noStrike" baseline="0" dirty="0">
                <a:latin typeface="Times New Roman" panose="02020603050405020304" pitchFamily="18" charset="0"/>
                <a:cs typeface="Times New Roman" panose="02020603050405020304" pitchFamily="18" charset="0"/>
              </a:rPr>
              <a:t>{C</a:t>
            </a:r>
            <a:r>
              <a:rPr lang="el-GR" b="0" i="0" u="none" strike="noStrike" baseline="0" dirty="0">
                <a:latin typeface="Times New Roman" panose="02020603050405020304" pitchFamily="18" charset="0"/>
                <a:cs typeface="Times New Roman" panose="02020603050405020304" pitchFamily="18" charset="0"/>
              </a:rPr>
              <a:t>Δ</a:t>
            </a:r>
            <a:r>
              <a:rPr lang="en-IN" b="0" i="1" u="none" strike="noStrike" baseline="0" dirty="0">
                <a:latin typeface="Times New Roman" panose="02020603050405020304" pitchFamily="18" charset="0"/>
                <a:cs typeface="Times New Roman" panose="02020603050405020304" pitchFamily="18" charset="0"/>
              </a:rPr>
              <a:t>h </a:t>
            </a:r>
            <a:r>
              <a:rPr lang="en-IN" b="0" i="0" u="none" strike="noStrike" baseline="0" dirty="0">
                <a:latin typeface="Times New Roman" panose="02020603050405020304" pitchFamily="18" charset="0"/>
                <a:cs typeface="Times New Roman" panose="02020603050405020304" pitchFamily="18" charset="0"/>
              </a:rPr>
              <a:t>≤ </a:t>
            </a:r>
            <a:r>
              <a:rPr lang="el-GR" b="0" i="0" dirty="0">
                <a:solidFill>
                  <a:srgbClr val="111111"/>
                </a:solidFill>
                <a:effectLst/>
                <a:latin typeface="Times New Roman" panose="02020603050405020304" pitchFamily="18" charset="0"/>
                <a:cs typeface="Times New Roman" panose="02020603050405020304" pitchFamily="18" charset="0"/>
              </a:rPr>
              <a:t>ε</a:t>
            </a:r>
            <a:r>
              <a:rPr lang="en-IN" b="0" i="0" u="none" strike="noStrike" baseline="0" dirty="0">
                <a:latin typeface="Times New Roman" panose="02020603050405020304" pitchFamily="18" charset="0"/>
                <a:cs typeface="Times New Roman" panose="02020603050405020304" pitchFamily="18" charset="0"/>
              </a:rPr>
              <a:t> } ≥ 1 − </a:t>
            </a:r>
            <a:r>
              <a:rPr lang="el-GR" b="0" i="1" u="none" strike="noStrike" baseline="0" dirty="0">
                <a:latin typeface="Times New Roman" panose="02020603050405020304" pitchFamily="18" charset="0"/>
                <a:cs typeface="Times New Roman" panose="02020603050405020304" pitchFamily="18" charset="0"/>
              </a:rPr>
              <a:t>δ</a:t>
            </a:r>
          </a:p>
        </p:txBody>
      </p:sp>
      <p:pic>
        <p:nvPicPr>
          <p:cNvPr id="5" name="Picture 4">
            <a:extLst>
              <a:ext uri="{FF2B5EF4-FFF2-40B4-BE49-F238E27FC236}">
                <a16:creationId xmlns:a16="http://schemas.microsoft.com/office/drawing/2014/main" id="{06A5C135-75F8-7524-91AD-8CC688DDAED1}"/>
              </a:ext>
            </a:extLst>
          </p:cNvPr>
          <p:cNvPicPr>
            <a:picLocks noChangeAspect="1"/>
          </p:cNvPicPr>
          <p:nvPr/>
        </p:nvPicPr>
        <p:blipFill>
          <a:blip r:embed="rId2"/>
          <a:stretch>
            <a:fillRect/>
          </a:stretch>
        </p:blipFill>
        <p:spPr>
          <a:xfrm>
            <a:off x="8213270" y="2865605"/>
            <a:ext cx="3953785" cy="3904364"/>
          </a:xfrm>
          <a:prstGeom prst="rect">
            <a:avLst/>
          </a:prstGeom>
        </p:spPr>
      </p:pic>
      <p:sp>
        <p:nvSpPr>
          <p:cNvPr id="6" name="TextBox 5">
            <a:extLst>
              <a:ext uri="{FF2B5EF4-FFF2-40B4-BE49-F238E27FC236}">
                <a16:creationId xmlns:a16="http://schemas.microsoft.com/office/drawing/2014/main" id="{92F2A3D2-FD61-07FD-C8D9-AD0B8CF72557}"/>
              </a:ext>
            </a:extLst>
          </p:cNvPr>
          <p:cNvSpPr txBox="1"/>
          <p:nvPr/>
        </p:nvSpPr>
        <p:spPr>
          <a:xfrm>
            <a:off x="310925" y="4001987"/>
            <a:ext cx="7902345" cy="2677656"/>
          </a:xfrm>
          <a:prstGeom prst="rect">
            <a:avLst/>
          </a:prstGeom>
          <a:noFill/>
        </p:spPr>
        <p:txBody>
          <a:bodyPr wrap="square">
            <a:spAutoFit/>
          </a:bodyPr>
          <a:lstStyle/>
          <a:p>
            <a:pPr marL="457200" indent="-4572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where </a:t>
            </a:r>
            <a:r>
              <a:rPr lang="en-US" sz="2800" b="0" i="0" u="none" strike="noStrike" baseline="0" dirty="0" err="1">
                <a:latin typeface="Times New Roman" panose="02020603050405020304" pitchFamily="18" charset="0"/>
                <a:cs typeface="Times New Roman" panose="02020603050405020304" pitchFamily="18" charset="0"/>
              </a:rPr>
              <a:t>CΔ</a:t>
            </a:r>
            <a:r>
              <a:rPr lang="en-US" sz="2800" b="0" i="1" u="none" strike="noStrike" baseline="0" dirty="0" err="1">
                <a:latin typeface="Times New Roman" panose="02020603050405020304" pitchFamily="18" charset="0"/>
                <a:cs typeface="Times New Roman" panose="02020603050405020304" pitchFamily="18" charset="0"/>
              </a:rPr>
              <a:t>h</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is the region of difference between C and </a:t>
            </a:r>
            <a:r>
              <a:rPr lang="en-US" sz="2800" b="0" i="1" u="none" strike="noStrike" baseline="0" dirty="0">
                <a:latin typeface="Times New Roman" panose="02020603050405020304" pitchFamily="18" charset="0"/>
                <a:cs typeface="Times New Roman" panose="02020603050405020304" pitchFamily="18" charset="0"/>
              </a:rPr>
              <a:t>h</a:t>
            </a:r>
            <a:r>
              <a:rPr lang="en-US" sz="2800" dirty="0">
                <a:latin typeface="Times New Roman" panose="02020603050405020304" pitchFamily="18" charset="0"/>
                <a:cs typeface="Times New Roman" panose="02020603050405020304" pitchFamily="18" charset="0"/>
              </a:rPr>
              <a:t> </a:t>
            </a: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B</a:t>
            </a:r>
            <a:r>
              <a:rPr lang="en-US" sz="2800" b="0" i="0" u="none" strike="noStrike" baseline="0" dirty="0">
                <a:latin typeface="Times New Roman" panose="02020603050405020304" pitchFamily="18" charset="0"/>
                <a:cs typeface="Times New Roman" panose="02020603050405020304" pitchFamily="18" charset="0"/>
              </a:rPr>
              <a:t>ecause </a:t>
            </a:r>
            <a:r>
              <a:rPr lang="en-US" sz="2800" b="0" i="1" u="none" strike="noStrike" baseline="0" dirty="0">
                <a:latin typeface="Times New Roman" panose="02020603050405020304" pitchFamily="18" charset="0"/>
                <a:cs typeface="Times New Roman" panose="02020603050405020304" pitchFamily="18" charset="0"/>
              </a:rPr>
              <a:t>S </a:t>
            </a:r>
            <a:r>
              <a:rPr lang="en-US" sz="2800" b="0" i="0" u="none" strike="noStrike" baseline="0" dirty="0">
                <a:latin typeface="Times New Roman" panose="02020603050405020304" pitchFamily="18" charset="0"/>
                <a:cs typeface="Times New Roman" panose="02020603050405020304" pitchFamily="18" charset="0"/>
              </a:rPr>
              <a:t>is the tightest possible rectangle, the error region between C and </a:t>
            </a:r>
            <a:r>
              <a:rPr lang="en-US" sz="2800" b="0" i="1" u="none" strike="noStrike" baseline="0" dirty="0">
                <a:latin typeface="Times New Roman" panose="02020603050405020304" pitchFamily="18" charset="0"/>
                <a:cs typeface="Times New Roman" panose="02020603050405020304" pitchFamily="18" charset="0"/>
              </a:rPr>
              <a:t>h </a:t>
            </a:r>
            <a:r>
              <a:rPr lang="en-US" sz="2800" b="0" i="0" u="none" strike="noStrike" baseline="0" dirty="0">
                <a:latin typeface="Times New Roman" panose="02020603050405020304" pitchFamily="18" charset="0"/>
                <a:cs typeface="Times New Roman" panose="02020603050405020304" pitchFamily="18" charset="0"/>
              </a:rPr>
              <a:t>= </a:t>
            </a:r>
            <a:r>
              <a:rPr lang="en-US" sz="2800" b="0" i="1" u="none" strike="noStrike" baseline="0" dirty="0">
                <a:latin typeface="Times New Roman" panose="02020603050405020304" pitchFamily="18" charset="0"/>
                <a:cs typeface="Times New Roman" panose="02020603050405020304" pitchFamily="18" charset="0"/>
              </a:rPr>
              <a:t>S </a:t>
            </a:r>
            <a:r>
              <a:rPr lang="en-US" sz="2800" b="0" i="0" u="none" strike="noStrike" baseline="0" dirty="0">
                <a:latin typeface="Times New Roman" panose="02020603050405020304" pitchFamily="18" charset="0"/>
                <a:cs typeface="Times New Roman" panose="02020603050405020304" pitchFamily="18" charset="0"/>
              </a:rPr>
              <a:t>is the sum of four rectangular </a:t>
            </a:r>
            <a:r>
              <a:rPr lang="en-US" sz="2800" dirty="0">
                <a:latin typeface="Times New Roman" panose="02020603050405020304" pitchFamily="18" charset="0"/>
                <a:cs typeface="Times New Roman" panose="02020603050405020304" pitchFamily="18" charset="0"/>
              </a:rPr>
              <a:t>strips of which one is shown shaded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9953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7B553-53DB-EB63-B88B-5A2A2D9C931C}"/>
              </a:ext>
            </a:extLst>
          </p:cNvPr>
          <p:cNvSpPr>
            <a:spLocks noGrp="1"/>
          </p:cNvSpPr>
          <p:nvPr>
            <p:ph idx="1"/>
          </p:nvPr>
        </p:nvSpPr>
        <p:spPr>
          <a:xfrm>
            <a:off x="457200" y="1277007"/>
            <a:ext cx="11734800" cy="5218386"/>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For any of these strips, if we can guarantee that the probability is upper bounded by </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4, the error is </a:t>
            </a:r>
            <a:r>
              <a:rPr lang="en-US" b="1" i="0" u="none" strike="noStrike" baseline="0" dirty="0">
                <a:solidFill>
                  <a:srgbClr val="FF0000"/>
                </a:solidFill>
                <a:latin typeface="Times New Roman" panose="02020603050405020304" pitchFamily="18" charset="0"/>
                <a:cs typeface="Times New Roman" panose="02020603050405020304" pitchFamily="18" charset="0"/>
              </a:rPr>
              <a:t>at most </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a:t>
            </a:r>
            <a:r>
              <a:rPr lang="el-GR" b="0" i="0" dirty="0">
                <a:solidFill>
                  <a:srgbClr val="111111"/>
                </a:solidFill>
                <a:effectLst/>
                <a:latin typeface="Times New Roman" panose="02020603050405020304" pitchFamily="18" charset="0"/>
                <a:cs typeface="Times New Roman" panose="02020603050405020304" pitchFamily="18" charset="0"/>
              </a:rPr>
              <a:t>ε</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Note that </a:t>
            </a:r>
            <a:r>
              <a:rPr lang="en-US" b="0" i="0" u="none" strike="noStrike" baseline="0" dirty="0">
                <a:solidFill>
                  <a:srgbClr val="FF0000"/>
                </a:solidFill>
                <a:latin typeface="Times New Roman" panose="02020603050405020304" pitchFamily="18" charset="0"/>
                <a:cs typeface="Times New Roman" panose="02020603050405020304" pitchFamily="18" charset="0"/>
              </a:rPr>
              <a:t>the overlaps in the corners are counted twice, and the total actual error in this case is less than 4</a:t>
            </a:r>
            <a:r>
              <a:rPr lang="en-US" b="0" i="1" u="none" strike="noStrike" baseline="0" dirty="0">
                <a:solidFill>
                  <a:srgbClr val="FF0000"/>
                </a:solidFill>
                <a:latin typeface="Times New Roman" panose="02020603050405020304" pitchFamily="18" charset="0"/>
                <a:cs typeface="Times New Roman" panose="02020603050405020304" pitchFamily="18" charset="0"/>
              </a:rPr>
              <a:t>(</a:t>
            </a:r>
            <a:r>
              <a:rPr lang="el-GR" b="0" i="0" dirty="0">
                <a:solidFill>
                  <a:srgbClr val="FF0000"/>
                </a:solidFill>
                <a:effectLst/>
                <a:latin typeface="Times New Roman" panose="02020603050405020304" pitchFamily="18" charset="0"/>
                <a:cs typeface="Times New Roman" panose="02020603050405020304" pitchFamily="18" charset="0"/>
              </a:rPr>
              <a:t>ε </a:t>
            </a:r>
            <a:r>
              <a:rPr lang="en-US" b="0" i="1" u="none" strike="noStrike" baseline="0" dirty="0">
                <a:solidFill>
                  <a:srgbClr val="FF0000"/>
                </a:solidFill>
                <a:latin typeface="Times New Roman" panose="02020603050405020304" pitchFamily="18" charset="0"/>
                <a:cs typeface="Times New Roman" panose="02020603050405020304" pitchFamily="18" charset="0"/>
              </a:rPr>
              <a:t>/</a:t>
            </a:r>
            <a:r>
              <a:rPr lang="en-US" b="0" i="0" u="none" strike="noStrike" baseline="0" dirty="0">
                <a:solidFill>
                  <a:srgbClr val="FF0000"/>
                </a:solidFill>
                <a:latin typeface="Times New Roman" panose="02020603050405020304" pitchFamily="18" charset="0"/>
                <a:cs typeface="Times New Roman" panose="02020603050405020304" pitchFamily="18" charset="0"/>
              </a:rPr>
              <a:t>4</a:t>
            </a:r>
            <a:r>
              <a:rPr lang="en-US" b="0" i="1" u="none" strike="noStrike" baseline="0" dirty="0">
                <a:solidFill>
                  <a:srgbClr val="FF0000"/>
                </a:solidFill>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The probability that </a:t>
            </a:r>
            <a:r>
              <a:rPr lang="en-US" dirty="0">
                <a:latin typeface="Times New Roman" panose="02020603050405020304" pitchFamily="18" charset="0"/>
                <a:cs typeface="Times New Roman" panose="02020603050405020304" pitchFamily="18" charset="0"/>
              </a:rPr>
              <a:t>one of the randomly drawn </a:t>
            </a:r>
            <a:r>
              <a:rPr lang="en-US" b="0" i="0" u="none" strike="noStrike" baseline="0" dirty="0">
                <a:latin typeface="Times New Roman" panose="02020603050405020304" pitchFamily="18" charset="0"/>
                <a:cs typeface="Times New Roman" panose="02020603050405020304" pitchFamily="18" charset="0"/>
              </a:rPr>
              <a:t>positive example misses the strip is at most 1 − </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p>
          <a:p>
            <a:pPr algn="l"/>
            <a:r>
              <a:rPr lang="en-US" b="0" i="0" u="none" strike="noStrike" baseline="0" dirty="0">
                <a:latin typeface="Times New Roman" panose="02020603050405020304" pitchFamily="18" charset="0"/>
                <a:cs typeface="Times New Roman" panose="02020603050405020304" pitchFamily="18" charset="0"/>
              </a:rPr>
              <a:t>Then the  probability that all </a:t>
            </a:r>
            <a:r>
              <a:rPr lang="en-US" b="0" i="1" u="none" strike="noStrike" baseline="0" dirty="0">
                <a:latin typeface="Times New Roman" panose="02020603050405020304" pitchFamily="18" charset="0"/>
                <a:cs typeface="Times New Roman" panose="02020603050405020304" pitchFamily="18" charset="0"/>
              </a:rPr>
              <a:t>N </a:t>
            </a:r>
            <a:r>
              <a:rPr lang="en-US" dirty="0">
                <a:latin typeface="Times New Roman" panose="02020603050405020304" pitchFamily="18" charset="0"/>
                <a:cs typeface="Times New Roman" panose="02020603050405020304" pitchFamily="18" charset="0"/>
              </a:rPr>
              <a:t>positive samples</a:t>
            </a:r>
            <a:r>
              <a:rPr lang="en-US" b="0" i="0" u="none" strike="noStrike" baseline="0" dirty="0">
                <a:latin typeface="Times New Roman" panose="02020603050405020304" pitchFamily="18" charset="0"/>
                <a:cs typeface="Times New Roman" panose="02020603050405020304" pitchFamily="18" charset="0"/>
              </a:rPr>
              <a:t> missing </a:t>
            </a:r>
            <a:r>
              <a:rPr lang="en-US" dirty="0">
                <a:latin typeface="Times New Roman" panose="02020603050405020304" pitchFamily="18" charset="0"/>
                <a:cs typeface="Times New Roman" panose="02020603050405020304" pitchFamily="18" charset="0"/>
              </a:rPr>
              <a:t>the</a:t>
            </a:r>
            <a:r>
              <a:rPr lang="en-US" b="0" i="0" u="none" strike="noStrike" baseline="0" dirty="0">
                <a:latin typeface="Times New Roman" panose="02020603050405020304" pitchFamily="18" charset="0"/>
                <a:cs typeface="Times New Roman" panose="02020603050405020304" pitchFamily="18" charset="0"/>
              </a:rPr>
              <a:t> strip is at   most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1− </a:t>
            </a:r>
            <a:r>
              <a:rPr lang="el-GR" b="0" i="0" dirty="0">
                <a:solidFill>
                  <a:srgbClr val="111111"/>
                </a:solidFill>
                <a:effectLst/>
                <a:latin typeface="Times New Roman" panose="02020603050405020304" pitchFamily="18" charset="0"/>
                <a:cs typeface="Times New Roman" panose="02020603050405020304" pitchFamily="18" charset="0"/>
              </a:rPr>
              <a:t>ε</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)^N</a:t>
            </a:r>
            <a:r>
              <a:rPr lang="en-US" b="0" i="0" u="none" strike="noStrike" baseline="0" dirty="0">
                <a:latin typeface="Times New Roman" panose="02020603050405020304" pitchFamily="18" charset="0"/>
                <a:cs typeface="Times New Roman" panose="02020603050405020304" pitchFamily="18" charset="0"/>
              </a:rPr>
              <a:t>, </a:t>
            </a:r>
          </a:p>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probability that all </a:t>
            </a:r>
            <a:r>
              <a:rPr lang="en-US" b="0" i="1" u="none" strike="noStrike" baseline="0" dirty="0">
                <a:latin typeface="Times New Roman" panose="02020603050405020304" pitchFamily="18" charset="0"/>
                <a:cs typeface="Times New Roman" panose="02020603050405020304" pitchFamily="18" charset="0"/>
              </a:rPr>
              <a:t>N </a:t>
            </a:r>
            <a:r>
              <a:rPr lang="en-US" dirty="0">
                <a:latin typeface="Times New Roman" panose="02020603050405020304" pitchFamily="18" charset="0"/>
                <a:cs typeface="Times New Roman" panose="02020603050405020304" pitchFamily="18" charset="0"/>
              </a:rPr>
              <a:t>positive samples </a:t>
            </a:r>
            <a:r>
              <a:rPr lang="en-US" b="0" i="0" u="none" strike="noStrike" baseline="0" dirty="0">
                <a:latin typeface="Times New Roman" panose="02020603050405020304" pitchFamily="18" charset="0"/>
                <a:cs typeface="Times New Roman" panose="02020603050405020304" pitchFamily="18" charset="0"/>
              </a:rPr>
              <a:t>missing any of the four strips is at most 4</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1 − </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)^N</a:t>
            </a:r>
            <a:r>
              <a:rPr lang="en-US" b="0" i="0" u="none" strike="noStrike" baseline="0" dirty="0">
                <a:latin typeface="Times New Roman" panose="02020603050405020304" pitchFamily="18" charset="0"/>
                <a:cs typeface="Times New Roman" panose="02020603050405020304" pitchFamily="18" charset="0"/>
              </a:rPr>
              <a:t>.</a:t>
            </a:r>
          </a:p>
          <a:p>
            <a:pPr algn="l"/>
            <a:r>
              <a:rPr lang="en-US" dirty="0">
                <a:latin typeface="Times New Roman" panose="02020603050405020304" pitchFamily="18" charset="0"/>
                <a:cs typeface="Times New Roman" panose="02020603050405020304" pitchFamily="18" charset="0"/>
              </a:rPr>
              <a:t>Therefore aim is to choose N such that</a:t>
            </a:r>
            <a:r>
              <a:rPr lang="en-US" b="0" i="0" u="none" strike="noStrike" baseline="0" dirty="0">
                <a:latin typeface="Times New Roman" panose="02020603050405020304" pitchFamily="18" charset="0"/>
                <a:cs typeface="Times New Roman" panose="02020603050405020304" pitchFamily="18" charset="0"/>
              </a:rPr>
              <a:t> 4</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1 − </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)^N &lt;= </a:t>
            </a:r>
            <a:r>
              <a:rPr lang="el-GR" b="0" i="1" u="none" strike="noStrike" baseline="0" dirty="0">
                <a:latin typeface="Times New Roman" panose="02020603050405020304" pitchFamily="18" charset="0"/>
                <a:cs typeface="Times New Roman" panose="02020603050405020304" pitchFamily="18" charset="0"/>
              </a:rPr>
              <a:t>δ</a:t>
            </a:r>
            <a:r>
              <a:rPr lang="en-US" b="0" i="1" u="none" strike="noStrike" baseline="0" dirty="0">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to achieve the goal</a:t>
            </a:r>
          </a:p>
        </p:txBody>
      </p:sp>
      <p:sp>
        <p:nvSpPr>
          <p:cNvPr id="2" name="Title 1">
            <a:extLst>
              <a:ext uri="{FF2B5EF4-FFF2-40B4-BE49-F238E27FC236}">
                <a16:creationId xmlns:a16="http://schemas.microsoft.com/office/drawing/2014/main" id="{C53D5928-A191-4EEE-D9E0-AA1643CCB562}"/>
              </a:ext>
            </a:extLst>
          </p:cNvPr>
          <p:cNvSpPr>
            <a:spLocks noGrp="1"/>
          </p:cNvSpPr>
          <p:nvPr>
            <p:ph type="title"/>
          </p:nvPr>
        </p:nvSpPr>
        <p:spPr>
          <a:xfrm>
            <a:off x="152399" y="88031"/>
            <a:ext cx="11201401" cy="909493"/>
          </a:xfrm>
        </p:spPr>
        <p:txBody>
          <a:bodyPr>
            <a:normAutofit/>
          </a:bodyPr>
          <a:lstStyle/>
          <a:p>
            <a:r>
              <a:rPr lang="en-US" b="1" dirty="0">
                <a:latin typeface="Times New Roman" panose="02020603050405020304" pitchFamily="18" charset="0"/>
                <a:cs typeface="Times New Roman" panose="02020603050405020304" pitchFamily="18" charset="0"/>
              </a:rPr>
              <a:t>Continue…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323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404DE-F121-EBEF-FE93-3B49ED1F59E6}"/>
              </a:ext>
            </a:extLst>
          </p:cNvPr>
          <p:cNvSpPr>
            <a:spLocks noGrp="1"/>
          </p:cNvSpPr>
          <p:nvPr>
            <p:ph idx="1"/>
          </p:nvPr>
        </p:nvSpPr>
        <p:spPr>
          <a:xfrm>
            <a:off x="159327" y="1103586"/>
            <a:ext cx="11873345" cy="5754414"/>
          </a:xfrm>
        </p:spPr>
        <p:txBody>
          <a:bodyPr/>
          <a:lstStyle/>
          <a:p>
            <a:r>
              <a:rPr lang="en-US" dirty="0"/>
              <a:t>How to choose N such that the equation is satisfied?</a:t>
            </a:r>
          </a:p>
          <a:p>
            <a:r>
              <a:rPr lang="en-US" dirty="0"/>
              <a:t>Consider the classic inequality function   </a:t>
            </a:r>
          </a:p>
          <a:p>
            <a:pPr marL="0" indent="0">
              <a:buNone/>
            </a:pPr>
            <a:r>
              <a:rPr lang="en-US" dirty="0"/>
              <a:t>		         1- x         &lt;=     exp(-x)</a:t>
            </a:r>
          </a:p>
          <a:p>
            <a:pPr marL="0" indent="0">
              <a:buNone/>
            </a:pPr>
            <a:r>
              <a:rPr lang="en-US" dirty="0">
                <a:sym typeface="Wingdings" panose="05000000000000000000" pitchFamily="2" charset="2"/>
              </a:rPr>
              <a:t>	              </a:t>
            </a:r>
            <a:r>
              <a:rPr lang="en-US" b="0" i="0" u="none" strike="noStrike" baseline="0" dirty="0">
                <a:latin typeface="Times New Roman" panose="02020603050405020304" pitchFamily="18" charset="0"/>
                <a:cs typeface="Times New Roman" panose="02020603050405020304" pitchFamily="18" charset="0"/>
              </a:rPr>
              <a:t>1 - </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     </a:t>
            </a:r>
            <a:r>
              <a:rPr lang="en-US" dirty="0"/>
              <a:t>&lt;=</a:t>
            </a:r>
            <a:r>
              <a:rPr lang="en-US" b="0" i="0" u="none" strike="noStrike" baseline="0" dirty="0">
                <a:latin typeface="Times New Roman" panose="02020603050405020304" pitchFamily="18" charset="0"/>
                <a:cs typeface="Times New Roman" panose="02020603050405020304" pitchFamily="18" charset="0"/>
              </a:rPr>
              <a:t>    exp( -</a:t>
            </a:r>
            <a:r>
              <a:rPr lang="el-GR" b="0" i="0" dirty="0">
                <a:solidFill>
                  <a:srgbClr val="111111"/>
                </a:solidFill>
                <a:effectLst/>
                <a:latin typeface="Times New Roman" panose="02020603050405020304" pitchFamily="18" charset="0"/>
                <a:cs typeface="Times New Roman" panose="02020603050405020304" pitchFamily="18" charset="0"/>
              </a:rPr>
              <a:t> 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4 )</a:t>
            </a:r>
          </a:p>
          <a:p>
            <a:pPr marL="0" indent="0">
              <a:buNone/>
            </a:pPr>
            <a:r>
              <a:rPr lang="en-US" dirty="0">
                <a:latin typeface="Times New Roman" panose="02020603050405020304" pitchFamily="18" charset="0"/>
                <a:cs typeface="Times New Roman" panose="02020603050405020304" pitchFamily="18" charset="0"/>
              </a:rPr>
              <a:t>          </a:t>
            </a:r>
            <a:r>
              <a:rPr lang="en-US" dirty="0">
                <a:sym typeface="Wingdings" panose="05000000000000000000" pitchFamily="2" charset="2"/>
              </a:rPr>
              <a:t></a:t>
            </a:r>
            <a:r>
              <a:rPr lang="en-US" dirty="0">
                <a:latin typeface="Times New Roman" panose="02020603050405020304" pitchFamily="18" charset="0"/>
                <a:cs typeface="Times New Roman" panose="02020603050405020304" pitchFamily="18" charset="0"/>
                <a:sym typeface="Wingdings" panose="05000000000000000000" pitchFamily="2" charset="2"/>
              </a:rPr>
              <a:t>   4 *(</a:t>
            </a:r>
            <a:r>
              <a:rPr lang="en-US" b="0" i="0" u="none" strike="noStrike" baseline="0" dirty="0">
                <a:latin typeface="Times New Roman" panose="02020603050405020304" pitchFamily="18" charset="0"/>
                <a:cs typeface="Times New Roman" panose="02020603050405020304" pitchFamily="18" charset="0"/>
              </a:rPr>
              <a:t>1 - </a:t>
            </a:r>
            <a:r>
              <a:rPr lang="el-GR" b="0" i="0" dirty="0">
                <a:solidFill>
                  <a:srgbClr val="111111"/>
                </a:solidFill>
                <a:effectLst/>
                <a:latin typeface="Times New Roman" panose="02020603050405020304" pitchFamily="18" charset="0"/>
                <a:cs typeface="Times New Roman" panose="02020603050405020304" pitchFamily="18" charset="0"/>
              </a:rPr>
              <a:t>ε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4)^N  </a:t>
            </a:r>
            <a:r>
              <a:rPr lang="en-US" dirty="0"/>
              <a:t>&lt;=</a:t>
            </a:r>
            <a:r>
              <a:rPr lang="en-US" b="0" i="0" u="none" strike="noStrike" baseline="0" dirty="0">
                <a:latin typeface="Times New Roman" panose="02020603050405020304" pitchFamily="18" charset="0"/>
                <a:cs typeface="Times New Roman" panose="02020603050405020304" pitchFamily="18" charset="0"/>
              </a:rPr>
              <a:t>    4 * exp( -</a:t>
            </a:r>
            <a:r>
              <a:rPr lang="el-GR" b="0" i="0" dirty="0">
                <a:solidFill>
                  <a:srgbClr val="111111"/>
                </a:solidFill>
                <a:effectLst/>
                <a:latin typeface="Times New Roman" panose="02020603050405020304" pitchFamily="18" charset="0"/>
                <a:cs typeface="Times New Roman" panose="02020603050405020304" pitchFamily="18" charset="0"/>
              </a:rPr>
              <a:t> ε</a:t>
            </a:r>
            <a:r>
              <a:rPr lang="en-US" b="0" i="0" dirty="0">
                <a:solidFill>
                  <a:srgbClr val="111111"/>
                </a:solidFill>
                <a:effectLst/>
                <a:latin typeface="Times New Roman" panose="02020603050405020304" pitchFamily="18" charset="0"/>
                <a:cs typeface="Times New Roman" panose="02020603050405020304" pitchFamily="18" charset="0"/>
              </a:rPr>
              <a:t>N</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4 )    </a:t>
            </a:r>
            <a:r>
              <a:rPr lang="en-US" b="0" i="1" u="none" strike="noStrike" baseline="0" dirty="0">
                <a:latin typeface="Times New Roman" panose="02020603050405020304" pitchFamily="18" charset="0"/>
                <a:cs typeface="Times New Roman" panose="02020603050405020304" pitchFamily="18" charset="0"/>
              </a:rPr>
              <a:t>&lt;=   </a:t>
            </a:r>
            <a:r>
              <a:rPr lang="el-GR" b="0" i="1" u="none" strike="noStrike" baseline="0" dirty="0">
                <a:latin typeface="Times New Roman" panose="02020603050405020304" pitchFamily="18" charset="0"/>
                <a:cs typeface="Times New Roman" panose="02020603050405020304" pitchFamily="18" charset="0"/>
              </a:rPr>
              <a:t>δ</a:t>
            </a:r>
            <a:endParaRPr lang="en-US" b="0" i="1" u="none" strike="noStrike" baseline="0" dirty="0">
              <a:latin typeface="Times New Roman" panose="02020603050405020304" pitchFamily="18" charset="0"/>
              <a:cs typeface="Times New Roman" panose="02020603050405020304" pitchFamily="18" charset="0"/>
            </a:endParaRPr>
          </a:p>
          <a:p>
            <a:pPr marL="0" indent="0">
              <a:buNone/>
            </a:pPr>
            <a:endParaRPr lang="en-US" b="0" i="1"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Dividing both sides by 4, taking (natural) log and rearranging terms, we have</a:t>
            </a:r>
          </a:p>
          <a:p>
            <a:pPr marL="0" indent="0" algn="l">
              <a:buNone/>
            </a:pPr>
            <a:r>
              <a:rPr lang="pt-BR" b="0" i="1" u="none" strike="noStrike" baseline="0" dirty="0">
                <a:latin typeface="Times New Roman" panose="02020603050405020304" pitchFamily="18" charset="0"/>
                <a:cs typeface="Times New Roman" panose="02020603050405020304" pitchFamily="18" charset="0"/>
              </a:rPr>
              <a:t>   		N  </a:t>
            </a:r>
            <a:r>
              <a:rPr lang="pt-BR" b="0" i="0" u="none" strike="noStrike" baseline="0" dirty="0">
                <a:latin typeface="Times New Roman" panose="02020603050405020304" pitchFamily="18" charset="0"/>
                <a:cs typeface="Times New Roman" panose="02020603050405020304" pitchFamily="18" charset="0"/>
              </a:rPr>
              <a:t>≥  </a:t>
            </a:r>
            <a:r>
              <a:rPr lang="pt-BR" b="0" i="1" u="none" strike="noStrike" baseline="0" dirty="0">
                <a:latin typeface="Times New Roman" panose="02020603050405020304" pitchFamily="18" charset="0"/>
                <a:cs typeface="Times New Roman" panose="02020603050405020304" pitchFamily="18" charset="0"/>
              </a:rPr>
              <a:t>(</a:t>
            </a:r>
            <a:r>
              <a:rPr lang="pt-BR" b="0" i="0" u="none" strike="noStrike" baseline="0" dirty="0">
                <a:latin typeface="Times New Roman" panose="02020603050405020304" pitchFamily="18" charset="0"/>
                <a:cs typeface="Times New Roman" panose="02020603050405020304" pitchFamily="18" charset="0"/>
              </a:rPr>
              <a:t>4</a:t>
            </a:r>
            <a:r>
              <a:rPr lang="pt-BR" b="0" i="1" u="none" strike="noStrike" baseline="0" dirty="0">
                <a:latin typeface="Times New Roman" panose="02020603050405020304" pitchFamily="18" charset="0"/>
                <a:cs typeface="Times New Roman" panose="02020603050405020304" pitchFamily="18" charset="0"/>
              </a:rPr>
              <a:t>/</a:t>
            </a:r>
            <a:r>
              <a:rPr lang="el-GR" b="0" i="0" dirty="0">
                <a:solidFill>
                  <a:srgbClr val="111111"/>
                </a:solidFill>
                <a:effectLst/>
                <a:latin typeface="Times New Roman" panose="02020603050405020304" pitchFamily="18" charset="0"/>
                <a:cs typeface="Times New Roman" panose="02020603050405020304" pitchFamily="18" charset="0"/>
              </a:rPr>
              <a:t> ε</a:t>
            </a:r>
            <a:r>
              <a:rPr lang="pt-BR" b="0" i="1" u="none" strike="noStrike" baseline="0" dirty="0">
                <a:latin typeface="Times New Roman" panose="02020603050405020304" pitchFamily="18" charset="0"/>
                <a:cs typeface="Times New Roman" panose="02020603050405020304" pitchFamily="18" charset="0"/>
              </a:rPr>
              <a:t>) </a:t>
            </a:r>
            <a:r>
              <a:rPr lang="pt-BR" b="0" i="0" u="none" strike="noStrike" baseline="0" dirty="0">
                <a:latin typeface="Times New Roman" panose="02020603050405020304" pitchFamily="18" charset="0"/>
                <a:cs typeface="Times New Roman" panose="02020603050405020304" pitchFamily="18" charset="0"/>
              </a:rPr>
              <a:t>log</a:t>
            </a:r>
            <a:r>
              <a:rPr lang="pt-BR" b="0" i="1" u="none" strike="noStrike" baseline="0" dirty="0">
                <a:latin typeface="Times New Roman" panose="02020603050405020304" pitchFamily="18" charset="0"/>
                <a:cs typeface="Times New Roman" panose="02020603050405020304" pitchFamily="18" charset="0"/>
              </a:rPr>
              <a:t>(</a:t>
            </a:r>
            <a:r>
              <a:rPr lang="pt-BR" b="0" i="0" u="none" strike="noStrike" baseline="0" dirty="0">
                <a:latin typeface="Times New Roman" panose="02020603050405020304" pitchFamily="18" charset="0"/>
                <a:cs typeface="Times New Roman" panose="02020603050405020304" pitchFamily="18" charset="0"/>
              </a:rPr>
              <a:t>4</a:t>
            </a:r>
            <a:r>
              <a:rPr lang="pt-BR" b="0" i="1" u="none" strike="noStrike" baseline="0" dirty="0">
                <a:latin typeface="Times New Roman" panose="02020603050405020304" pitchFamily="18" charset="0"/>
                <a:cs typeface="Times New Roman" panose="02020603050405020304" pitchFamily="18" charset="0"/>
              </a:rPr>
              <a:t>/δ)</a:t>
            </a:r>
          </a:p>
          <a:p>
            <a:pPr algn="l"/>
            <a:r>
              <a:rPr lang="en-US" b="0" i="0" u="none" strike="noStrike" baseline="0" dirty="0">
                <a:latin typeface="Times New Roman" panose="02020603050405020304" pitchFamily="18" charset="0"/>
                <a:cs typeface="Times New Roman" panose="02020603050405020304" pitchFamily="18" charset="0"/>
              </a:rPr>
              <a:t>Therefore, provided that we take at least </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a:t>
            </a:r>
            <a:r>
              <a:rPr lang="el-GR" b="0" i="0" dirty="0">
                <a:solidFill>
                  <a:srgbClr val="111111"/>
                </a:solidFill>
                <a:effectLst/>
                <a:latin typeface="Times New Roman" panose="02020603050405020304" pitchFamily="18" charset="0"/>
                <a:cs typeface="Times New Roman" panose="02020603050405020304" pitchFamily="18" charset="0"/>
              </a:rPr>
              <a:t>ε</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log</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4</a:t>
            </a:r>
            <a:r>
              <a:rPr lang="en-US" b="0" i="1" u="none" strike="noStrike" baseline="0" dirty="0">
                <a:latin typeface="Times New Roman" panose="02020603050405020304" pitchFamily="18" charset="0"/>
                <a:cs typeface="Times New Roman" panose="02020603050405020304" pitchFamily="18" charset="0"/>
              </a:rPr>
              <a:t>/δ) </a:t>
            </a:r>
            <a:r>
              <a:rPr lang="en-US" b="0" i="0" u="none" strike="noStrike" baseline="0" dirty="0">
                <a:latin typeface="Times New Roman" panose="02020603050405020304" pitchFamily="18" charset="0"/>
                <a:cs typeface="Times New Roman" panose="02020603050405020304" pitchFamily="18" charset="0"/>
              </a:rPr>
              <a:t>independent examples from C and use the tightest rectangle as our hypothesis </a:t>
            </a:r>
            <a:r>
              <a:rPr lang="en-US" b="0" i="1" u="none" strike="noStrike" baseline="0" dirty="0">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with </a:t>
            </a:r>
            <a:r>
              <a:rPr lang="en-US" b="0" i="1" u="none" strike="noStrike" baseline="0" dirty="0">
                <a:latin typeface="Times New Roman" panose="02020603050405020304" pitchFamily="18" charset="0"/>
                <a:cs typeface="Times New Roman" panose="02020603050405020304" pitchFamily="18" charset="0"/>
              </a:rPr>
              <a:t>confidence probability </a:t>
            </a:r>
            <a:r>
              <a:rPr lang="en-US" b="0" i="0" u="none" strike="noStrike" baseline="0" dirty="0">
                <a:latin typeface="Times New Roman" panose="02020603050405020304" pitchFamily="18" charset="0"/>
                <a:cs typeface="Times New Roman" panose="02020603050405020304" pitchFamily="18" charset="0"/>
              </a:rPr>
              <a:t>at least 1 − </a:t>
            </a:r>
            <a:r>
              <a:rPr lang="en-US" b="0" i="1" u="none" strike="noStrike" baseline="0" dirty="0">
                <a:latin typeface="Times New Roman" panose="02020603050405020304" pitchFamily="18" charset="0"/>
                <a:cs typeface="Times New Roman" panose="02020603050405020304" pitchFamily="18" charset="0"/>
              </a:rPr>
              <a:t>δ</a:t>
            </a:r>
            <a:r>
              <a:rPr lang="en-US" b="0" i="0" u="none" strike="noStrike" baseline="0" dirty="0">
                <a:latin typeface="Times New Roman" panose="02020603050405020304" pitchFamily="18" charset="0"/>
                <a:cs typeface="Times New Roman" panose="02020603050405020304" pitchFamily="18" charset="0"/>
              </a:rPr>
              <a:t>, a given point will be misclassified with </a:t>
            </a:r>
            <a:r>
              <a:rPr lang="en-US" b="0" i="1" u="none" strike="noStrike" baseline="0" dirty="0">
                <a:latin typeface="Times New Roman" panose="02020603050405020304" pitchFamily="18" charset="0"/>
                <a:cs typeface="Times New Roman" panose="02020603050405020304" pitchFamily="18" charset="0"/>
              </a:rPr>
              <a:t>error probability </a:t>
            </a:r>
            <a:r>
              <a:rPr lang="en-US" b="0" i="0" u="none" strike="noStrike" baseline="0" dirty="0">
                <a:latin typeface="Times New Roman" panose="02020603050405020304" pitchFamily="18" charset="0"/>
                <a:cs typeface="Times New Roman" panose="02020603050405020304" pitchFamily="18" charset="0"/>
              </a:rPr>
              <a:t>at most </a:t>
            </a:r>
            <a:r>
              <a:rPr lang="el-GR" b="0" i="0" dirty="0">
                <a:solidFill>
                  <a:srgbClr val="111111"/>
                </a:solidFill>
                <a:effectLst/>
                <a:latin typeface="Times New Roman" panose="02020603050405020304" pitchFamily="18" charset="0"/>
                <a:cs typeface="Times New Roman" panose="02020603050405020304" pitchFamily="18" charset="0"/>
              </a:rPr>
              <a:t>ε</a:t>
            </a:r>
            <a:r>
              <a:rPr lang="en-US" b="0" i="0" u="none" strike="noStrike" baseline="0" dirty="0">
                <a:latin typeface="Times New Roman" panose="02020603050405020304" pitchFamily="18" charset="0"/>
                <a:cs typeface="Times New Roman" panose="02020603050405020304" pitchFamily="18" charset="0"/>
              </a:rPr>
              <a:t> .</a:t>
            </a:r>
          </a:p>
          <a:p>
            <a:pPr marL="0" indent="0">
              <a:buNone/>
            </a:pPr>
            <a:endParaRPr lang="en-IN" dirty="0"/>
          </a:p>
        </p:txBody>
      </p:sp>
      <p:sp>
        <p:nvSpPr>
          <p:cNvPr id="4" name="Title 1">
            <a:extLst>
              <a:ext uri="{FF2B5EF4-FFF2-40B4-BE49-F238E27FC236}">
                <a16:creationId xmlns:a16="http://schemas.microsoft.com/office/drawing/2014/main" id="{AE33E740-25A2-358C-81E3-ED1B39D25E38}"/>
              </a:ext>
            </a:extLst>
          </p:cNvPr>
          <p:cNvSpPr>
            <a:spLocks noGrp="1"/>
          </p:cNvSpPr>
          <p:nvPr>
            <p:ph type="title"/>
          </p:nvPr>
        </p:nvSpPr>
        <p:spPr>
          <a:xfrm>
            <a:off x="152399" y="88031"/>
            <a:ext cx="11201401" cy="909493"/>
          </a:xfrm>
        </p:spPr>
        <p:txBody>
          <a:bodyPr>
            <a:normAutofit/>
          </a:bodyPr>
          <a:lstStyle/>
          <a:p>
            <a:r>
              <a:rPr lang="en-US" b="1" dirty="0">
                <a:latin typeface="Times New Roman" panose="02020603050405020304" pitchFamily="18" charset="0"/>
                <a:cs typeface="Times New Roman" panose="02020603050405020304" pitchFamily="18" charset="0"/>
              </a:rPr>
              <a:t>Continue…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649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F51C-65C9-9CB8-FF69-095A9DBF97AE}"/>
              </a:ext>
            </a:extLst>
          </p:cNvPr>
          <p:cNvSpPr>
            <a:spLocks noGrp="1"/>
          </p:cNvSpPr>
          <p:nvPr>
            <p:ph type="title"/>
          </p:nvPr>
        </p:nvSpPr>
        <p:spPr>
          <a:xfrm>
            <a:off x="206953" y="88031"/>
            <a:ext cx="11598604" cy="679412"/>
          </a:xfrm>
        </p:spPr>
        <p:txBody>
          <a:bodyPr>
            <a:normAutofit fontScale="90000"/>
          </a:bodyPr>
          <a:lstStyle/>
          <a:p>
            <a:r>
              <a:rPr lang="en-IN" b="1" dirty="0">
                <a:latin typeface="Times New Roman" panose="02020603050405020304" pitchFamily="18" charset="0"/>
                <a:cs typeface="Times New Roman" panose="02020603050405020304" pitchFamily="18" charset="0"/>
              </a:rPr>
              <a:t>Noise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5FE3E3-5CE1-557A-E1AD-C84213581B59}"/>
              </a:ext>
            </a:extLst>
          </p:cNvPr>
          <p:cNvSpPr>
            <a:spLocks noGrp="1"/>
          </p:cNvSpPr>
          <p:nvPr>
            <p:ph idx="1"/>
          </p:nvPr>
        </p:nvSpPr>
        <p:spPr>
          <a:xfrm>
            <a:off x="159327" y="986414"/>
            <a:ext cx="11873345" cy="5523060"/>
          </a:xfrm>
        </p:spPr>
        <p:txBody>
          <a:bodyPr>
            <a:normAutofit/>
          </a:bodyPr>
          <a:lstStyle/>
          <a:p>
            <a:pPr algn="l"/>
            <a:r>
              <a:rPr lang="en-US" b="0" i="1" u="none" strike="noStrike" baseline="0" dirty="0">
                <a:latin typeface="Times New Roman" panose="02020603050405020304" pitchFamily="18" charset="0"/>
                <a:cs typeface="Times New Roman" panose="02020603050405020304" pitchFamily="18" charset="0"/>
              </a:rPr>
              <a:t>Noise </a:t>
            </a:r>
            <a:r>
              <a:rPr lang="en-US" b="0" i="0" u="none" strike="noStrike" baseline="0" dirty="0">
                <a:latin typeface="Times New Roman" panose="02020603050405020304" pitchFamily="18" charset="0"/>
                <a:cs typeface="Times New Roman" panose="02020603050405020304" pitchFamily="18" charset="0"/>
              </a:rPr>
              <a:t>is any unwanted anomaly in the data and due to noise, the class may be more difficult to learn and zero error may be infeasible with a simple hypothesis class as shown in figure. </a:t>
            </a:r>
          </a:p>
        </p:txBody>
      </p:sp>
      <p:pic>
        <p:nvPicPr>
          <p:cNvPr id="7" name="Picture 6">
            <a:extLst>
              <a:ext uri="{FF2B5EF4-FFF2-40B4-BE49-F238E27FC236}">
                <a16:creationId xmlns:a16="http://schemas.microsoft.com/office/drawing/2014/main" id="{4F258C10-34A8-72A5-F122-14471390A6F4}"/>
              </a:ext>
            </a:extLst>
          </p:cNvPr>
          <p:cNvPicPr>
            <a:picLocks noChangeAspect="1"/>
          </p:cNvPicPr>
          <p:nvPr/>
        </p:nvPicPr>
        <p:blipFill>
          <a:blip r:embed="rId2"/>
          <a:stretch>
            <a:fillRect/>
          </a:stretch>
        </p:blipFill>
        <p:spPr>
          <a:xfrm>
            <a:off x="7364187" y="2144471"/>
            <a:ext cx="4806049" cy="4658926"/>
          </a:xfrm>
          <a:prstGeom prst="rect">
            <a:avLst/>
          </a:prstGeom>
        </p:spPr>
      </p:pic>
      <p:sp>
        <p:nvSpPr>
          <p:cNvPr id="9" name="TextBox 8">
            <a:extLst>
              <a:ext uri="{FF2B5EF4-FFF2-40B4-BE49-F238E27FC236}">
                <a16:creationId xmlns:a16="http://schemas.microsoft.com/office/drawing/2014/main" id="{47E1DA9D-3F86-A34C-F8B3-AE5A7E753E79}"/>
              </a:ext>
            </a:extLst>
          </p:cNvPr>
          <p:cNvSpPr txBox="1"/>
          <p:nvPr/>
        </p:nvSpPr>
        <p:spPr>
          <a:xfrm>
            <a:off x="76322" y="2342492"/>
            <a:ext cx="7565450" cy="3108543"/>
          </a:xfrm>
          <a:prstGeom prst="rect">
            <a:avLst/>
          </a:prstGeom>
          <a:noFill/>
        </p:spPr>
        <p:txBody>
          <a:bodyPr wrap="square">
            <a:spAutoFit/>
          </a:bodyPr>
          <a:lstStyle/>
          <a:p>
            <a:pPr marL="457200" indent="-4572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When there is noise, there </a:t>
            </a:r>
            <a:r>
              <a:rPr lang="en-US" sz="2800" dirty="0">
                <a:latin typeface="Times New Roman" panose="02020603050405020304" pitchFamily="18" charset="0"/>
                <a:cs typeface="Times New Roman" panose="02020603050405020304" pitchFamily="18" charset="0"/>
              </a:rPr>
              <a:t>cannot be</a:t>
            </a:r>
            <a:r>
              <a:rPr lang="en-US" sz="2800" b="0" i="0" u="none" strike="noStrike" baseline="0" dirty="0">
                <a:latin typeface="Times New Roman" panose="02020603050405020304" pitchFamily="18" charset="0"/>
                <a:cs typeface="Times New Roman" panose="02020603050405020304" pitchFamily="18" charset="0"/>
              </a:rPr>
              <a:t> a simple boundary between the positive and negative instances, and zero misclassification error may not be possible with a simple hypothesis. </a:t>
            </a:r>
          </a:p>
          <a:p>
            <a:pPr marL="457200" indent="-457200" algn="l">
              <a:buFont typeface="Arial" panose="020B0604020202020204" pitchFamily="34" charset="0"/>
              <a:buChar char="•"/>
            </a:pPr>
            <a:r>
              <a:rPr lang="en-US" sz="2800" b="0" i="0" u="none" strike="noStrike" baseline="0" dirty="0">
                <a:latin typeface="Times New Roman" panose="02020603050405020304" pitchFamily="18" charset="0"/>
                <a:cs typeface="Times New Roman" panose="02020603050405020304" pitchFamily="18" charset="0"/>
              </a:rPr>
              <a:t>An arbitrary closed form can be drawn by piecewise functions with a larger number of control points.</a:t>
            </a:r>
          </a:p>
        </p:txBody>
      </p:sp>
    </p:spTree>
    <p:extLst>
      <p:ext uri="{BB962C8B-B14F-4D97-AF65-F5344CB8AC3E}">
        <p14:creationId xmlns:p14="http://schemas.microsoft.com/office/powerpoint/2010/main" val="1558840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BFACB-CBF7-6607-0604-B72C6A2C0938}"/>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428A0F33-4726-82B5-4891-D6A6FD349136}"/>
              </a:ext>
            </a:extLst>
          </p:cNvPr>
          <p:cNvSpPr>
            <a:spLocks noGrp="1"/>
          </p:cNvSpPr>
          <p:nvPr>
            <p:ph idx="1"/>
          </p:nvPr>
        </p:nvSpPr>
        <p:spPr/>
        <p:txBody>
          <a:bodyPr>
            <a:normAutofit/>
          </a:bodyPr>
          <a:lstStyle/>
          <a:p>
            <a:pPr algn="l"/>
            <a:r>
              <a:rPr lang="en-US" sz="3200" b="0" i="0" u="none" strike="noStrike" baseline="0" dirty="0">
                <a:latin typeface="Times New Roman" panose="02020603050405020304" pitchFamily="18" charset="0"/>
                <a:cs typeface="Times New Roman" panose="02020603050405020304" pitchFamily="18" charset="0"/>
              </a:rPr>
              <a:t>There are several interpretations </a:t>
            </a:r>
            <a:r>
              <a:rPr lang="en-IN" sz="3200" b="0" i="0" u="none" strike="noStrike" baseline="0" dirty="0">
                <a:latin typeface="Times New Roman" panose="02020603050405020304" pitchFamily="18" charset="0"/>
                <a:cs typeface="Times New Roman" panose="02020603050405020304" pitchFamily="18" charset="0"/>
              </a:rPr>
              <a:t>of noise:</a:t>
            </a:r>
          </a:p>
          <a:p>
            <a:pPr lvl="1"/>
            <a:r>
              <a:rPr lang="en-US" sz="2800" b="0" i="0" u="none" strike="noStrike" baseline="0" dirty="0">
                <a:latin typeface="Times New Roman" panose="02020603050405020304" pitchFamily="18" charset="0"/>
                <a:cs typeface="Times New Roman" panose="02020603050405020304" pitchFamily="18" charset="0"/>
              </a:rPr>
              <a:t>There may be imprecision in recording the input attributes, which may shift the data points in the input space.</a:t>
            </a:r>
          </a:p>
          <a:p>
            <a:pPr lvl="1"/>
            <a:r>
              <a:rPr lang="en-US" sz="2800" b="0" i="0" u="none" strike="noStrike" baseline="0" dirty="0">
                <a:latin typeface="Times New Roman" panose="02020603050405020304" pitchFamily="18" charset="0"/>
                <a:cs typeface="Times New Roman" panose="02020603050405020304" pitchFamily="18" charset="0"/>
              </a:rPr>
              <a:t>There may be errors in labeling the data points, which may relabel positive instances as negative and vice versa, which is sometimes called </a:t>
            </a:r>
            <a:r>
              <a:rPr lang="en-IN" sz="2800" b="0" i="1" u="none" strike="noStrike" baseline="0" dirty="0">
                <a:latin typeface="Times New Roman" panose="02020603050405020304" pitchFamily="18" charset="0"/>
                <a:cs typeface="Times New Roman" panose="02020603050405020304" pitchFamily="18" charset="0"/>
              </a:rPr>
              <a:t>teacher noise</a:t>
            </a:r>
            <a:r>
              <a:rPr lang="en-IN" sz="2800" b="0" i="0" u="none" strike="noStrike" baseline="0" dirty="0">
                <a:latin typeface="Times New Roman" panose="02020603050405020304" pitchFamily="18" charset="0"/>
                <a:cs typeface="Times New Roman" panose="02020603050405020304" pitchFamily="18" charset="0"/>
              </a:rPr>
              <a:t>.</a:t>
            </a:r>
          </a:p>
          <a:p>
            <a:pPr lvl="1"/>
            <a:r>
              <a:rPr lang="en-US" sz="2800" b="0" i="0" u="none" strike="noStrike" baseline="0" dirty="0">
                <a:latin typeface="Times New Roman" panose="02020603050405020304" pitchFamily="18" charset="0"/>
                <a:cs typeface="Times New Roman" panose="02020603050405020304" pitchFamily="18" charset="0"/>
              </a:rPr>
              <a:t> There may be additional attributes, which not taken into account, that affect the label of an instance. Such attributes may be </a:t>
            </a:r>
            <a:r>
              <a:rPr lang="en-US" sz="2800" b="0" i="1" u="none" strike="noStrike" baseline="0" dirty="0">
                <a:latin typeface="Times New Roman" panose="02020603050405020304" pitchFamily="18" charset="0"/>
                <a:cs typeface="Times New Roman" panose="02020603050405020304" pitchFamily="18" charset="0"/>
              </a:rPr>
              <a:t>hidden </a:t>
            </a:r>
            <a:r>
              <a:rPr lang="en-US" sz="2800" b="0" i="0" u="none" strike="noStrike" baseline="0" dirty="0">
                <a:latin typeface="Times New Roman" panose="02020603050405020304" pitchFamily="18" charset="0"/>
                <a:cs typeface="Times New Roman" panose="02020603050405020304" pitchFamily="18" charset="0"/>
              </a:rPr>
              <a:t>or </a:t>
            </a:r>
            <a:r>
              <a:rPr lang="en-US" sz="2800" b="0" i="1" u="none" strike="noStrike" baseline="0" dirty="0">
                <a:latin typeface="Times New Roman" panose="02020603050405020304" pitchFamily="18" charset="0"/>
                <a:cs typeface="Times New Roman" panose="02020603050405020304" pitchFamily="18" charset="0"/>
              </a:rPr>
              <a:t>latent </a:t>
            </a:r>
            <a:r>
              <a:rPr lang="en-US" sz="2800" b="0" i="0" u="none" strike="noStrike" baseline="0" dirty="0">
                <a:latin typeface="Times New Roman" panose="02020603050405020304" pitchFamily="18" charset="0"/>
                <a:cs typeface="Times New Roman" panose="02020603050405020304" pitchFamily="18" charset="0"/>
              </a:rPr>
              <a:t>in that they may be unobservable. </a:t>
            </a:r>
          </a:p>
          <a:p>
            <a:pPr lvl="1"/>
            <a:r>
              <a:rPr lang="en-US" sz="2800" b="0" i="0" u="none" strike="noStrike" baseline="0" dirty="0">
                <a:latin typeface="Times New Roman" panose="02020603050405020304" pitchFamily="18" charset="0"/>
                <a:cs typeface="Times New Roman" panose="02020603050405020304" pitchFamily="18" charset="0"/>
              </a:rPr>
              <a:t>The effect of these neglected attributes is thus modeled as a random component and is </a:t>
            </a:r>
            <a:r>
              <a:rPr lang="en-IN" sz="2800" b="0" i="0" u="none" strike="noStrike" baseline="0" dirty="0">
                <a:latin typeface="Times New Roman" panose="02020603050405020304" pitchFamily="18" charset="0"/>
                <a:cs typeface="Times New Roman" panose="02020603050405020304" pitchFamily="18" charset="0"/>
              </a:rPr>
              <a:t>included in “noise.”</a:t>
            </a:r>
            <a:endParaRPr lang="en-IN" sz="4000" dirty="0">
              <a:latin typeface="Times New Roman" panose="02020603050405020304" pitchFamily="18" charset="0"/>
              <a:cs typeface="Times New Roman" panose="02020603050405020304" pitchFamily="18" charset="0"/>
            </a:endParaRPr>
          </a:p>
          <a:p>
            <a:endParaRPr lang="en-IN" sz="3200" dirty="0"/>
          </a:p>
        </p:txBody>
      </p:sp>
    </p:spTree>
    <p:extLst>
      <p:ext uri="{BB962C8B-B14F-4D97-AF65-F5344CB8AC3E}">
        <p14:creationId xmlns:p14="http://schemas.microsoft.com/office/powerpoint/2010/main" val="349675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29C3C9-9115-10E9-00B9-B6D4BEB72B14}"/>
              </a:ext>
            </a:extLst>
          </p:cNvPr>
          <p:cNvPicPr>
            <a:picLocks noChangeAspect="1"/>
          </p:cNvPicPr>
          <p:nvPr/>
        </p:nvPicPr>
        <p:blipFill>
          <a:blip r:embed="rId2"/>
          <a:stretch>
            <a:fillRect/>
          </a:stretch>
        </p:blipFill>
        <p:spPr>
          <a:xfrm>
            <a:off x="7233551" y="1246909"/>
            <a:ext cx="4806049" cy="4658926"/>
          </a:xfrm>
          <a:prstGeom prst="rect">
            <a:avLst/>
          </a:prstGeom>
        </p:spPr>
      </p:pic>
      <p:sp>
        <p:nvSpPr>
          <p:cNvPr id="2" name="Title 1">
            <a:extLst>
              <a:ext uri="{FF2B5EF4-FFF2-40B4-BE49-F238E27FC236}">
                <a16:creationId xmlns:a16="http://schemas.microsoft.com/office/drawing/2014/main" id="{F618DFFA-B1D6-618E-92E6-1719FA6C68E9}"/>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F7EF1B67-BA3C-6C43-16A5-E3F1F127F0B6}"/>
              </a:ext>
            </a:extLst>
          </p:cNvPr>
          <p:cNvSpPr>
            <a:spLocks noGrp="1"/>
          </p:cNvSpPr>
          <p:nvPr>
            <p:ph idx="1"/>
          </p:nvPr>
        </p:nvSpPr>
        <p:spPr>
          <a:xfrm>
            <a:off x="152399" y="1246909"/>
            <a:ext cx="7342415" cy="5523060"/>
          </a:xfrm>
        </p:spPr>
        <p:txBody>
          <a:bodyPr>
            <a:normAutofit fontScale="92500"/>
          </a:bodyPr>
          <a:lstStyle/>
          <a:p>
            <a:pPr algn="l"/>
            <a:r>
              <a:rPr lang="en-US" b="0" i="0" u="none" strike="noStrike" baseline="0" dirty="0">
                <a:latin typeface="Times New Roman" panose="02020603050405020304" pitchFamily="18" charset="0"/>
                <a:cs typeface="Times New Roman" panose="02020603050405020304" pitchFamily="18" charset="0"/>
              </a:rPr>
              <a:t>As can be seen in figure, when there is noise, there is not a simple boundary between the positive and negative instances and to separate them, a complicated hypothesis that corresponds to a hypothesis class with larger capacity is needed. </a:t>
            </a:r>
          </a:p>
          <a:p>
            <a:pPr algn="l"/>
            <a:r>
              <a:rPr lang="en-US" b="0" i="0" u="none" strike="noStrike" baseline="0" dirty="0">
                <a:latin typeface="Times New Roman" panose="02020603050405020304" pitchFamily="18" charset="0"/>
                <a:cs typeface="Times New Roman" panose="02020603050405020304" pitchFamily="18" charset="0"/>
              </a:rPr>
              <a:t>A rectangle can be defined by four numbers/parameters, but to define a more complicated shape one needs a more complex model with a much larger number of parameters. </a:t>
            </a:r>
          </a:p>
          <a:p>
            <a:pPr algn="l"/>
            <a:r>
              <a:rPr lang="en-US" b="0" i="0" u="none" strike="noStrike" baseline="0" dirty="0">
                <a:latin typeface="Times New Roman" panose="02020603050405020304" pitchFamily="18" charset="0"/>
                <a:cs typeface="Times New Roman" panose="02020603050405020304" pitchFamily="18" charset="0"/>
              </a:rPr>
              <a:t>With a complex model, one can make a perfect fit to the data and attain zero error; like the wiggly shape in figure. </a:t>
            </a:r>
          </a:p>
          <a:p>
            <a:pPr algn="l"/>
            <a:r>
              <a:rPr lang="en-US" b="0" i="0" u="none" strike="noStrike" baseline="0" dirty="0">
                <a:latin typeface="Times New Roman" panose="02020603050405020304" pitchFamily="18" charset="0"/>
                <a:cs typeface="Times New Roman" panose="02020603050405020304" pitchFamily="18" charset="0"/>
              </a:rPr>
              <a:t>Another possibility is to keep the model simple and allow some error; the rectangle in figure.</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09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D6D5-91C1-DC9D-1386-88AD82E29256}"/>
              </a:ext>
            </a:extLst>
          </p:cNvPr>
          <p:cNvSpPr>
            <a:spLocks noGrp="1"/>
          </p:cNvSpPr>
          <p:nvPr>
            <p:ph type="title"/>
          </p:nvPr>
        </p:nvSpPr>
        <p:spPr>
          <a:xfrm>
            <a:off x="152399" y="88031"/>
            <a:ext cx="11201401" cy="909493"/>
          </a:xfrm>
        </p:spPr>
        <p:txBody>
          <a:bodyPr/>
          <a:lstStyle/>
          <a:p>
            <a:r>
              <a:rPr lang="en-US" dirty="0"/>
              <a:t>Advantage of Rectangular model…</a:t>
            </a:r>
            <a:endParaRPr lang="en-IN" dirty="0"/>
          </a:p>
        </p:txBody>
      </p:sp>
      <p:sp>
        <p:nvSpPr>
          <p:cNvPr id="3" name="Content Placeholder 2">
            <a:extLst>
              <a:ext uri="{FF2B5EF4-FFF2-40B4-BE49-F238E27FC236}">
                <a16:creationId xmlns:a16="http://schemas.microsoft.com/office/drawing/2014/main" id="{EAE32E53-FE17-10E7-AD4F-0AB961E13BE5}"/>
              </a:ext>
            </a:extLst>
          </p:cNvPr>
          <p:cNvSpPr>
            <a:spLocks noGrp="1"/>
          </p:cNvSpPr>
          <p:nvPr>
            <p:ph idx="1"/>
          </p:nvPr>
        </p:nvSpPr>
        <p:spPr>
          <a:xfrm>
            <a:off x="152400" y="1132605"/>
            <a:ext cx="11587844" cy="5637363"/>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Using the simple rectangle (unless its training error is much bigger) makes more sense because of the following:</a:t>
            </a:r>
          </a:p>
          <a:p>
            <a:pPr marL="457200" indent="-457200" algn="l">
              <a:buAutoNum type="arabicPeriod"/>
            </a:pPr>
            <a:r>
              <a:rPr lang="en-US" b="0" i="0" u="none" strike="noStrike" baseline="0" dirty="0">
                <a:latin typeface="Times New Roman" panose="02020603050405020304" pitchFamily="18" charset="0"/>
                <a:cs typeface="Times New Roman" panose="02020603050405020304" pitchFamily="18" charset="0"/>
              </a:rPr>
              <a:t>It is a simple model to use- It is easy to check whether a point is inside or outside a rectangle and can easily check, for a future data instance, whether it is a positive or a negative instance.</a:t>
            </a:r>
          </a:p>
          <a:p>
            <a:pPr marL="441325" indent="-441325" algn="l">
              <a:buNone/>
            </a:pPr>
            <a:r>
              <a:rPr lang="en-US" b="0" i="0" u="none" strike="noStrike" baseline="0" dirty="0">
                <a:latin typeface="Times New Roman" panose="02020603050405020304" pitchFamily="18" charset="0"/>
                <a:cs typeface="Times New Roman" panose="02020603050405020304" pitchFamily="18" charset="0"/>
              </a:rPr>
              <a:t>2.  It is a simple model to train and has fewer parameters- It is easier to find the corner values of a rectangle than the control points of an arbitrary shape as a simple model is thus said to have less </a:t>
            </a:r>
            <a:r>
              <a:rPr lang="en-US" b="0" i="1" u="none" strike="noStrike" baseline="0" dirty="0">
                <a:latin typeface="Times New Roman" panose="02020603050405020304" pitchFamily="18" charset="0"/>
                <a:cs typeface="Times New Roman" panose="02020603050405020304" pitchFamily="18" charset="0"/>
              </a:rPr>
              <a:t>variance</a:t>
            </a:r>
            <a:r>
              <a:rPr lang="en-US" b="0" i="0" u="none" strike="noStrike" baseline="0" dirty="0">
                <a:latin typeface="Times New Roman" panose="02020603050405020304" pitchFamily="18" charset="0"/>
                <a:cs typeface="Times New Roman" panose="02020603050405020304" pitchFamily="18" charset="0"/>
              </a:rPr>
              <a:t>.</a:t>
            </a:r>
          </a:p>
          <a:p>
            <a:pPr algn="l"/>
            <a:r>
              <a:rPr lang="en-US" b="0" i="0" u="none" strike="noStrike" baseline="0" dirty="0">
                <a:solidFill>
                  <a:srgbClr val="FF0000"/>
                </a:solidFill>
                <a:latin typeface="Times New Roman" panose="02020603050405020304" pitchFamily="18" charset="0"/>
                <a:cs typeface="Times New Roman" panose="02020603050405020304" pitchFamily="18" charset="0"/>
              </a:rPr>
              <a:t>On the other hand, a too simple model assumes more, is more rigid, and may fail if indeed the underlying class is not that simple: A simpler model has more </a:t>
            </a:r>
            <a:r>
              <a:rPr lang="en-US" b="0" i="1" u="none" strike="noStrike" baseline="0" dirty="0">
                <a:solidFill>
                  <a:srgbClr val="FF0000"/>
                </a:solidFill>
                <a:latin typeface="Times New Roman" panose="02020603050405020304" pitchFamily="18" charset="0"/>
                <a:cs typeface="Times New Roman" panose="02020603050405020304" pitchFamily="18" charset="0"/>
              </a:rPr>
              <a:t>bias</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Finding the optimal model corresponds to minimizing both the bias and the variance.</a:t>
            </a:r>
          </a:p>
        </p:txBody>
      </p:sp>
    </p:spTree>
    <p:extLst>
      <p:ext uri="{BB962C8B-B14F-4D97-AF65-F5344CB8AC3E}">
        <p14:creationId xmlns:p14="http://schemas.microsoft.com/office/powerpoint/2010/main" val="3429762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76DBA-4C0E-A29F-C8E2-7261083CEE0E}"/>
              </a:ext>
            </a:extLst>
          </p:cNvPr>
          <p:cNvSpPr>
            <a:spLocks noGrp="1"/>
          </p:cNvSpPr>
          <p:nvPr>
            <p:ph idx="1"/>
          </p:nvPr>
        </p:nvSpPr>
        <p:spPr/>
        <p:txBody>
          <a:bodyPr>
            <a:normAutofit/>
          </a:bodyPr>
          <a:lstStyle/>
          <a:p>
            <a:pPr marL="358775" indent="-358775" algn="l">
              <a:buNone/>
            </a:pPr>
            <a:r>
              <a:rPr lang="en-US" sz="2800" b="0" i="0" u="none" strike="noStrike" baseline="0" dirty="0">
                <a:latin typeface="Times New Roman" panose="02020603050405020304" pitchFamily="18" charset="0"/>
                <a:cs typeface="Times New Roman" panose="02020603050405020304" pitchFamily="18" charset="0"/>
              </a:rPr>
              <a:t>3. It is a simple model to explain - A rectangle simply corresponds to defining intervals  on the two attributes. </a:t>
            </a:r>
          </a:p>
          <a:p>
            <a:pPr marL="358775" indent="-358775" algn="l">
              <a:buNone/>
            </a:pPr>
            <a:r>
              <a:rPr lang="en-US" sz="2800" b="0" i="0" u="none" strike="noStrike" baseline="0" dirty="0">
                <a:latin typeface="Times New Roman" panose="02020603050405020304" pitchFamily="18" charset="0"/>
                <a:cs typeface="Times New Roman" panose="02020603050405020304" pitchFamily="18" charset="0"/>
              </a:rPr>
              <a:t>	By learning a simple model, information can be extracted from the raw data given in the training set.</a:t>
            </a:r>
          </a:p>
          <a:p>
            <a:pPr marL="358775" indent="-358775" algn="l">
              <a:buNone/>
            </a:pPr>
            <a:r>
              <a:rPr lang="en-US" sz="2800" b="0" i="0" u="none" strike="noStrike" baseline="0" dirty="0">
                <a:latin typeface="Times New Roman" panose="02020603050405020304" pitchFamily="18" charset="0"/>
                <a:cs typeface="Times New Roman" panose="02020603050405020304" pitchFamily="18" charset="0"/>
              </a:rPr>
              <a:t>4. If indeed there is mislabeling or noise in input and the actual class is really a simple model like the rectangle, then the simple rectangle, because it has less variance and is less affected by single instances, will be a better discriminator than the wiggly shape, although the simple one may make slightly more errors on the training set. </a:t>
            </a:r>
          </a:p>
          <a:p>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3E8391E-8094-1754-66AB-C77A98A4666B}"/>
              </a:ext>
            </a:extLst>
          </p:cNvPr>
          <p:cNvSpPr>
            <a:spLocks noGrp="1"/>
          </p:cNvSpPr>
          <p:nvPr>
            <p:ph type="title"/>
          </p:nvPr>
        </p:nvSpPr>
        <p:spPr>
          <a:xfrm>
            <a:off x="838200" y="87313"/>
            <a:ext cx="10515600" cy="909637"/>
          </a:xfrm>
        </p:spPr>
        <p:txBody>
          <a:bodyPr/>
          <a:lstStyle/>
          <a:p>
            <a:r>
              <a:rPr lang="en-US" dirty="0"/>
              <a:t>Advantage of Rectangular model…</a:t>
            </a:r>
            <a:endParaRPr lang="en-IN" dirty="0"/>
          </a:p>
        </p:txBody>
      </p:sp>
    </p:spTree>
    <p:extLst>
      <p:ext uri="{BB962C8B-B14F-4D97-AF65-F5344CB8AC3E}">
        <p14:creationId xmlns:p14="http://schemas.microsoft.com/office/powerpoint/2010/main" val="3516287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D6EA-342B-EBB2-A436-333EEF53D958}"/>
              </a:ext>
            </a:extLst>
          </p:cNvPr>
          <p:cNvSpPr>
            <a:spLocks noGrp="1"/>
          </p:cNvSpPr>
          <p:nvPr>
            <p:ph type="title"/>
          </p:nvPr>
        </p:nvSpPr>
        <p:spPr/>
        <p:txBody>
          <a:bodyPr/>
          <a:lstStyle/>
          <a:p>
            <a:r>
              <a:rPr lang="en-US" sz="4400" b="1" u="none" strike="noStrike" baseline="0" dirty="0">
                <a:latin typeface="Times New Roman" panose="02020603050405020304" pitchFamily="18" charset="0"/>
                <a:cs typeface="Times New Roman" panose="02020603050405020304" pitchFamily="18" charset="0"/>
              </a:rPr>
              <a:t>Occam’s razor</a:t>
            </a:r>
            <a:endParaRPr lang="en-IN" dirty="0"/>
          </a:p>
        </p:txBody>
      </p:sp>
      <p:sp>
        <p:nvSpPr>
          <p:cNvPr id="3" name="Content Placeholder 2">
            <a:extLst>
              <a:ext uri="{FF2B5EF4-FFF2-40B4-BE49-F238E27FC236}">
                <a16:creationId xmlns:a16="http://schemas.microsoft.com/office/drawing/2014/main" id="{AF82B6B9-8416-BFA3-8765-34248057DD25}"/>
              </a:ext>
            </a:extLst>
          </p:cNvPr>
          <p:cNvSpPr>
            <a:spLocks noGrp="1"/>
          </p:cNvSpPr>
          <p:nvPr>
            <p:ph idx="1"/>
          </p:nvPr>
        </p:nvSpPr>
        <p:spPr/>
        <p:txBody>
          <a:bodyPr/>
          <a:lstStyle/>
          <a:p>
            <a:r>
              <a:rPr lang="en-US" sz="2800" b="0" i="0" u="none" strike="noStrike" baseline="0" dirty="0">
                <a:latin typeface="Times New Roman" panose="02020603050405020304" pitchFamily="18" charset="0"/>
                <a:cs typeface="Times New Roman" panose="02020603050405020304" pitchFamily="18" charset="0"/>
              </a:rPr>
              <a:t>Given comparable empirical error, a simple (but not too simple) model would generalize better than a complex model. </a:t>
            </a:r>
          </a:p>
          <a:p>
            <a:r>
              <a:rPr lang="en-US" sz="2800" b="0" i="0" u="none" strike="noStrike" baseline="0" dirty="0">
                <a:latin typeface="Times New Roman" panose="02020603050405020304" pitchFamily="18" charset="0"/>
                <a:cs typeface="Times New Roman" panose="02020603050405020304" pitchFamily="18" charset="0"/>
              </a:rPr>
              <a:t>This principle is known as </a:t>
            </a:r>
            <a:r>
              <a:rPr lang="en-US" sz="2800" b="1" i="1" u="none" strike="noStrike" baseline="0" dirty="0">
                <a:solidFill>
                  <a:srgbClr val="FF0000"/>
                </a:solidFill>
                <a:latin typeface="Times New Roman" panose="02020603050405020304" pitchFamily="18" charset="0"/>
                <a:cs typeface="Times New Roman" panose="02020603050405020304" pitchFamily="18" charset="0"/>
              </a:rPr>
              <a:t>Occam’s razor</a:t>
            </a:r>
            <a:r>
              <a:rPr lang="en-US" sz="2800" b="0" i="0" u="none" strike="noStrike" baseline="0" dirty="0">
                <a:latin typeface="Times New Roman" panose="02020603050405020304" pitchFamily="18" charset="0"/>
                <a:cs typeface="Times New Roman" panose="02020603050405020304" pitchFamily="18" charset="0"/>
              </a:rPr>
              <a:t>, which states that </a:t>
            </a:r>
            <a:r>
              <a:rPr lang="en-US" sz="2800" b="0" i="1" u="none" strike="noStrike" baseline="0" dirty="0">
                <a:solidFill>
                  <a:srgbClr val="FF0000"/>
                </a:solidFill>
                <a:latin typeface="Times New Roman" panose="02020603050405020304" pitchFamily="18" charset="0"/>
                <a:cs typeface="Times New Roman" panose="02020603050405020304" pitchFamily="18" charset="0"/>
              </a:rPr>
              <a:t>simpler explanations are more plausible </a:t>
            </a:r>
            <a:r>
              <a:rPr lang="en-US" sz="2800" b="0" i="0" u="none" strike="noStrike" baseline="0" dirty="0">
                <a:latin typeface="Times New Roman" panose="02020603050405020304" pitchFamily="18" charset="0"/>
                <a:cs typeface="Times New Roman" panose="02020603050405020304" pitchFamily="18" charset="0"/>
              </a:rPr>
              <a:t>and any unnecessary complexity should be removed off.</a:t>
            </a:r>
            <a:endParaRPr lang="en-IN" dirty="0">
              <a:latin typeface="Times New Roman" panose="02020603050405020304" pitchFamily="18" charset="0"/>
              <a:cs typeface="Times New Roman" panose="02020603050405020304" pitchFamily="18" charset="0"/>
            </a:endParaRPr>
          </a:p>
          <a:p>
            <a:r>
              <a:rPr lang="en-US" sz="2800" b="0" i="1" u="none" strike="noStrike" baseline="0" dirty="0">
                <a:solidFill>
                  <a:srgbClr val="FF0000"/>
                </a:solidFill>
                <a:latin typeface="Times New Roman" panose="02020603050405020304" pitchFamily="18" charset="0"/>
                <a:cs typeface="Times New Roman" panose="02020603050405020304" pitchFamily="18" charset="0"/>
              </a:rPr>
              <a:t>Plausible</a:t>
            </a:r>
            <a:r>
              <a:rPr lang="en-IN" sz="2800" b="0" i="1" u="none" strike="noStrike" baseline="0" dirty="0">
                <a:solidFill>
                  <a:srgbClr val="FF0000"/>
                </a:solidFill>
                <a:latin typeface="Times New Roman" panose="02020603050405020304" pitchFamily="18" charset="0"/>
                <a:cs typeface="Times New Roman" panose="02020603050405020304" pitchFamily="18" charset="0"/>
              </a:rPr>
              <a:t> –   The expon</a:t>
            </a:r>
            <a:r>
              <a:rPr lang="en-IN" i="1" dirty="0">
                <a:solidFill>
                  <a:srgbClr val="FF0000"/>
                </a:solidFill>
                <a:latin typeface="Times New Roman" panose="02020603050405020304" pitchFamily="18" charset="0"/>
                <a:cs typeface="Times New Roman" panose="02020603050405020304" pitchFamily="18" charset="0"/>
              </a:rPr>
              <a:t>ential decay is at least as strong as linear decay… as x grows, the linear function can become negative but exponential function stays positive</a:t>
            </a:r>
            <a:endParaRPr lang="en-IN" dirty="0"/>
          </a:p>
        </p:txBody>
      </p:sp>
    </p:spTree>
    <p:extLst>
      <p:ext uri="{BB962C8B-B14F-4D97-AF65-F5344CB8AC3E}">
        <p14:creationId xmlns:p14="http://schemas.microsoft.com/office/powerpoint/2010/main" val="2632454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AAEB5-89AA-A48A-181A-DFD12D63AF5F}"/>
              </a:ext>
            </a:extLst>
          </p:cNvPr>
          <p:cNvSpPr>
            <a:spLocks noGrp="1"/>
          </p:cNvSpPr>
          <p:nvPr>
            <p:ph type="title"/>
          </p:nvPr>
        </p:nvSpPr>
        <p:spPr>
          <a:xfrm>
            <a:off x="152399" y="226290"/>
            <a:ext cx="10515600" cy="909493"/>
          </a:xfrm>
        </p:spPr>
        <p:txBody>
          <a:bodyPr>
            <a:normAutofit/>
          </a:bodyPr>
          <a:lstStyle/>
          <a:p>
            <a:r>
              <a:rPr lang="en-IN" b="1" dirty="0">
                <a:latin typeface="Times New Roman" panose="02020603050405020304" pitchFamily="18" charset="0"/>
                <a:cs typeface="Times New Roman" panose="02020603050405020304" pitchFamily="18" charset="0"/>
              </a:rPr>
              <a:t>Learning Multiple Classes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895DFC-F4BE-3E60-D79B-0D7EF31E2EA0}"/>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In example of learning a family car, there are positive examples belonging to the class family car and the negative examples belonging to all other cars, which is a </a:t>
            </a:r>
            <a:r>
              <a:rPr lang="en-US" b="0" i="1" u="none" strike="noStrike" baseline="0" dirty="0">
                <a:latin typeface="Times New Roman" panose="02020603050405020304" pitchFamily="18" charset="0"/>
                <a:cs typeface="Times New Roman" panose="02020603050405020304" pitchFamily="18" charset="0"/>
              </a:rPr>
              <a:t>two-class </a:t>
            </a:r>
            <a:r>
              <a:rPr lang="en-US" b="0" i="0" u="none" strike="noStrike" baseline="0" dirty="0">
                <a:latin typeface="Times New Roman" panose="02020603050405020304" pitchFamily="18" charset="0"/>
                <a:cs typeface="Times New Roman" panose="02020603050405020304" pitchFamily="18" charset="0"/>
              </a:rPr>
              <a:t>problem. </a:t>
            </a:r>
          </a:p>
          <a:p>
            <a:pPr algn="l"/>
            <a:r>
              <a:rPr lang="en-US" b="0" i="0" u="none" strike="noStrike" baseline="0" dirty="0">
                <a:latin typeface="Times New Roman" panose="02020603050405020304" pitchFamily="18" charset="0"/>
                <a:cs typeface="Times New Roman" panose="02020603050405020304" pitchFamily="18" charset="0"/>
              </a:rPr>
              <a:t>In general case, there are </a:t>
            </a:r>
            <a:r>
              <a:rPr lang="en-US" b="0" i="1" u="none" strike="noStrike" baseline="0" dirty="0">
                <a:latin typeface="Times New Roman" panose="02020603050405020304" pitchFamily="18" charset="0"/>
                <a:cs typeface="Times New Roman" panose="02020603050405020304" pitchFamily="18" charset="0"/>
              </a:rPr>
              <a:t>K </a:t>
            </a:r>
            <a:r>
              <a:rPr lang="en-US" b="0" i="0" u="none" strike="noStrike" baseline="0" dirty="0">
                <a:latin typeface="Times New Roman" panose="02020603050405020304" pitchFamily="18" charset="0"/>
                <a:cs typeface="Times New Roman" panose="02020603050405020304" pitchFamily="18" charset="0"/>
              </a:rPr>
              <a:t>classes denoted as C</a:t>
            </a:r>
            <a:r>
              <a:rPr lang="en-US" b="0" i="1" u="none" strike="noStrike" baseline="0" dirty="0">
                <a:latin typeface="Times New Roman" panose="02020603050405020304" pitchFamily="18" charset="0"/>
                <a:cs typeface="Times New Roman" panose="02020603050405020304" pitchFamily="18" charset="0"/>
              </a:rPr>
              <a:t>i, </a:t>
            </a:r>
            <a:r>
              <a:rPr lang="en-US" b="0" i="1" u="none" strike="noStrike" baseline="0" dirty="0" err="1">
                <a:latin typeface="Times New Roman" panose="02020603050405020304" pitchFamily="18" charset="0"/>
                <a:cs typeface="Times New Roman" panose="02020603050405020304" pitchFamily="18" charset="0"/>
              </a:rPr>
              <a:t>i</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1</a:t>
            </a:r>
            <a:r>
              <a:rPr lang="en-US" b="0" i="1" u="none" strike="noStrike" baseline="0" dirty="0">
                <a:latin typeface="Times New Roman" panose="02020603050405020304" pitchFamily="18" charset="0"/>
                <a:cs typeface="Times New Roman" panose="02020603050405020304" pitchFamily="18" charset="0"/>
              </a:rPr>
              <a:t>, . . . , K</a:t>
            </a:r>
            <a:r>
              <a:rPr lang="en-US" b="0" i="0" u="none" strike="noStrike" baseline="0" dirty="0">
                <a:latin typeface="Times New Roman" panose="02020603050405020304" pitchFamily="18" charset="0"/>
                <a:cs typeface="Times New Roman" panose="02020603050405020304" pitchFamily="18" charset="0"/>
              </a:rPr>
              <a:t>, and an input instance belongs to one and exactly one of them. </a:t>
            </a:r>
          </a:p>
          <a:p>
            <a:pPr algn="l"/>
            <a:r>
              <a:rPr lang="en-US" b="0" i="0" u="none" strike="noStrike" baseline="0" dirty="0">
                <a:latin typeface="Times New Roman" panose="02020603050405020304" pitchFamily="18" charset="0"/>
                <a:cs typeface="Times New Roman" panose="02020603050405020304" pitchFamily="18" charset="0"/>
              </a:rPr>
              <a:t>The training set is now of the form</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23782FA-A754-203B-C695-88C0950B1AA9}"/>
              </a:ext>
            </a:extLst>
          </p:cNvPr>
          <p:cNvPicPr>
            <a:picLocks noChangeAspect="1"/>
          </p:cNvPicPr>
          <p:nvPr/>
        </p:nvPicPr>
        <p:blipFill>
          <a:blip r:embed="rId2"/>
          <a:stretch>
            <a:fillRect/>
          </a:stretch>
        </p:blipFill>
        <p:spPr>
          <a:xfrm>
            <a:off x="2577140" y="4186468"/>
            <a:ext cx="5735732" cy="2332531"/>
          </a:xfrm>
          <a:prstGeom prst="rect">
            <a:avLst/>
          </a:prstGeom>
        </p:spPr>
      </p:pic>
    </p:spTree>
    <p:extLst>
      <p:ext uri="{BB962C8B-B14F-4D97-AF65-F5344CB8AC3E}">
        <p14:creationId xmlns:p14="http://schemas.microsoft.com/office/powerpoint/2010/main" val="1679679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C7047-7A03-FBAE-E5F6-B6EC7521A192}"/>
              </a:ext>
            </a:extLst>
          </p:cNvPr>
          <p:cNvSpPr>
            <a:spLocks noGrp="1"/>
          </p:cNvSpPr>
          <p:nvPr>
            <p:ph type="title"/>
          </p:nvPr>
        </p:nvSpPr>
        <p:spPr>
          <a:xfrm>
            <a:off x="152399" y="128316"/>
            <a:ext cx="10515600" cy="909493"/>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D67F95A4-ED84-F76E-E9EC-731FB899A359}"/>
              </a:ext>
            </a:extLst>
          </p:cNvPr>
          <p:cNvSpPr>
            <a:spLocks noGrp="1"/>
          </p:cNvSpPr>
          <p:nvPr>
            <p:ph idx="1"/>
          </p:nvPr>
        </p:nvSpPr>
        <p:spPr>
          <a:xfrm>
            <a:off x="152400" y="1246909"/>
            <a:ext cx="6090562" cy="4930054"/>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There are three classes: family car, sports car, and luxury sedan.</a:t>
            </a:r>
          </a:p>
          <a:p>
            <a:pPr algn="l"/>
            <a:r>
              <a:rPr lang="en-US" b="0" i="0" u="none" strike="noStrike" baseline="0" dirty="0">
                <a:latin typeface="Times New Roman" panose="02020603050405020304" pitchFamily="18" charset="0"/>
                <a:cs typeface="Times New Roman" panose="02020603050405020304" pitchFamily="18" charset="0"/>
              </a:rPr>
              <a:t>There are three hypotheses induced, each one covering the instances of one class and leaving outside the instances of the other two classes. </a:t>
            </a:r>
          </a:p>
          <a:p>
            <a:pPr algn="l"/>
            <a:r>
              <a:rPr lang="en-US" b="0" i="0" u="none" strike="noStrike" baseline="0" dirty="0">
                <a:latin typeface="Times New Roman" panose="02020603050405020304" pitchFamily="18" charset="0"/>
                <a:cs typeface="Times New Roman" panose="02020603050405020304" pitchFamily="18" charset="0"/>
              </a:rPr>
              <a:t>‘?’ are reject regions where no, or more than one, class is chosen.</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9D6F9B-2546-F3C1-4117-CC2EA974F83C}"/>
              </a:ext>
            </a:extLst>
          </p:cNvPr>
          <p:cNvPicPr>
            <a:picLocks noChangeAspect="1"/>
          </p:cNvPicPr>
          <p:nvPr/>
        </p:nvPicPr>
        <p:blipFill>
          <a:blip r:embed="rId2"/>
          <a:stretch>
            <a:fillRect/>
          </a:stretch>
        </p:blipFill>
        <p:spPr>
          <a:xfrm>
            <a:off x="6248399" y="1246909"/>
            <a:ext cx="5943601" cy="4569423"/>
          </a:xfrm>
          <a:prstGeom prst="rect">
            <a:avLst/>
          </a:prstGeom>
        </p:spPr>
      </p:pic>
    </p:spTree>
    <p:extLst>
      <p:ext uri="{BB962C8B-B14F-4D97-AF65-F5344CB8AC3E}">
        <p14:creationId xmlns:p14="http://schemas.microsoft.com/office/powerpoint/2010/main" val="3170591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8684-3404-75FC-72B0-169935B2C578}"/>
              </a:ext>
            </a:extLst>
          </p:cNvPr>
          <p:cNvSpPr>
            <a:spLocks noGrp="1"/>
          </p:cNvSpPr>
          <p:nvPr>
            <p:ph type="title"/>
          </p:nvPr>
        </p:nvSpPr>
        <p:spPr>
          <a:xfrm>
            <a:off x="152399" y="1"/>
            <a:ext cx="10515600" cy="764292"/>
          </a:xfrm>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4E6C5569-CF49-0178-EEE7-36F6BF5C9F7A}"/>
              </a:ext>
            </a:extLst>
          </p:cNvPr>
          <p:cNvSpPr>
            <a:spLocks noGrp="1"/>
          </p:cNvSpPr>
          <p:nvPr>
            <p:ph idx="1"/>
          </p:nvPr>
        </p:nvSpPr>
        <p:spPr>
          <a:xfrm>
            <a:off x="47104" y="826046"/>
            <a:ext cx="11873345" cy="5323114"/>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In machine learning for classification, the boundary separating the instances of one class from the instances of all other Classes are to be learnt. </a:t>
            </a:r>
            <a:endParaRPr lang="en-US"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Thus, a </a:t>
            </a:r>
            <a:r>
              <a:rPr lang="en-US" b="0" i="1" u="none" strike="noStrike" baseline="0" dirty="0">
                <a:latin typeface="Times New Roman" panose="02020603050405020304" pitchFamily="18" charset="0"/>
                <a:cs typeface="Times New Roman" panose="02020603050405020304" pitchFamily="18" charset="0"/>
              </a:rPr>
              <a:t>K</a:t>
            </a:r>
            <a:r>
              <a:rPr lang="en-US" b="0" i="0" u="none" strike="noStrike" baseline="0" dirty="0">
                <a:latin typeface="Times New Roman" panose="02020603050405020304" pitchFamily="18" charset="0"/>
                <a:cs typeface="Times New Roman" panose="02020603050405020304" pitchFamily="18" charset="0"/>
              </a:rPr>
              <a:t>-class classification problem is viewed as </a:t>
            </a:r>
            <a:r>
              <a:rPr lang="en-US" b="0" i="1" u="none" strike="noStrike" baseline="0" dirty="0">
                <a:latin typeface="Times New Roman" panose="02020603050405020304" pitchFamily="18" charset="0"/>
                <a:cs typeface="Times New Roman" panose="02020603050405020304" pitchFamily="18" charset="0"/>
              </a:rPr>
              <a:t>K </a:t>
            </a:r>
            <a:r>
              <a:rPr lang="en-US" b="0" i="0" u="none" strike="noStrike" baseline="0" dirty="0">
                <a:latin typeface="Times New Roman" panose="02020603050405020304" pitchFamily="18" charset="0"/>
                <a:cs typeface="Times New Roman" panose="02020603050405020304" pitchFamily="18" charset="0"/>
              </a:rPr>
              <a:t>two-class problems. </a:t>
            </a:r>
          </a:p>
          <a:p>
            <a:pPr algn="l"/>
            <a:r>
              <a:rPr lang="en-US" b="0" i="0" u="none" strike="noStrike" baseline="0" dirty="0">
                <a:latin typeface="Times New Roman" panose="02020603050405020304" pitchFamily="18" charset="0"/>
                <a:cs typeface="Times New Roman" panose="02020603050405020304" pitchFamily="18" charset="0"/>
              </a:rPr>
              <a:t>The training examples belonging to C</a:t>
            </a:r>
            <a:r>
              <a:rPr lang="en-US" b="0" i="1" u="none" strike="noStrike" baseline="0" dirty="0">
                <a:latin typeface="Times New Roman" panose="02020603050405020304" pitchFamily="18" charset="0"/>
                <a:cs typeface="Times New Roman" panose="02020603050405020304" pitchFamily="18" charset="0"/>
              </a:rPr>
              <a:t>i </a:t>
            </a:r>
            <a:r>
              <a:rPr lang="en-US" b="0" i="0" u="none" strike="noStrike" baseline="0" dirty="0">
                <a:latin typeface="Times New Roman" panose="02020603050405020304" pitchFamily="18" charset="0"/>
                <a:cs typeface="Times New Roman" panose="02020603050405020304" pitchFamily="18" charset="0"/>
              </a:rPr>
              <a:t>are the positive instances of hypothesis </a:t>
            </a:r>
            <a:r>
              <a:rPr lang="en-US" b="0" i="1" u="none" strike="noStrike" baseline="0" dirty="0">
                <a:latin typeface="Times New Roman" panose="02020603050405020304" pitchFamily="18" charset="0"/>
                <a:cs typeface="Times New Roman" panose="02020603050405020304" pitchFamily="18" charset="0"/>
              </a:rPr>
              <a:t>hi </a:t>
            </a:r>
            <a:r>
              <a:rPr lang="en-US" b="0" i="0" u="none" strike="noStrike" baseline="0" dirty="0">
                <a:latin typeface="Times New Roman" panose="02020603050405020304" pitchFamily="18" charset="0"/>
                <a:cs typeface="Times New Roman" panose="02020603050405020304" pitchFamily="18" charset="0"/>
              </a:rPr>
              <a:t>and the examples of all other classes are the negative instances of </a:t>
            </a:r>
            <a:r>
              <a:rPr lang="en-US" b="0" i="1" u="none" strike="noStrike" baseline="0" dirty="0">
                <a:latin typeface="Times New Roman" panose="02020603050405020304" pitchFamily="18" charset="0"/>
                <a:cs typeface="Times New Roman" panose="02020603050405020304" pitchFamily="18" charset="0"/>
              </a:rPr>
              <a:t>hi </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Thus in a </a:t>
            </a:r>
            <a:r>
              <a:rPr lang="en-US" b="0" i="1" u="none" strike="noStrike" baseline="0" dirty="0">
                <a:latin typeface="Times New Roman" panose="02020603050405020304" pitchFamily="18" charset="0"/>
                <a:cs typeface="Times New Roman" panose="02020603050405020304" pitchFamily="18" charset="0"/>
              </a:rPr>
              <a:t>K</a:t>
            </a:r>
            <a:r>
              <a:rPr lang="en-US" b="0" i="0" u="none" strike="noStrike" baseline="0" dirty="0">
                <a:latin typeface="Times New Roman" panose="02020603050405020304" pitchFamily="18" charset="0"/>
                <a:cs typeface="Times New Roman" panose="02020603050405020304" pitchFamily="18" charset="0"/>
              </a:rPr>
              <a:t>-class problem, there are </a:t>
            </a:r>
            <a:r>
              <a:rPr lang="en-US" b="0" i="1" u="none" strike="noStrike" baseline="0" dirty="0">
                <a:latin typeface="Times New Roman" panose="02020603050405020304" pitchFamily="18" charset="0"/>
                <a:cs typeface="Times New Roman" panose="02020603050405020304" pitchFamily="18" charset="0"/>
              </a:rPr>
              <a:t>K </a:t>
            </a:r>
            <a:r>
              <a:rPr lang="en-US" b="0" i="0" u="none" strike="noStrike" baseline="0" dirty="0">
                <a:latin typeface="Times New Roman" panose="02020603050405020304" pitchFamily="18" charset="0"/>
                <a:cs typeface="Times New Roman" panose="02020603050405020304" pitchFamily="18" charset="0"/>
              </a:rPr>
              <a:t>hypotheses </a:t>
            </a:r>
            <a:r>
              <a:rPr lang="en-IN" b="0" i="0" u="none" strike="noStrike" baseline="0" dirty="0">
                <a:latin typeface="Times New Roman" panose="02020603050405020304" pitchFamily="18" charset="0"/>
                <a:cs typeface="Times New Roman" panose="02020603050405020304" pitchFamily="18" charset="0"/>
              </a:rPr>
              <a:t>to learn such that</a:t>
            </a:r>
          </a:p>
          <a:p>
            <a:pPr algn="l"/>
            <a:endParaRPr lang="en-IN" dirty="0">
              <a:latin typeface="Times New Roman" panose="02020603050405020304" pitchFamily="18" charset="0"/>
              <a:cs typeface="Times New Roman" panose="02020603050405020304" pitchFamily="18" charset="0"/>
            </a:endParaRPr>
          </a:p>
          <a:p>
            <a:pPr algn="l"/>
            <a:endParaRPr lang="en-IN"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The total empirical error takes a sum over the predictions for all classes </a:t>
            </a:r>
            <a:r>
              <a:rPr lang="en-IN" b="0" i="0" u="none" strike="noStrike" baseline="0" dirty="0">
                <a:latin typeface="Times New Roman" panose="02020603050405020304" pitchFamily="18" charset="0"/>
                <a:cs typeface="Times New Roman" panose="02020603050405020304" pitchFamily="18" charset="0"/>
              </a:rPr>
              <a:t>over all instances: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7B42AE8-79A3-C433-D37A-9827F0811107}"/>
              </a:ext>
            </a:extLst>
          </p:cNvPr>
          <p:cNvPicPr>
            <a:picLocks noChangeAspect="1"/>
          </p:cNvPicPr>
          <p:nvPr/>
        </p:nvPicPr>
        <p:blipFill>
          <a:blip r:embed="rId2"/>
          <a:stretch>
            <a:fillRect/>
          </a:stretch>
        </p:blipFill>
        <p:spPr>
          <a:xfrm>
            <a:off x="4279669" y="3640300"/>
            <a:ext cx="4837263" cy="974172"/>
          </a:xfrm>
          <a:prstGeom prst="rect">
            <a:avLst/>
          </a:prstGeom>
        </p:spPr>
      </p:pic>
      <p:pic>
        <p:nvPicPr>
          <p:cNvPr id="7" name="Picture 6">
            <a:extLst>
              <a:ext uri="{FF2B5EF4-FFF2-40B4-BE49-F238E27FC236}">
                <a16:creationId xmlns:a16="http://schemas.microsoft.com/office/drawing/2014/main" id="{B3377237-2C1A-7D31-C2FB-9B748E3CFCA4}"/>
              </a:ext>
            </a:extLst>
          </p:cNvPr>
          <p:cNvPicPr>
            <a:picLocks noChangeAspect="1"/>
          </p:cNvPicPr>
          <p:nvPr/>
        </p:nvPicPr>
        <p:blipFill>
          <a:blip r:embed="rId3"/>
          <a:stretch>
            <a:fillRect/>
          </a:stretch>
        </p:blipFill>
        <p:spPr>
          <a:xfrm>
            <a:off x="3681156" y="5251905"/>
            <a:ext cx="5564756" cy="1240337"/>
          </a:xfrm>
          <a:prstGeom prst="rect">
            <a:avLst/>
          </a:prstGeom>
        </p:spPr>
      </p:pic>
    </p:spTree>
    <p:extLst>
      <p:ext uri="{BB962C8B-B14F-4D97-AF65-F5344CB8AC3E}">
        <p14:creationId xmlns:p14="http://schemas.microsoft.com/office/powerpoint/2010/main" val="3556206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36F6B-4B74-26B6-9F06-1169D5B4C6CF}"/>
              </a:ext>
            </a:extLst>
          </p:cNvPr>
          <p:cNvSpPr>
            <a:spLocks noGrp="1"/>
          </p:cNvSpPr>
          <p:nvPr>
            <p:ph type="title"/>
          </p:nvPr>
        </p:nvSpPr>
        <p:spPr/>
        <p:txBody>
          <a:bodyPr/>
          <a:lstStyle/>
          <a:p>
            <a:r>
              <a:rPr lang="en-US" dirty="0"/>
              <a:t>Reject</a:t>
            </a:r>
            <a:endParaRPr lang="en-IN" dirty="0"/>
          </a:p>
        </p:txBody>
      </p:sp>
      <p:sp>
        <p:nvSpPr>
          <p:cNvPr id="3" name="Content Placeholder 2">
            <a:extLst>
              <a:ext uri="{FF2B5EF4-FFF2-40B4-BE49-F238E27FC236}">
                <a16:creationId xmlns:a16="http://schemas.microsoft.com/office/drawing/2014/main" id="{57F6C171-3A18-4628-A4FF-529097F0816B}"/>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For a given </a:t>
            </a:r>
            <a:r>
              <a:rPr lang="en-US" b="1" i="1" u="none" strike="noStrike" baseline="0" dirty="0">
                <a:latin typeface="Times New Roman" panose="02020603050405020304" pitchFamily="18" charset="0"/>
                <a:cs typeface="Times New Roman" panose="02020603050405020304" pitchFamily="18" charset="0"/>
              </a:rPr>
              <a:t>x</a:t>
            </a:r>
            <a:r>
              <a:rPr lang="en-US" b="0" i="0" u="none" strike="noStrike" baseline="0" dirty="0">
                <a:latin typeface="Times New Roman" panose="02020603050405020304" pitchFamily="18" charset="0"/>
                <a:cs typeface="Times New Roman" panose="02020603050405020304" pitchFamily="18" charset="0"/>
              </a:rPr>
              <a:t>, ideally only one of </a:t>
            </a:r>
            <a:r>
              <a:rPr lang="en-US" b="0" i="1" u="none" strike="noStrike" baseline="0" dirty="0">
                <a:latin typeface="Times New Roman" panose="02020603050405020304" pitchFamily="18" charset="0"/>
                <a:cs typeface="Times New Roman" panose="02020603050405020304" pitchFamily="18" charset="0"/>
              </a:rPr>
              <a:t>hi(</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 </a:t>
            </a:r>
            <a:r>
              <a:rPr lang="en-US" b="0" i="1" u="none" strike="noStrike" baseline="0" dirty="0" err="1">
                <a:latin typeface="Times New Roman" panose="02020603050405020304" pitchFamily="18" charset="0"/>
                <a:cs typeface="Times New Roman" panose="02020603050405020304" pitchFamily="18" charset="0"/>
              </a:rPr>
              <a:t>i</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1</a:t>
            </a:r>
            <a:r>
              <a:rPr lang="en-US" b="0" i="1" u="none" strike="noStrike" baseline="0" dirty="0">
                <a:latin typeface="Times New Roman" panose="02020603050405020304" pitchFamily="18" charset="0"/>
                <a:cs typeface="Times New Roman" panose="02020603050405020304" pitchFamily="18" charset="0"/>
              </a:rPr>
              <a:t>, . . . , K </a:t>
            </a:r>
            <a:r>
              <a:rPr lang="en-US" b="0" i="0" u="none" strike="noStrike" baseline="0" dirty="0">
                <a:latin typeface="Times New Roman" panose="02020603050405020304" pitchFamily="18" charset="0"/>
                <a:cs typeface="Times New Roman" panose="02020603050405020304" pitchFamily="18" charset="0"/>
              </a:rPr>
              <a:t>is 1 and a class can be chosen. </a:t>
            </a:r>
          </a:p>
          <a:p>
            <a:pPr algn="l"/>
            <a:r>
              <a:rPr lang="en-US" b="0" i="0" u="none" strike="noStrike" baseline="0" dirty="0">
                <a:latin typeface="Times New Roman" panose="02020603050405020304" pitchFamily="18" charset="0"/>
                <a:cs typeface="Times New Roman" panose="02020603050405020304" pitchFamily="18" charset="0"/>
              </a:rPr>
              <a:t>But when no, or two or more, </a:t>
            </a:r>
            <a:r>
              <a:rPr lang="en-US" b="0" i="1" u="none" strike="noStrike" baseline="0" dirty="0">
                <a:latin typeface="Times New Roman" panose="02020603050405020304" pitchFamily="18" charset="0"/>
                <a:cs typeface="Times New Roman" panose="02020603050405020304" pitchFamily="18" charset="0"/>
              </a:rPr>
              <a:t>hi(</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1, class cannot be chosen, and this is the case of </a:t>
            </a:r>
            <a:r>
              <a:rPr lang="en-US" b="0" i="1" u="none" strike="noStrike" baseline="0" dirty="0">
                <a:latin typeface="Times New Roman" panose="02020603050405020304" pitchFamily="18" charset="0"/>
                <a:cs typeface="Times New Roman" panose="02020603050405020304" pitchFamily="18" charset="0"/>
              </a:rPr>
              <a:t>doubt </a:t>
            </a:r>
            <a:r>
              <a:rPr lang="en-US" b="0" i="0" u="none" strike="noStrike" baseline="0" dirty="0">
                <a:latin typeface="Times New Roman" panose="02020603050405020304" pitchFamily="18" charset="0"/>
                <a:cs typeface="Times New Roman" panose="02020603050405020304" pitchFamily="18" charset="0"/>
              </a:rPr>
              <a:t>and the classifier </a:t>
            </a:r>
            <a:r>
              <a:rPr lang="en-US" b="1" i="1" u="none" strike="noStrike" baseline="0" dirty="0">
                <a:solidFill>
                  <a:srgbClr val="FF0000"/>
                </a:solidFill>
                <a:latin typeface="Times New Roman" panose="02020603050405020304" pitchFamily="18" charset="0"/>
                <a:cs typeface="Times New Roman" panose="02020603050405020304" pitchFamily="18" charset="0"/>
              </a:rPr>
              <a:t>rejects</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such cases.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02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DF86D-31C4-3A12-5539-68B556BC9716}"/>
              </a:ext>
            </a:extLst>
          </p:cNvPr>
          <p:cNvSpPr>
            <a:spLocks noGrp="1"/>
          </p:cNvSpPr>
          <p:nvPr>
            <p:ph type="title"/>
          </p:nvPr>
        </p:nvSpPr>
        <p:spPr/>
        <p:txBody>
          <a:bodyPr/>
          <a:lstStyle/>
          <a:p>
            <a:r>
              <a:rPr lang="en-US" dirty="0"/>
              <a:t>Regression</a:t>
            </a:r>
            <a:endParaRPr lang="en-IN" dirty="0"/>
          </a:p>
        </p:txBody>
      </p:sp>
      <p:sp>
        <p:nvSpPr>
          <p:cNvPr id="3" name="Content Placeholder 2">
            <a:extLst>
              <a:ext uri="{FF2B5EF4-FFF2-40B4-BE49-F238E27FC236}">
                <a16:creationId xmlns:a16="http://schemas.microsoft.com/office/drawing/2014/main" id="{0FBB511D-B509-37F8-A2ED-A1A78CE2BF87}"/>
              </a:ext>
            </a:extLst>
          </p:cNvPr>
          <p:cNvSpPr>
            <a:spLocks noGrp="1"/>
          </p:cNvSpPr>
          <p:nvPr>
            <p:ph idx="1"/>
          </p:nvPr>
        </p:nvSpPr>
        <p:spPr/>
        <p:txBody>
          <a:bodyPr>
            <a:noAutofit/>
          </a:bodyPr>
          <a:lstStyle/>
          <a:p>
            <a:r>
              <a:rPr lang="en-US" b="0" i="0" dirty="0">
                <a:effectLst/>
                <a:latin typeface="Times New Roman" panose="02020603050405020304" pitchFamily="18" charset="0"/>
                <a:cs typeface="Times New Roman" panose="02020603050405020304" pitchFamily="18" charset="0"/>
              </a:rPr>
              <a:t>Regression in Machine Learning is a supervised learning technique and is used for prediction, forecasting, time series modeling, and exploratory data analysis (determining the causal-effect relationship between variables). </a:t>
            </a:r>
          </a:p>
          <a:p>
            <a:r>
              <a:rPr lang="en-US" b="0" i="0" dirty="0">
                <a:effectLst/>
                <a:latin typeface="Times New Roman" panose="02020603050405020304" pitchFamily="18" charset="0"/>
                <a:cs typeface="Times New Roman" panose="02020603050405020304" pitchFamily="18" charset="0"/>
              </a:rPr>
              <a:t>There are several regression analysis techniques depending on the number of factors involved.</a:t>
            </a:r>
          </a:p>
          <a:p>
            <a:pPr algn="l">
              <a:spcAft>
                <a:spcPts val="1500"/>
              </a:spcAft>
            </a:pPr>
            <a:r>
              <a:rPr lang="en-US" dirty="0">
                <a:latin typeface="Times New Roman" panose="02020603050405020304" pitchFamily="18" charset="0"/>
                <a:cs typeface="Times New Roman" panose="02020603050405020304" pitchFamily="18" charset="0"/>
              </a:rPr>
              <a:t>R</a:t>
            </a:r>
            <a:r>
              <a:rPr lang="en-US" b="0" i="0" dirty="0">
                <a:effectLst/>
                <a:latin typeface="Times New Roman" panose="02020603050405020304" pitchFamily="18" charset="0"/>
                <a:cs typeface="Times New Roman" panose="02020603050405020304" pitchFamily="18" charset="0"/>
              </a:rPr>
              <a:t>egression is a statistical technique used to model and analyze the relationships between a dependent variable and one or more independent variables. </a:t>
            </a:r>
          </a:p>
          <a:p>
            <a:pPr algn="l">
              <a:spcAft>
                <a:spcPts val="1500"/>
              </a:spcAft>
            </a:pPr>
            <a:r>
              <a:rPr lang="en-US" b="0" i="0" dirty="0">
                <a:effectLst/>
                <a:latin typeface="Times New Roman" panose="02020603050405020304" pitchFamily="18" charset="0"/>
                <a:cs typeface="Times New Roman" panose="02020603050405020304" pitchFamily="18" charset="0"/>
              </a:rPr>
              <a:t>The dependent variable is what is to predict or explain, while the independent variables are the factors that might influence this prediction. </a:t>
            </a:r>
          </a:p>
          <a:p>
            <a:pPr algn="l">
              <a:spcAft>
                <a:spcPts val="1500"/>
              </a:spcAft>
            </a:pPr>
            <a:r>
              <a:rPr lang="en-US" b="0" i="0" dirty="0">
                <a:effectLst/>
                <a:latin typeface="Times New Roman" panose="02020603050405020304" pitchFamily="18" charset="0"/>
                <a:cs typeface="Times New Roman" panose="02020603050405020304" pitchFamily="18" charset="0"/>
              </a:rPr>
              <a:t>The primary goal of regression analysis is to identify the strength and character of these relationships, leading to an equation that can ultimately predict future outcomes based on new input data.</a:t>
            </a: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7189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531380-A323-BD1D-D6ED-A16A92D64542}"/>
              </a:ext>
            </a:extLst>
          </p:cNvPr>
          <p:cNvPicPr>
            <a:picLocks noChangeAspect="1"/>
          </p:cNvPicPr>
          <p:nvPr/>
        </p:nvPicPr>
        <p:blipFill>
          <a:blip r:embed="rId2"/>
          <a:stretch>
            <a:fillRect/>
          </a:stretch>
        </p:blipFill>
        <p:spPr>
          <a:xfrm>
            <a:off x="556571" y="2021661"/>
            <a:ext cx="10205120" cy="4836339"/>
          </a:xfrm>
          <a:prstGeom prst="rect">
            <a:avLst/>
          </a:prstGeom>
        </p:spPr>
      </p:pic>
      <p:sp>
        <p:nvSpPr>
          <p:cNvPr id="10" name="TextBox 9">
            <a:extLst>
              <a:ext uri="{FF2B5EF4-FFF2-40B4-BE49-F238E27FC236}">
                <a16:creationId xmlns:a16="http://schemas.microsoft.com/office/drawing/2014/main" id="{BF235DF1-7F8F-5C92-226A-D6DF61B60538}"/>
              </a:ext>
            </a:extLst>
          </p:cNvPr>
          <p:cNvSpPr txBox="1"/>
          <p:nvPr/>
        </p:nvSpPr>
        <p:spPr>
          <a:xfrm>
            <a:off x="128336" y="112294"/>
            <a:ext cx="11903242" cy="1815882"/>
          </a:xfrm>
          <a:prstGeom prst="rect">
            <a:avLst/>
          </a:prstGeom>
          <a:noFill/>
        </p:spPr>
        <p:txBody>
          <a:bodyPr wrap="square">
            <a:spAutoFit/>
          </a:bodyPr>
          <a:lstStyle/>
          <a:p>
            <a:pPr marL="457200" indent="-457200">
              <a:buFont typeface="Arial" panose="020B0604020202020204" pitchFamily="34" charset="0"/>
              <a:buChar char="•"/>
            </a:pPr>
            <a:r>
              <a:rPr lang="en-US" sz="2800" b="0" i="0" dirty="0">
                <a:solidFill>
                  <a:srgbClr val="181818"/>
                </a:solidFill>
                <a:effectLst/>
                <a:latin typeface="Times New Roman" panose="02020603050405020304" pitchFamily="18" charset="0"/>
                <a:cs typeface="Times New Roman" panose="02020603050405020304" pitchFamily="18" charset="0"/>
              </a:rPr>
              <a:t>Understanding the different types of regression is crucial for effectively using this analytical tool. </a:t>
            </a:r>
          </a:p>
          <a:p>
            <a:pPr marL="457200" indent="-457200">
              <a:buFont typeface="Arial" panose="020B0604020202020204" pitchFamily="34" charset="0"/>
              <a:buChar char="•"/>
            </a:pPr>
            <a:r>
              <a:rPr lang="en-US" sz="2800" b="0" i="0" dirty="0">
                <a:solidFill>
                  <a:srgbClr val="181818"/>
                </a:solidFill>
                <a:effectLst/>
                <a:latin typeface="Times New Roman" panose="02020603050405020304" pitchFamily="18" charset="0"/>
                <a:cs typeface="Times New Roman" panose="02020603050405020304" pitchFamily="18" charset="0"/>
              </a:rPr>
              <a:t>Each type is suited for specific kinds of data and predictive tasks, making knowledge of these variations essential for practitioners.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0056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AF58-36CA-7E49-630A-36611E684433}"/>
              </a:ext>
            </a:extLst>
          </p:cNvPr>
          <p:cNvSpPr>
            <a:spLocks noGrp="1"/>
          </p:cNvSpPr>
          <p:nvPr>
            <p:ph type="title"/>
          </p:nvPr>
        </p:nvSpPr>
        <p:spPr>
          <a:xfrm>
            <a:off x="372982" y="88031"/>
            <a:ext cx="10515600" cy="909493"/>
          </a:xfrm>
        </p:spPr>
        <p:txBody>
          <a:bodyPr/>
          <a:lstStyle/>
          <a:p>
            <a:r>
              <a:rPr lang="en-US" dirty="0"/>
              <a:t>Regression</a:t>
            </a:r>
            <a:endParaRPr lang="en-IN" dirty="0"/>
          </a:p>
        </p:txBody>
      </p:sp>
      <p:sp>
        <p:nvSpPr>
          <p:cNvPr id="3" name="Content Placeholder 2">
            <a:extLst>
              <a:ext uri="{FF2B5EF4-FFF2-40B4-BE49-F238E27FC236}">
                <a16:creationId xmlns:a16="http://schemas.microsoft.com/office/drawing/2014/main" id="{48DE8998-957F-F4DE-D572-06B4BA3F9D07}"/>
              </a:ext>
            </a:extLst>
          </p:cNvPr>
          <p:cNvSpPr>
            <a:spLocks noGrp="1"/>
          </p:cNvSpPr>
          <p:nvPr>
            <p:ph idx="1"/>
          </p:nvPr>
        </p:nvSpPr>
        <p:spPr>
          <a:xfrm>
            <a:off x="152399" y="997524"/>
            <a:ext cx="11873345" cy="5608220"/>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In classification, given an input, the output that is generated is Boolean; it is a yes/no answer. </a:t>
            </a:r>
          </a:p>
          <a:p>
            <a:pPr algn="l"/>
            <a:r>
              <a:rPr lang="en-US" b="0" i="0" u="none" strike="noStrike" baseline="0" dirty="0">
                <a:latin typeface="Times New Roman" panose="02020603050405020304" pitchFamily="18" charset="0"/>
                <a:cs typeface="Times New Roman" panose="02020603050405020304" pitchFamily="18" charset="0"/>
              </a:rPr>
              <a:t>When the output is a numeric value, what to learn is not a class, C</a:t>
            </a:r>
            <a:r>
              <a:rPr lang="en-US" b="0" i="1" u="none" strike="noStrike" baseline="0" dirty="0">
                <a:latin typeface="Times New Roman" panose="02020603050405020304" pitchFamily="18" charset="0"/>
                <a:cs typeface="Times New Roman" panose="02020603050405020304" pitchFamily="18" charset="0"/>
              </a:rPr>
              <a:t>(</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{0</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1}, but is a numeric function. </a:t>
            </a:r>
          </a:p>
          <a:p>
            <a:pPr algn="l"/>
            <a:r>
              <a:rPr lang="en-US" b="0" i="0" u="none" strike="noStrike" baseline="0" dirty="0">
                <a:latin typeface="Times New Roman" panose="02020603050405020304" pitchFamily="18" charset="0"/>
                <a:cs typeface="Times New Roman" panose="02020603050405020304" pitchFamily="18" charset="0"/>
              </a:rPr>
              <a:t>In machine learning, the function is not known but we have a training set of </a:t>
            </a:r>
            <a:r>
              <a:rPr lang="en-IN" b="0" i="0" u="none" strike="noStrike" baseline="0" dirty="0">
                <a:latin typeface="Times New Roman" panose="02020603050405020304" pitchFamily="18" charset="0"/>
                <a:cs typeface="Times New Roman" panose="02020603050405020304" pitchFamily="18" charset="0"/>
              </a:rPr>
              <a:t>examples drawn from it </a:t>
            </a:r>
          </a:p>
          <a:p>
            <a:pPr algn="l"/>
            <a:endParaRPr lang="en-IN"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If there is no noise, the task is </a:t>
            </a:r>
            <a:r>
              <a:rPr lang="en-US" b="0" i="1" u="none" strike="noStrike" baseline="0" dirty="0">
                <a:latin typeface="Times New Roman" panose="02020603050405020304" pitchFamily="18" charset="0"/>
                <a:cs typeface="Times New Roman" panose="02020603050405020304" pitchFamily="18" charset="0"/>
              </a:rPr>
              <a:t>interpolation</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dirty="0">
                <a:effectLst/>
                <a:latin typeface="Times New Roman" panose="02020603050405020304" pitchFamily="18" charset="0"/>
                <a:cs typeface="Times New Roman" panose="02020603050405020304" pitchFamily="18" charset="0"/>
              </a:rPr>
              <a:t> I</a:t>
            </a:r>
            <a:r>
              <a:rPr lang="en-US" b="1" i="0" dirty="0">
                <a:effectLst/>
                <a:latin typeface="Times New Roman" panose="02020603050405020304" pitchFamily="18" charset="0"/>
                <a:cs typeface="Times New Roman" panose="02020603050405020304" pitchFamily="18" charset="0"/>
              </a:rPr>
              <a:t>nterpolation </a:t>
            </a:r>
            <a:r>
              <a:rPr lang="en-US" b="0" i="0" dirty="0">
                <a:effectLst/>
                <a:latin typeface="Times New Roman" panose="02020603050405020304" pitchFamily="18" charset="0"/>
                <a:cs typeface="Times New Roman" panose="02020603050405020304" pitchFamily="18" charset="0"/>
              </a:rPr>
              <a:t>refers to the process of estimating unknown values that fall between known data points. </a:t>
            </a:r>
          </a:p>
          <a:p>
            <a:pPr algn="l"/>
            <a:r>
              <a:rPr lang="en-US" b="0" i="0" dirty="0">
                <a:effectLst/>
                <a:latin typeface="Times New Roman" panose="02020603050405020304" pitchFamily="18" charset="0"/>
                <a:cs typeface="Times New Roman" panose="02020603050405020304" pitchFamily="18" charset="0"/>
              </a:rPr>
              <a:t>This can be useful in various scenarios, such as filling in missing values in a dataset or generating new data points to smooth out a curve.</a:t>
            </a:r>
            <a:endParaRPr lang="en-US" b="0" i="0" u="none" strike="noStrike" baseline="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8005C13-4F36-9DB9-AC4B-5EB6FABE4F04}"/>
              </a:ext>
            </a:extLst>
          </p:cNvPr>
          <p:cNvPicPr>
            <a:picLocks noChangeAspect="1"/>
          </p:cNvPicPr>
          <p:nvPr/>
        </p:nvPicPr>
        <p:blipFill>
          <a:blip r:embed="rId2"/>
          <a:stretch>
            <a:fillRect/>
          </a:stretch>
        </p:blipFill>
        <p:spPr>
          <a:xfrm>
            <a:off x="7343972" y="3712860"/>
            <a:ext cx="2592422" cy="486079"/>
          </a:xfrm>
          <a:prstGeom prst="rect">
            <a:avLst/>
          </a:prstGeom>
        </p:spPr>
      </p:pic>
      <p:pic>
        <p:nvPicPr>
          <p:cNvPr id="11" name="Picture 10">
            <a:extLst>
              <a:ext uri="{FF2B5EF4-FFF2-40B4-BE49-F238E27FC236}">
                <a16:creationId xmlns:a16="http://schemas.microsoft.com/office/drawing/2014/main" id="{717676A1-3739-BA81-43DC-F929D2B5FB23}"/>
              </a:ext>
            </a:extLst>
          </p:cNvPr>
          <p:cNvPicPr>
            <a:picLocks noChangeAspect="1"/>
          </p:cNvPicPr>
          <p:nvPr/>
        </p:nvPicPr>
        <p:blipFill>
          <a:blip r:embed="rId3"/>
          <a:stretch>
            <a:fillRect/>
          </a:stretch>
        </p:blipFill>
        <p:spPr>
          <a:xfrm>
            <a:off x="4223729" y="3601574"/>
            <a:ext cx="3019725" cy="614182"/>
          </a:xfrm>
          <a:prstGeom prst="rect">
            <a:avLst/>
          </a:prstGeom>
        </p:spPr>
      </p:pic>
    </p:spTree>
    <p:extLst>
      <p:ext uri="{BB962C8B-B14F-4D97-AF65-F5344CB8AC3E}">
        <p14:creationId xmlns:p14="http://schemas.microsoft.com/office/powerpoint/2010/main" val="19542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73345-6C54-C797-A339-AD9ABCE7FBCA}"/>
              </a:ext>
            </a:extLst>
          </p:cNvPr>
          <p:cNvSpPr>
            <a:spLocks noGrp="1"/>
          </p:cNvSpPr>
          <p:nvPr>
            <p:ph idx="1"/>
          </p:nvPr>
        </p:nvSpPr>
        <p:spPr>
          <a:xfrm>
            <a:off x="152399" y="481264"/>
            <a:ext cx="11873345" cy="6376736"/>
          </a:xfrm>
        </p:spPr>
        <p:txBody>
          <a:bodyPr>
            <a:normAutofit/>
          </a:bodyPr>
          <a:lstStyle/>
          <a:p>
            <a:r>
              <a:rPr lang="en-US" b="0" i="0" u="none" strike="noStrike" baseline="0" dirty="0">
                <a:latin typeface="Times New Roman" panose="02020603050405020304" pitchFamily="18" charset="0"/>
                <a:cs typeface="Times New Roman" panose="02020603050405020304" pitchFamily="18" charset="0"/>
              </a:rPr>
              <a:t>We would like to find the function </a:t>
            </a:r>
            <a:r>
              <a:rPr lang="en-US" b="0" i="1" u="none" strike="noStrike" baseline="0" dirty="0">
                <a:latin typeface="Times New Roman" panose="02020603050405020304" pitchFamily="18" charset="0"/>
                <a:cs typeface="Times New Roman" panose="02020603050405020304" pitchFamily="18" charset="0"/>
              </a:rPr>
              <a:t>f (x) </a:t>
            </a:r>
            <a:r>
              <a:rPr lang="en-US" b="0" i="0" u="none" strike="noStrike" baseline="0" dirty="0">
                <a:latin typeface="Times New Roman" panose="02020603050405020304" pitchFamily="18" charset="0"/>
                <a:cs typeface="Times New Roman" panose="02020603050405020304" pitchFamily="18" charset="0"/>
              </a:rPr>
              <a:t>that passes through these points such that we </a:t>
            </a:r>
            <a:r>
              <a:rPr lang="en-IN" b="0" i="0" u="none" strike="noStrike" baseline="0" dirty="0">
                <a:latin typeface="Times New Roman" panose="02020603050405020304" pitchFamily="18" charset="0"/>
                <a:cs typeface="Times New Roman" panose="02020603050405020304" pitchFamily="18" charset="0"/>
              </a:rPr>
              <a:t>have</a:t>
            </a:r>
          </a:p>
          <a:p>
            <a:pPr algn="l"/>
            <a:r>
              <a:rPr lang="en-US" b="0" i="0" u="none" strike="noStrike" baseline="0" dirty="0">
                <a:latin typeface="Times New Roman" panose="02020603050405020304" pitchFamily="18" charset="0"/>
                <a:cs typeface="Times New Roman" panose="02020603050405020304" pitchFamily="18" charset="0"/>
              </a:rPr>
              <a:t>In </a:t>
            </a:r>
            <a:r>
              <a:rPr lang="en-US" b="0" i="1" u="none" strike="noStrike" baseline="0" dirty="0">
                <a:latin typeface="Times New Roman" panose="02020603050405020304" pitchFamily="18" charset="0"/>
                <a:cs typeface="Times New Roman" panose="02020603050405020304" pitchFamily="18" charset="0"/>
              </a:rPr>
              <a:t>polynomial interpolation</a:t>
            </a:r>
            <a:r>
              <a:rPr lang="en-US" b="0" i="0" u="none" strike="noStrike" baseline="0" dirty="0">
                <a:latin typeface="Times New Roman" panose="02020603050405020304" pitchFamily="18" charset="0"/>
                <a:cs typeface="Times New Roman" panose="02020603050405020304" pitchFamily="18" charset="0"/>
              </a:rPr>
              <a:t>, given </a:t>
            </a:r>
            <a:r>
              <a:rPr lang="en-US" b="0" i="1" u="none" strike="noStrike" baseline="0" dirty="0">
                <a:latin typeface="Times New Roman" panose="02020603050405020304" pitchFamily="18" charset="0"/>
                <a:cs typeface="Times New Roman" panose="02020603050405020304" pitchFamily="18" charset="0"/>
              </a:rPr>
              <a:t>N </a:t>
            </a:r>
            <a:r>
              <a:rPr lang="en-US" b="0" i="0" u="none" strike="noStrike" baseline="0" dirty="0">
                <a:latin typeface="Times New Roman" panose="02020603050405020304" pitchFamily="18" charset="0"/>
                <a:cs typeface="Times New Roman" panose="02020603050405020304" pitchFamily="18" charset="0"/>
              </a:rPr>
              <a:t>points, we find the </a:t>
            </a:r>
            <a:r>
              <a:rPr lang="en-US" b="0" i="1" u="none" strike="noStrike" baseline="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1</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err="1">
                <a:latin typeface="Times New Roman" panose="02020603050405020304" pitchFamily="18" charset="0"/>
                <a:cs typeface="Times New Roman" panose="02020603050405020304" pitchFamily="18" charset="0"/>
              </a:rPr>
              <a:t>st</a:t>
            </a:r>
            <a:r>
              <a:rPr lang="en-US" b="0" i="0" u="none" strike="noStrike" baseline="0" dirty="0">
                <a:latin typeface="Times New Roman" panose="02020603050405020304" pitchFamily="18" charset="0"/>
                <a:cs typeface="Times New Roman" panose="02020603050405020304" pitchFamily="18" charset="0"/>
              </a:rPr>
              <a:t> degree polynomial that we can use to predict the output for any </a:t>
            </a:r>
            <a:r>
              <a:rPr lang="en-US" b="1" i="1" u="none" strike="noStrike" baseline="0"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which </a:t>
            </a:r>
            <a:r>
              <a:rPr lang="en-US" b="0" i="0" u="none" strike="noStrike" baseline="0" dirty="0">
                <a:latin typeface="Times New Roman" panose="02020603050405020304" pitchFamily="18" charset="0"/>
                <a:cs typeface="Times New Roman" panose="02020603050405020304" pitchFamily="18" charset="0"/>
              </a:rPr>
              <a:t>is called </a:t>
            </a:r>
            <a:r>
              <a:rPr lang="en-US" b="1" i="0" dirty="0">
                <a:latin typeface="Times New Roman" panose="02020603050405020304" pitchFamily="18" charset="0"/>
                <a:cs typeface="Times New Roman" panose="02020603050405020304" pitchFamily="18" charset="0"/>
              </a:rPr>
              <a:t>E</a:t>
            </a:r>
            <a:r>
              <a:rPr lang="en-US" b="1" u="none" strike="noStrike" baseline="0" dirty="0">
                <a:latin typeface="Times New Roman" panose="02020603050405020304" pitchFamily="18" charset="0"/>
                <a:cs typeface="Times New Roman" panose="02020603050405020304" pitchFamily="18" charset="0"/>
              </a:rPr>
              <a:t>xtrapolation</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if </a:t>
            </a:r>
            <a:r>
              <a:rPr lang="en-US" b="1" i="1" u="none" strike="noStrike" baseline="0" dirty="0">
                <a:latin typeface="Times New Roman" panose="02020603050405020304" pitchFamily="18" charset="0"/>
                <a:cs typeface="Times New Roman" panose="02020603050405020304" pitchFamily="18" charset="0"/>
              </a:rPr>
              <a:t>x </a:t>
            </a:r>
            <a:r>
              <a:rPr lang="en-US" b="0" i="0" u="none" strike="noStrike" baseline="0" dirty="0">
                <a:latin typeface="Times New Roman" panose="02020603050405020304" pitchFamily="18" charset="0"/>
                <a:cs typeface="Times New Roman" panose="02020603050405020304" pitchFamily="18" charset="0"/>
              </a:rPr>
              <a:t>is outside of the range of </a:t>
            </a:r>
            <a:r>
              <a:rPr lang="en-US" b="1" i="1" u="none" strike="noStrike" baseline="0" dirty="0" err="1">
                <a:latin typeface="Times New Roman" panose="02020603050405020304" pitchFamily="18" charset="0"/>
                <a:cs typeface="Times New Roman" panose="02020603050405020304" pitchFamily="18" charset="0"/>
              </a:rPr>
              <a:t>x</a:t>
            </a:r>
            <a:r>
              <a:rPr lang="en-US" b="0" i="1" u="none" strike="noStrike" baseline="30000" dirty="0" err="1">
                <a:latin typeface="Times New Roman" panose="02020603050405020304" pitchFamily="18" charset="0"/>
                <a:cs typeface="Times New Roman" panose="02020603050405020304" pitchFamily="18" charset="0"/>
              </a:rPr>
              <a:t>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in the training set. </a:t>
            </a:r>
          </a:p>
          <a:p>
            <a:pPr algn="l"/>
            <a:r>
              <a:rPr lang="en-US" b="0" i="0" u="none" strike="noStrike" baseline="0" dirty="0">
                <a:latin typeface="Times New Roman" panose="02020603050405020304" pitchFamily="18" charset="0"/>
                <a:cs typeface="Times New Roman" panose="02020603050405020304" pitchFamily="18" charset="0"/>
              </a:rPr>
              <a:t>In time-series prediction, for example, there is data up to the present and the value for the future has to be predicted.</a:t>
            </a:r>
          </a:p>
          <a:p>
            <a:r>
              <a:rPr lang="en-US" b="0" i="0" u="none" strike="noStrike" baseline="0" dirty="0">
                <a:latin typeface="Times New Roman" panose="02020603050405020304" pitchFamily="18" charset="0"/>
                <a:cs typeface="Times New Roman" panose="02020603050405020304" pitchFamily="18" charset="0"/>
              </a:rPr>
              <a:t>In </a:t>
            </a:r>
            <a:r>
              <a:rPr lang="en-US" b="0" i="1" u="none" strike="noStrike" baseline="0" dirty="0">
                <a:latin typeface="Times New Roman" panose="02020603050405020304" pitchFamily="18" charset="0"/>
                <a:cs typeface="Times New Roman" panose="02020603050405020304" pitchFamily="18" charset="0"/>
              </a:rPr>
              <a:t>regression</a:t>
            </a:r>
            <a:r>
              <a:rPr lang="en-US" b="0" i="0" u="none" strike="noStrike" baseline="0" dirty="0">
                <a:latin typeface="Times New Roman" panose="02020603050405020304" pitchFamily="18" charset="0"/>
                <a:cs typeface="Times New Roman" panose="02020603050405020304" pitchFamily="18" charset="0"/>
              </a:rPr>
              <a:t>, there is noise added to the output of the unknown function            </a:t>
            </a:r>
            <a:r>
              <a:rPr lang="en-IN" b="0" i="1" u="none" strike="noStrike" baseline="0" dirty="0">
                <a:latin typeface="Times New Roman" panose="02020603050405020304" pitchFamily="18" charset="0"/>
                <a:cs typeface="Times New Roman" panose="02020603050405020304" pitchFamily="18" charset="0"/>
              </a:rPr>
              <a:t>r</a:t>
            </a:r>
            <a:r>
              <a:rPr lang="en-IN" b="0" i="1" u="none" strike="noStrike" baseline="30000" dirty="0">
                <a:latin typeface="Times New Roman" panose="02020603050405020304" pitchFamily="18" charset="0"/>
                <a:cs typeface="Times New Roman" panose="02020603050405020304" pitchFamily="18" charset="0"/>
              </a:rPr>
              <a:t>t</a:t>
            </a:r>
            <a:r>
              <a:rPr lang="en-IN" b="0" i="1" u="none" strike="noStrike" baseline="0" dirty="0">
                <a:latin typeface="Times New Roman" panose="02020603050405020304" pitchFamily="18" charset="0"/>
                <a:cs typeface="Times New Roman" panose="02020603050405020304" pitchFamily="18" charset="0"/>
              </a:rPr>
              <a:t> </a:t>
            </a:r>
            <a:r>
              <a:rPr lang="en-IN" b="0" i="0" u="none" strike="noStrike" baseline="0" dirty="0">
                <a:latin typeface="Times New Roman" panose="02020603050405020304" pitchFamily="18" charset="0"/>
                <a:cs typeface="Times New Roman" panose="02020603050405020304" pitchFamily="18" charset="0"/>
              </a:rPr>
              <a:t>= </a:t>
            </a:r>
            <a:r>
              <a:rPr lang="en-IN" b="0" i="1" u="none" strike="noStrike" baseline="0" dirty="0">
                <a:latin typeface="Times New Roman" panose="02020603050405020304" pitchFamily="18" charset="0"/>
                <a:cs typeface="Times New Roman" panose="02020603050405020304" pitchFamily="18" charset="0"/>
              </a:rPr>
              <a:t>f (</a:t>
            </a:r>
            <a:r>
              <a:rPr lang="en-IN" b="1" i="1" u="none" strike="noStrike" baseline="0" dirty="0" err="1">
                <a:latin typeface="Times New Roman" panose="02020603050405020304" pitchFamily="18" charset="0"/>
                <a:cs typeface="Times New Roman" panose="02020603050405020304" pitchFamily="18" charset="0"/>
              </a:rPr>
              <a:t>x</a:t>
            </a:r>
            <a:r>
              <a:rPr lang="en-IN" b="0" i="1" u="none" strike="noStrike" baseline="30000" dirty="0" err="1">
                <a:latin typeface="Times New Roman" panose="02020603050405020304" pitchFamily="18" charset="0"/>
                <a:cs typeface="Times New Roman" panose="02020603050405020304" pitchFamily="18" charset="0"/>
              </a:rPr>
              <a:t>t</a:t>
            </a:r>
            <a:r>
              <a:rPr lang="en-IN" b="0" i="1" u="none" strike="noStrike" baseline="0" dirty="0">
                <a:latin typeface="Times New Roman" panose="02020603050405020304" pitchFamily="18" charset="0"/>
                <a:cs typeface="Times New Roman" panose="02020603050405020304" pitchFamily="18" charset="0"/>
              </a:rPr>
              <a:t>) </a:t>
            </a:r>
            <a:r>
              <a:rPr lang="en-IN" b="0" i="0" u="none" strike="noStrike" baseline="0" dirty="0">
                <a:latin typeface="Times New Roman" panose="02020603050405020304" pitchFamily="18" charset="0"/>
                <a:cs typeface="Times New Roman" panose="02020603050405020304" pitchFamily="18" charset="0"/>
              </a:rPr>
              <a:t>+ ∈   </a:t>
            </a:r>
            <a:r>
              <a:rPr lang="en-US" b="0" i="0" u="none" strike="noStrike" baseline="0" dirty="0">
                <a:latin typeface="Times New Roman" panose="02020603050405020304" pitchFamily="18" charset="0"/>
                <a:cs typeface="Times New Roman" panose="02020603050405020304" pitchFamily="18" charset="0"/>
              </a:rPr>
              <a:t>where </a:t>
            </a:r>
            <a:r>
              <a:rPr lang="en-US" b="0" i="1" u="none" strike="noStrike" baseline="0" dirty="0">
                <a:latin typeface="Times New Roman" panose="02020603050405020304" pitchFamily="18" charset="0"/>
                <a:cs typeface="Times New Roman" panose="02020603050405020304" pitchFamily="18" charset="0"/>
              </a:rPr>
              <a:t>f (</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 </a:t>
            </a:r>
            <a:r>
              <a:rPr lang="en-IN" b="0" i="0" u="none" strike="noStrike" baseline="0" dirty="0">
                <a:latin typeface="Times New Roman" panose="02020603050405020304" pitchFamily="18" charset="0"/>
                <a:cs typeface="Times New Roman" panose="02020603050405020304" pitchFamily="18" charset="0"/>
              </a:rPr>
              <a:t>∈ R</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the unknown function and </a:t>
            </a:r>
            <a:r>
              <a:rPr lang="en-US" dirty="0">
                <a:latin typeface="Times New Roman" panose="02020603050405020304" pitchFamily="18" charset="0"/>
                <a:cs typeface="Times New Roman" panose="02020603050405020304" pitchFamily="18" charset="0"/>
              </a:rPr>
              <a: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random noise.</a:t>
            </a:r>
          </a:p>
          <a:p>
            <a:pPr algn="l"/>
            <a:r>
              <a:rPr lang="en-US" b="0" i="0" u="none" strike="noStrike" baseline="0" dirty="0">
                <a:latin typeface="Times New Roman" panose="02020603050405020304" pitchFamily="18" charset="0"/>
                <a:cs typeface="Times New Roman" panose="02020603050405020304" pitchFamily="18" charset="0"/>
              </a:rPr>
              <a:t>Noise is the extra </a:t>
            </a:r>
            <a:r>
              <a:rPr lang="en-US" b="0" i="1" u="none" strike="noStrike" baseline="0" dirty="0">
                <a:latin typeface="Times New Roman" panose="02020603050405020304" pitchFamily="18" charset="0"/>
                <a:cs typeface="Times New Roman" panose="02020603050405020304" pitchFamily="18" charset="0"/>
              </a:rPr>
              <a:t>hidden </a:t>
            </a:r>
            <a:r>
              <a:rPr lang="en-US" b="0" i="0" u="none" strike="noStrike" baseline="0" dirty="0">
                <a:latin typeface="Times New Roman" panose="02020603050405020304" pitchFamily="18" charset="0"/>
                <a:cs typeface="Times New Roman" panose="02020603050405020304" pitchFamily="18" charset="0"/>
              </a:rPr>
              <a:t>variables that cannot be </a:t>
            </a:r>
            <a:r>
              <a:rPr lang="en-IN" b="0" i="0" u="none" strike="noStrike" baseline="0" dirty="0">
                <a:latin typeface="Times New Roman" panose="02020603050405020304" pitchFamily="18" charset="0"/>
                <a:cs typeface="Times New Roman" panose="02020603050405020304" pitchFamily="18" charset="0"/>
              </a:rPr>
              <a:t>observed </a:t>
            </a:r>
            <a:r>
              <a:rPr lang="en-IN" b="0" i="1" u="none" strike="noStrike" baseline="0" dirty="0">
                <a:latin typeface="Times New Roman" panose="02020603050405020304" pitchFamily="18" charset="0"/>
                <a:cs typeface="Times New Roman" panose="02020603050405020304" pitchFamily="18" charset="0"/>
              </a:rPr>
              <a:t>r</a:t>
            </a:r>
            <a:r>
              <a:rPr lang="en-IN" b="0" i="1" u="none" strike="noStrike" baseline="30000" dirty="0">
                <a:latin typeface="Times New Roman" panose="02020603050405020304" pitchFamily="18" charset="0"/>
                <a:cs typeface="Times New Roman" panose="02020603050405020304" pitchFamily="18" charset="0"/>
              </a:rPr>
              <a:t>t</a:t>
            </a:r>
            <a:r>
              <a:rPr lang="en-IN" b="0" i="1" u="none" strike="noStrike" baseline="0" dirty="0">
                <a:latin typeface="Times New Roman" panose="02020603050405020304" pitchFamily="18" charset="0"/>
                <a:cs typeface="Times New Roman" panose="02020603050405020304" pitchFamily="18" charset="0"/>
              </a:rPr>
              <a:t> </a:t>
            </a:r>
            <a:r>
              <a:rPr lang="en-IN" b="0" i="0" u="none" strike="noStrike" baseline="0" dirty="0">
                <a:latin typeface="Times New Roman" panose="02020603050405020304" pitchFamily="18" charset="0"/>
                <a:cs typeface="Times New Roman" panose="02020603050405020304" pitchFamily="18" charset="0"/>
              </a:rPr>
              <a:t>= </a:t>
            </a:r>
            <a:r>
              <a:rPr lang="en-IN" b="0" i="1" u="none" strike="noStrike" baseline="0" dirty="0">
                <a:latin typeface="Times New Roman" panose="02020603050405020304" pitchFamily="18" charset="0"/>
                <a:cs typeface="Times New Roman" panose="02020603050405020304" pitchFamily="18" charset="0"/>
              </a:rPr>
              <a:t>f </a:t>
            </a:r>
            <a:r>
              <a:rPr lang="en-IN" b="0" i="0" u="none" strike="noStrike" baseline="30000" dirty="0">
                <a:latin typeface="Times New Roman" panose="02020603050405020304" pitchFamily="18" charset="0"/>
                <a:cs typeface="Times New Roman" panose="02020603050405020304" pitchFamily="18" charset="0"/>
              </a:rPr>
              <a:t>∗</a:t>
            </a:r>
            <a:r>
              <a:rPr lang="en-IN" b="0" i="0" u="none" strike="noStrike" baseline="0" dirty="0">
                <a:latin typeface="Times New Roman" panose="02020603050405020304" pitchFamily="18" charset="0"/>
                <a:cs typeface="Times New Roman" panose="02020603050405020304" pitchFamily="18" charset="0"/>
              </a:rPr>
              <a:t>(</a:t>
            </a:r>
            <a:r>
              <a:rPr lang="en-IN" b="1" i="1" u="none" strike="noStrike" baseline="0" dirty="0" err="1">
                <a:latin typeface="Times New Roman" panose="02020603050405020304" pitchFamily="18" charset="0"/>
                <a:cs typeface="Times New Roman" panose="02020603050405020304" pitchFamily="18" charset="0"/>
              </a:rPr>
              <a:t>x</a:t>
            </a:r>
            <a:r>
              <a:rPr lang="en-IN" b="0" i="1" u="none" strike="noStrike" baseline="30000" dirty="0" err="1">
                <a:latin typeface="Times New Roman" panose="02020603050405020304" pitchFamily="18" charset="0"/>
                <a:cs typeface="Times New Roman" panose="02020603050405020304" pitchFamily="18" charset="0"/>
              </a:rPr>
              <a:t>t</a:t>
            </a:r>
            <a:r>
              <a:rPr lang="en-IN" b="0" i="1" u="none" strike="noStrike" baseline="0" dirty="0">
                <a:latin typeface="Times New Roman" panose="02020603050405020304" pitchFamily="18" charset="0"/>
                <a:cs typeface="Times New Roman" panose="02020603050405020304" pitchFamily="18" charset="0"/>
              </a:rPr>
              <a:t> , </a:t>
            </a:r>
            <a:r>
              <a:rPr lang="en-IN" b="1" i="1" u="none" strike="noStrike" baseline="0" dirty="0" err="1">
                <a:latin typeface="Times New Roman" panose="02020603050405020304" pitchFamily="18" charset="0"/>
                <a:cs typeface="Times New Roman" panose="02020603050405020304" pitchFamily="18" charset="0"/>
              </a:rPr>
              <a:t>z</a:t>
            </a:r>
            <a:r>
              <a:rPr lang="en-IN" b="0" i="1" u="none" strike="noStrike" baseline="30000" dirty="0" err="1">
                <a:latin typeface="Times New Roman" panose="02020603050405020304" pitchFamily="18" charset="0"/>
                <a:cs typeface="Times New Roman" panose="02020603050405020304" pitchFamily="18" charset="0"/>
              </a:rPr>
              <a:t>t</a:t>
            </a:r>
            <a:r>
              <a:rPr lang="en-IN" b="0" i="1" u="none" strike="noStrike" baseline="0" dirty="0">
                <a:latin typeface="Times New Roman" panose="02020603050405020304" pitchFamily="18" charset="0"/>
                <a:cs typeface="Times New Roman" panose="02020603050405020304" pitchFamily="18" charset="0"/>
              </a:rPr>
              <a:t> ) </a:t>
            </a:r>
            <a:r>
              <a:rPr lang="en-US" b="0" i="0" u="none" strike="noStrike" baseline="0" dirty="0">
                <a:latin typeface="Times New Roman" panose="02020603050405020304" pitchFamily="18" charset="0"/>
                <a:cs typeface="Times New Roman" panose="02020603050405020304" pitchFamily="18" charset="0"/>
              </a:rPr>
              <a:t>where </a:t>
            </a:r>
            <a:r>
              <a:rPr lang="en-US" b="1" i="1" u="none" strike="noStrike" baseline="0" dirty="0" err="1">
                <a:latin typeface="Times New Roman" panose="02020603050405020304" pitchFamily="18" charset="0"/>
                <a:cs typeface="Times New Roman" panose="02020603050405020304" pitchFamily="18" charset="0"/>
              </a:rPr>
              <a:t>z</a:t>
            </a:r>
            <a:r>
              <a:rPr lang="en-US" b="0" i="1" u="none" strike="noStrike" baseline="30000" dirty="0" err="1">
                <a:latin typeface="Times New Roman" panose="02020603050405020304" pitchFamily="18" charset="0"/>
                <a:cs typeface="Times New Roman" panose="02020603050405020304" pitchFamily="18" charset="0"/>
              </a:rPr>
              <a:t>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denote those hidden variables.</a:t>
            </a:r>
          </a:p>
          <a:p>
            <a:pPr algn="l"/>
            <a:r>
              <a:rPr lang="en-US" b="0" i="0" u="none" strike="noStrike" baseline="0" dirty="0">
                <a:latin typeface="Times New Roman" panose="02020603050405020304" pitchFamily="18" charset="0"/>
                <a:cs typeface="Times New Roman" panose="02020603050405020304" pitchFamily="18" charset="0"/>
              </a:rPr>
              <a:t> We would like to approximate the output by our model </a:t>
            </a:r>
            <a:r>
              <a:rPr lang="en-US" b="0" i="1" u="none" strike="noStrike" baseline="0" dirty="0">
                <a:latin typeface="Times New Roman" panose="02020603050405020304" pitchFamily="18" charset="0"/>
                <a:cs typeface="Times New Roman" panose="02020603050405020304" pitchFamily="18" charset="0"/>
              </a:rPr>
              <a:t>g(</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a:t>
            </a:r>
          </a:p>
          <a:p>
            <a:endParaRPr lang="en-US" b="0" i="0" u="none" strike="noStrike" baseline="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2A7B7AC-46C5-2B0C-38FF-7AC6B310D2E4}"/>
              </a:ext>
            </a:extLst>
          </p:cNvPr>
          <p:cNvPicPr>
            <a:picLocks noChangeAspect="1"/>
          </p:cNvPicPr>
          <p:nvPr/>
        </p:nvPicPr>
        <p:blipFill>
          <a:blip r:embed="rId2"/>
          <a:stretch>
            <a:fillRect/>
          </a:stretch>
        </p:blipFill>
        <p:spPr>
          <a:xfrm>
            <a:off x="2380320" y="803500"/>
            <a:ext cx="2002494" cy="617047"/>
          </a:xfrm>
          <a:prstGeom prst="rect">
            <a:avLst/>
          </a:prstGeom>
        </p:spPr>
      </p:pic>
    </p:spTree>
    <p:extLst>
      <p:ext uri="{BB962C8B-B14F-4D97-AF65-F5344CB8AC3E}">
        <p14:creationId xmlns:p14="http://schemas.microsoft.com/office/powerpoint/2010/main" val="31889097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5F57A-4290-F256-F161-EC32176D4113}"/>
              </a:ext>
            </a:extLst>
          </p:cNvPr>
          <p:cNvSpPr>
            <a:spLocks noGrp="1"/>
          </p:cNvSpPr>
          <p:nvPr>
            <p:ph idx="1"/>
          </p:nvPr>
        </p:nvSpPr>
        <p:spPr>
          <a:xfrm>
            <a:off x="192527" y="283778"/>
            <a:ext cx="11873345" cy="6277443"/>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The empirical error on the training set X </a:t>
            </a:r>
            <a:r>
              <a:rPr lang="en-IN" b="0" i="0" u="none" strike="noStrike" baseline="0" dirty="0">
                <a:latin typeface="Times New Roman" panose="02020603050405020304" pitchFamily="18" charset="0"/>
                <a:cs typeface="Times New Roman" panose="02020603050405020304" pitchFamily="18" charset="0"/>
              </a:rPr>
              <a:t>is</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Because </a:t>
            </a:r>
            <a:r>
              <a:rPr lang="en-US" b="0" i="1" u="none" strike="noStrike" baseline="0" dirty="0">
                <a:latin typeface="Times New Roman" panose="02020603050405020304" pitchFamily="18" charset="0"/>
                <a:cs typeface="Times New Roman" panose="02020603050405020304" pitchFamily="18" charset="0"/>
              </a:rPr>
              <a:t>r </a:t>
            </a:r>
            <a:r>
              <a:rPr lang="en-US" b="0" i="0" u="none" strike="noStrike" baseline="0" dirty="0">
                <a:latin typeface="Times New Roman" panose="02020603050405020304" pitchFamily="18" charset="0"/>
                <a:cs typeface="Times New Roman" panose="02020603050405020304" pitchFamily="18" charset="0"/>
              </a:rPr>
              <a:t>and </a:t>
            </a:r>
            <a:r>
              <a:rPr lang="en-US" b="0" i="1" u="none" strike="noStrike" baseline="0" dirty="0">
                <a:latin typeface="Times New Roman" panose="02020603050405020304" pitchFamily="18" charset="0"/>
                <a:cs typeface="Times New Roman" panose="02020603050405020304" pitchFamily="18" charset="0"/>
              </a:rPr>
              <a:t>g(</a:t>
            </a:r>
            <a:r>
              <a:rPr lang="en-US" b="1" i="1" u="none" strike="noStrike" baseline="0" dirty="0">
                <a:latin typeface="Times New Roman" panose="02020603050405020304" pitchFamily="18" charset="0"/>
                <a:cs typeface="Times New Roman" panose="02020603050405020304" pitchFamily="18" charset="0"/>
              </a:rPr>
              <a:t>x</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are numeric quantities ∈ R, there is an ordering defined on their values </a:t>
            </a:r>
          </a:p>
          <a:p>
            <a:pPr algn="l"/>
            <a:r>
              <a:rPr lang="en-US" b="0" i="0" u="none" strike="noStrike" baseline="0" dirty="0">
                <a:latin typeface="Times New Roman" panose="02020603050405020304" pitchFamily="18" charset="0"/>
                <a:cs typeface="Times New Roman" panose="02020603050405020304" pitchFamily="18" charset="0"/>
              </a:rPr>
              <a:t>The aim is to find </a:t>
            </a:r>
            <a:r>
              <a:rPr lang="en-US" b="0" i="1" u="none" strike="noStrike" baseline="0" dirty="0">
                <a:latin typeface="Times New Roman" panose="02020603050405020304" pitchFamily="18" charset="0"/>
                <a:cs typeface="Times New Roman" panose="02020603050405020304" pitchFamily="18" charset="0"/>
              </a:rPr>
              <a:t>g(</a:t>
            </a:r>
            <a:r>
              <a:rPr lang="en-US" b="0" i="0" u="none" strike="noStrike" baseline="0" dirty="0">
                <a:latin typeface="Times New Roman" panose="02020603050405020304" pitchFamily="18" charset="0"/>
                <a:cs typeface="Times New Roman" panose="02020603050405020304" pitchFamily="18" charset="0"/>
              </a:rPr>
              <a: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that minimizes the empirical error.</a:t>
            </a:r>
          </a:p>
          <a:p>
            <a:r>
              <a:rPr lang="en-US" sz="2800" b="0" i="0" u="none" strike="noStrike" baseline="0" dirty="0">
                <a:latin typeface="Times New Roman" panose="02020603050405020304" pitchFamily="18" charset="0"/>
                <a:cs typeface="Times New Roman" panose="02020603050405020304" pitchFamily="18" charset="0"/>
              </a:rPr>
              <a:t>If </a:t>
            </a:r>
            <a:r>
              <a:rPr lang="en-US" sz="2800" b="0" i="1" u="none" strike="noStrike" baseline="0" dirty="0">
                <a:latin typeface="Times New Roman" panose="02020603050405020304" pitchFamily="18" charset="0"/>
                <a:cs typeface="Times New Roman" panose="02020603050405020304" pitchFamily="18" charset="0"/>
              </a:rPr>
              <a:t>g(</a:t>
            </a:r>
            <a:r>
              <a:rPr lang="en-US" sz="2800" b="1" i="1" u="none" strike="noStrike" baseline="0" dirty="0">
                <a:latin typeface="Times New Roman" panose="02020603050405020304" pitchFamily="18" charset="0"/>
                <a:cs typeface="Times New Roman" panose="02020603050405020304" pitchFamily="18" charset="0"/>
              </a:rPr>
              <a:t>x</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is assumed to be linear, then</a:t>
            </a:r>
            <a:endParaRPr lang="en-IN"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994A9D6-DEA5-BC75-EAE8-A2A416F2B5C2}"/>
              </a:ext>
            </a:extLst>
          </p:cNvPr>
          <p:cNvPicPr>
            <a:picLocks noChangeAspect="1"/>
          </p:cNvPicPr>
          <p:nvPr/>
        </p:nvPicPr>
        <p:blipFill>
          <a:blip r:embed="rId2"/>
          <a:stretch>
            <a:fillRect/>
          </a:stretch>
        </p:blipFill>
        <p:spPr>
          <a:xfrm>
            <a:off x="3421177" y="772076"/>
            <a:ext cx="4409138" cy="1069381"/>
          </a:xfrm>
          <a:prstGeom prst="rect">
            <a:avLst/>
          </a:prstGeom>
        </p:spPr>
      </p:pic>
      <p:pic>
        <p:nvPicPr>
          <p:cNvPr id="6" name="Picture 5">
            <a:extLst>
              <a:ext uri="{FF2B5EF4-FFF2-40B4-BE49-F238E27FC236}">
                <a16:creationId xmlns:a16="http://schemas.microsoft.com/office/drawing/2014/main" id="{1510B0D9-1EB1-216D-177B-28E1C49303C9}"/>
              </a:ext>
            </a:extLst>
          </p:cNvPr>
          <p:cNvPicPr>
            <a:picLocks noChangeAspect="1"/>
          </p:cNvPicPr>
          <p:nvPr/>
        </p:nvPicPr>
        <p:blipFill>
          <a:blip r:embed="rId3"/>
          <a:stretch>
            <a:fillRect/>
          </a:stretch>
        </p:blipFill>
        <p:spPr>
          <a:xfrm>
            <a:off x="1689512" y="3605487"/>
            <a:ext cx="7872468" cy="1191704"/>
          </a:xfrm>
          <a:prstGeom prst="rect">
            <a:avLst/>
          </a:prstGeom>
        </p:spPr>
      </p:pic>
    </p:spTree>
    <p:extLst>
      <p:ext uri="{BB962C8B-B14F-4D97-AF65-F5344CB8AC3E}">
        <p14:creationId xmlns:p14="http://schemas.microsoft.com/office/powerpoint/2010/main" val="31061975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65271A-338F-0D59-A29D-6A39E4156657}"/>
              </a:ext>
            </a:extLst>
          </p:cNvPr>
          <p:cNvSpPr>
            <a:spLocks noGrp="1"/>
          </p:cNvSpPr>
          <p:nvPr>
            <p:ph idx="1"/>
          </p:nvPr>
        </p:nvSpPr>
        <p:spPr>
          <a:xfrm>
            <a:off x="152399" y="567559"/>
            <a:ext cx="11873345" cy="5609404"/>
          </a:xfrm>
        </p:spPr>
        <p:txBody>
          <a:bodyPr/>
          <a:lstStyle/>
          <a:p>
            <a:pPr algn="l"/>
            <a:r>
              <a:rPr lang="en-US" b="1" i="0" u="none" strike="noStrike" baseline="0" dirty="0">
                <a:latin typeface="Times New Roman" panose="02020603050405020304" pitchFamily="18" charset="0"/>
                <a:cs typeface="Times New Roman" panose="02020603050405020304" pitchFamily="18" charset="0"/>
              </a:rPr>
              <a:t>Goodness of Fit</a:t>
            </a:r>
            <a:r>
              <a:rPr lang="en-US" b="0" i="0" u="none" strike="noStrike" baseline="0" dirty="0">
                <a:latin typeface="Times New Roman" panose="02020603050405020304" pitchFamily="18" charset="0"/>
                <a:cs typeface="Times New Roman" panose="02020603050405020304" pitchFamily="18" charset="0"/>
              </a:rPr>
              <a:t>: </a:t>
            </a:r>
            <a:r>
              <a:rPr lang="en-US" b="0" i="0" dirty="0">
                <a:solidFill>
                  <a:srgbClr val="202122"/>
                </a:solidFill>
                <a:effectLst/>
                <a:latin typeface="Times New Roman" panose="02020603050405020304" pitchFamily="18" charset="0"/>
                <a:cs typeface="Times New Roman" panose="02020603050405020304" pitchFamily="18" charset="0"/>
              </a:rPr>
              <a:t>how well </a:t>
            </a:r>
            <a:r>
              <a:rPr lang="en-US" dirty="0">
                <a:solidFill>
                  <a:srgbClr val="202122"/>
                </a:solidFill>
                <a:latin typeface="Times New Roman" panose="02020603050405020304" pitchFamily="18" charset="0"/>
                <a:cs typeface="Times New Roman" panose="02020603050405020304" pitchFamily="18" charset="0"/>
              </a:rPr>
              <a:t>a sample </a:t>
            </a:r>
            <a:r>
              <a:rPr lang="en-US">
                <a:solidFill>
                  <a:srgbClr val="202122"/>
                </a:solidFill>
                <a:latin typeface="Times New Roman" panose="02020603050405020304" pitchFamily="18" charset="0"/>
                <a:cs typeface="Times New Roman" panose="02020603050405020304" pitchFamily="18" charset="0"/>
              </a:rPr>
              <a:t>of data</a:t>
            </a:r>
            <a:r>
              <a:rPr lang="en-US" b="0" i="0">
                <a:solidFill>
                  <a:srgbClr val="202122"/>
                </a:solidFill>
                <a:effectLst/>
                <a:latin typeface="Times New Roman" panose="02020603050405020304" pitchFamily="18" charset="0"/>
                <a:cs typeface="Times New Roman" panose="02020603050405020304" pitchFamily="18" charset="0"/>
              </a:rPr>
              <a:t> </a:t>
            </a:r>
            <a:r>
              <a:rPr lang="en-US" b="0" i="0" dirty="0">
                <a:solidFill>
                  <a:srgbClr val="202122"/>
                </a:solidFill>
                <a:effectLst/>
                <a:latin typeface="Times New Roman" panose="02020603050405020304" pitchFamily="18" charset="0"/>
                <a:cs typeface="Times New Roman" panose="02020603050405020304" pitchFamily="18" charset="0"/>
              </a:rPr>
              <a:t>fits a set of observations. </a:t>
            </a:r>
          </a:p>
          <a:p>
            <a:pPr algn="l"/>
            <a:r>
              <a:rPr lang="en-US" b="0" i="0" dirty="0">
                <a:solidFill>
                  <a:srgbClr val="202122"/>
                </a:solidFill>
                <a:effectLst/>
                <a:latin typeface="Times New Roman" panose="02020603050405020304" pitchFamily="18" charset="0"/>
                <a:cs typeface="Times New Roman" panose="02020603050405020304" pitchFamily="18" charset="0"/>
              </a:rPr>
              <a:t>Measures of goodness of fit typically summarize the discrepancy between observed values and the values expected under the model in question</a:t>
            </a:r>
          </a:p>
          <a:p>
            <a:pPr algn="l"/>
            <a:r>
              <a:rPr lang="en-US" dirty="0">
                <a:latin typeface="Times New Roman" panose="02020603050405020304" pitchFamily="18" charset="0"/>
                <a:cs typeface="Times New Roman" panose="02020603050405020304" pitchFamily="18" charset="0"/>
              </a:rPr>
              <a:t>Error or loss Function: we can define a </a:t>
            </a:r>
            <a:r>
              <a:rPr lang="en-US" i="1" dirty="0">
                <a:latin typeface="Times New Roman" panose="02020603050405020304" pitchFamily="18" charset="0"/>
                <a:cs typeface="Times New Roman" panose="02020603050405020304" pitchFamily="18" charset="0"/>
              </a:rPr>
              <a:t>distance </a:t>
            </a:r>
            <a:r>
              <a:rPr lang="en-US" dirty="0">
                <a:latin typeface="Times New Roman" panose="02020603050405020304" pitchFamily="18" charset="0"/>
                <a:cs typeface="Times New Roman" panose="02020603050405020304" pitchFamily="18" charset="0"/>
              </a:rPr>
              <a:t>between values, as the square of the difference, which gives more information than equal/not equal. </a:t>
            </a:r>
          </a:p>
          <a:p>
            <a:r>
              <a:rPr lang="en-US" dirty="0">
                <a:latin typeface="Times New Roman" panose="02020603050405020304" pitchFamily="18" charset="0"/>
                <a:cs typeface="Times New Roman" panose="02020603050405020304" pitchFamily="18" charset="0"/>
              </a:rPr>
              <a:t>The square of the difference is one error (loss) function that can be used; another is the absolute </a:t>
            </a:r>
            <a:r>
              <a:rPr lang="en-IN" dirty="0">
                <a:latin typeface="Times New Roman" panose="02020603050405020304" pitchFamily="18" charset="0"/>
                <a:cs typeface="Times New Roman" panose="02020603050405020304" pitchFamily="18" charset="0"/>
              </a:rPr>
              <a:t>value of the difference.</a:t>
            </a:r>
          </a:p>
          <a:p>
            <a:endParaRPr lang="en-US" dirty="0">
              <a:solidFill>
                <a:srgbClr val="202122"/>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043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D2B64-F5BD-0B52-3A75-BC28C50FA9A9}"/>
              </a:ext>
            </a:extLst>
          </p:cNvPr>
          <p:cNvSpPr>
            <a:spLocks noGrp="1"/>
          </p:cNvSpPr>
          <p:nvPr>
            <p:ph type="title"/>
          </p:nvPr>
        </p:nvSpPr>
        <p:spPr>
          <a:xfrm>
            <a:off x="315310" y="88031"/>
            <a:ext cx="11038490" cy="909493"/>
          </a:xfrm>
        </p:spPr>
        <p:txBody>
          <a:bodyPr>
            <a:normAutofit/>
          </a:bodyPr>
          <a:lstStyle/>
          <a:p>
            <a:r>
              <a:rPr lang="en-IN" b="1" dirty="0">
                <a:latin typeface="Times New Roman" panose="02020603050405020304" pitchFamily="18" charset="0"/>
                <a:cs typeface="Times New Roman" panose="02020603050405020304" pitchFamily="18" charset="0"/>
              </a:rPr>
              <a:t>Model Selection and Generalization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84166F-EAFE-D63D-9296-25A9EC7850AF}"/>
              </a:ext>
            </a:extLst>
          </p:cNvPr>
          <p:cNvSpPr>
            <a:spLocks noGrp="1"/>
          </p:cNvSpPr>
          <p:nvPr>
            <p:ph idx="1"/>
          </p:nvPr>
        </p:nvSpPr>
        <p:spPr>
          <a:xfrm>
            <a:off x="152399" y="1246909"/>
            <a:ext cx="11873345" cy="5523060"/>
          </a:xfrm>
        </p:spPr>
        <p:txBody>
          <a:bodyPr/>
          <a:lstStyle/>
          <a:p>
            <a:r>
              <a:rPr lang="en-US" dirty="0">
                <a:latin typeface="Times New Roman" panose="02020603050405020304" pitchFamily="18" charset="0"/>
                <a:cs typeface="Times New Roman" panose="02020603050405020304" pitchFamily="18" charset="0"/>
              </a:rPr>
              <a:t>Model selection involves choosing the best model from a set of candidate models. </a:t>
            </a:r>
          </a:p>
          <a:p>
            <a:r>
              <a:rPr lang="en-US" dirty="0">
                <a:latin typeface="Times New Roman" panose="02020603050405020304" pitchFamily="18" charset="0"/>
                <a:cs typeface="Times New Roman" panose="02020603050405020304" pitchFamily="18" charset="0"/>
              </a:rPr>
              <a:t>This process is essential because different models can have varying levels of performance on the same dataset.</a:t>
            </a:r>
          </a:p>
          <a:p>
            <a:r>
              <a:rPr lang="en-US" dirty="0">
                <a:latin typeface="Times New Roman" panose="02020603050405020304" pitchFamily="18" charset="0"/>
                <a:cs typeface="Times New Roman" panose="02020603050405020304" pitchFamily="18" charset="0"/>
              </a:rPr>
              <a:t>Machine learning tries to find a solution to a problem but it rises to </a:t>
            </a:r>
            <a:r>
              <a:rPr lang="en-US" b="1" dirty="0">
                <a:latin typeface="Times New Roman" panose="02020603050405020304" pitchFamily="18" charset="0"/>
                <a:cs typeface="Times New Roman" panose="02020603050405020304" pitchFamily="18" charset="0"/>
              </a:rPr>
              <a:t>ill posed problem </a:t>
            </a:r>
            <a:r>
              <a:rPr lang="en-US" dirty="0">
                <a:latin typeface="Times New Roman" panose="02020603050405020304" pitchFamily="18" charset="0"/>
                <a:cs typeface="Times New Roman" panose="02020603050405020304" pitchFamily="18" charset="0"/>
              </a:rPr>
              <a:t>when the data is not sufficient to find the unique solution.</a:t>
            </a:r>
          </a:p>
          <a:p>
            <a:r>
              <a:rPr lang="en-US" dirty="0">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 problem is considered ill-posed if it fails to satisfy at least one of the following conditions: </a:t>
            </a:r>
          </a:p>
          <a:p>
            <a:r>
              <a:rPr lang="en-US" b="0" i="0" dirty="0">
                <a:effectLst/>
                <a:latin typeface="Times New Roman" panose="02020603050405020304" pitchFamily="18" charset="0"/>
                <a:cs typeface="Times New Roman" panose="02020603050405020304" pitchFamily="18" charset="0"/>
              </a:rPr>
              <a:t>existence of a solution, </a:t>
            </a:r>
          </a:p>
          <a:p>
            <a:r>
              <a:rPr lang="en-US" b="0" i="0" dirty="0">
                <a:effectLst/>
                <a:latin typeface="Times New Roman" panose="02020603050405020304" pitchFamily="18" charset="0"/>
                <a:cs typeface="Times New Roman" panose="02020603050405020304" pitchFamily="18" charset="0"/>
              </a:rPr>
              <a:t>uniqueness of the solution, </a:t>
            </a:r>
          </a:p>
          <a:p>
            <a:r>
              <a:rPr lang="en-US" b="0" i="0" dirty="0">
                <a:effectLst/>
                <a:latin typeface="Times New Roman" panose="02020603050405020304" pitchFamily="18" charset="0"/>
                <a:cs typeface="Times New Roman" panose="02020603050405020304" pitchFamily="18" charset="0"/>
              </a:rPr>
              <a:t>and continuous dependence of the solution on the initial conditions.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3224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2C9FF-9DE1-1138-96DB-650AD8A85315}"/>
              </a:ext>
            </a:extLst>
          </p:cNvPr>
          <p:cNvSpPr>
            <a:spLocks noGrp="1"/>
          </p:cNvSpPr>
          <p:nvPr>
            <p:ph type="title"/>
          </p:nvPr>
        </p:nvSpPr>
        <p:spPr>
          <a:xfrm>
            <a:off x="838200" y="24967"/>
            <a:ext cx="10515600" cy="909493"/>
          </a:xfrm>
        </p:spPr>
        <p:txBody>
          <a:bodyPr/>
          <a:lstStyle/>
          <a:p>
            <a:r>
              <a:rPr lang="en-US" dirty="0"/>
              <a:t>Continue…Inductive Bias</a:t>
            </a:r>
            <a:endParaRPr lang="en-IN" dirty="0"/>
          </a:p>
        </p:txBody>
      </p:sp>
      <p:sp>
        <p:nvSpPr>
          <p:cNvPr id="3" name="Content Placeholder 2">
            <a:extLst>
              <a:ext uri="{FF2B5EF4-FFF2-40B4-BE49-F238E27FC236}">
                <a16:creationId xmlns:a16="http://schemas.microsoft.com/office/drawing/2014/main" id="{455ABD89-57B9-506D-6A72-BFC87DA92AF3}"/>
              </a:ext>
            </a:extLst>
          </p:cNvPr>
          <p:cNvSpPr>
            <a:spLocks noGrp="1"/>
          </p:cNvSpPr>
          <p:nvPr>
            <p:ph idx="1"/>
          </p:nvPr>
        </p:nvSpPr>
        <p:spPr>
          <a:xfrm>
            <a:off x="152399" y="997524"/>
            <a:ext cx="11873345" cy="5772445"/>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So because learning is ill-posed, and data by itself is not sufficient to find the solution, </a:t>
            </a:r>
            <a:r>
              <a:rPr lang="en-US" b="1" i="0" u="none" strike="noStrike" baseline="0" dirty="0">
                <a:latin typeface="Times New Roman" panose="02020603050405020304" pitchFamily="18" charset="0"/>
                <a:cs typeface="Times New Roman" panose="02020603050405020304" pitchFamily="18" charset="0"/>
              </a:rPr>
              <a:t>some extra assumptions have to be made to have a unique solution with the existing data</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Such set of assumptions made to have learning possible is called the </a:t>
            </a:r>
            <a:r>
              <a:rPr lang="en-US" b="1" i="0" dirty="0">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nductive bias </a:t>
            </a:r>
            <a:r>
              <a:rPr lang="en-US" b="0" i="0" u="none" strike="noStrike" baseline="0" dirty="0">
                <a:latin typeface="Times New Roman" panose="02020603050405020304" pitchFamily="18" charset="0"/>
                <a:cs typeface="Times New Roman" panose="02020603050405020304" pitchFamily="18" charset="0"/>
              </a:rPr>
              <a:t>of the learning algorithm.</a:t>
            </a:r>
          </a:p>
          <a:p>
            <a:pPr algn="l"/>
            <a:r>
              <a:rPr lang="en-US" b="0" i="0" u="none" strike="noStrike" baseline="0" dirty="0">
                <a:latin typeface="Times New Roman" panose="02020603050405020304" pitchFamily="18" charset="0"/>
                <a:cs typeface="Times New Roman" panose="02020603050405020304" pitchFamily="18" charset="0"/>
              </a:rPr>
              <a:t>One way to introduce inductive bias is when a hypothesis class H is assumed. </a:t>
            </a:r>
          </a:p>
          <a:p>
            <a:pPr algn="l"/>
            <a:r>
              <a:rPr lang="en-US" b="0" i="0" u="none" strike="noStrike" baseline="0" dirty="0">
                <a:latin typeface="Times New Roman" panose="02020603050405020304" pitchFamily="18" charset="0"/>
                <a:cs typeface="Times New Roman" panose="02020603050405020304" pitchFamily="18" charset="0"/>
              </a:rPr>
              <a:t>In learning the class of family car, there are infinitely many ways of separating the positive examples from the negative examples.</a:t>
            </a:r>
          </a:p>
          <a:p>
            <a:pPr algn="l"/>
            <a:r>
              <a:rPr lang="en-US" b="0" i="0" u="none" strike="noStrike" baseline="0" dirty="0">
                <a:latin typeface="Times New Roman" panose="02020603050405020304" pitchFamily="18" charset="0"/>
                <a:cs typeface="Times New Roman" panose="02020603050405020304" pitchFamily="18" charset="0"/>
              </a:rPr>
              <a:t>Assuming the shape of a rectangle is one inductive bias, and then the rectangle with the largest margin for example, is another inductive bias. </a:t>
            </a:r>
          </a:p>
          <a:p>
            <a:pPr algn="l"/>
            <a:r>
              <a:rPr lang="en-US" b="0" i="0" u="none" strike="noStrike" baseline="0" dirty="0">
                <a:latin typeface="Times New Roman" panose="02020603050405020304" pitchFamily="18" charset="0"/>
                <a:cs typeface="Times New Roman" panose="02020603050405020304" pitchFamily="18" charset="0"/>
              </a:rPr>
              <a:t>In linear regression, assuming a linear function is an inductive bias, and among all lines, choosing the one that minimizes squared error is </a:t>
            </a:r>
            <a:r>
              <a:rPr lang="en-IN" b="0" i="0" u="none" strike="noStrike" baseline="0" dirty="0">
                <a:latin typeface="Times New Roman" panose="02020603050405020304" pitchFamily="18" charset="0"/>
                <a:cs typeface="Times New Roman" panose="02020603050405020304" pitchFamily="18" charset="0"/>
              </a:rPr>
              <a:t>another inductive bias.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885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EE2DD-B015-A798-F0EC-B85F045FFF1F}"/>
              </a:ext>
            </a:extLst>
          </p:cNvPr>
          <p:cNvSpPr>
            <a:spLocks noGrp="1"/>
          </p:cNvSpPr>
          <p:nvPr>
            <p:ph type="title"/>
          </p:nvPr>
        </p:nvSpPr>
        <p:spPr>
          <a:xfrm>
            <a:off x="333694" y="88031"/>
            <a:ext cx="10515600" cy="909493"/>
          </a:xfrm>
        </p:spPr>
        <p:txBody>
          <a:bodyPr/>
          <a:lstStyle/>
          <a:p>
            <a:r>
              <a:rPr lang="en-US" dirty="0"/>
              <a:t>Model Selection</a:t>
            </a:r>
            <a:endParaRPr lang="en-IN" dirty="0"/>
          </a:p>
        </p:txBody>
      </p:sp>
      <p:sp>
        <p:nvSpPr>
          <p:cNvPr id="3" name="Content Placeholder 2">
            <a:extLst>
              <a:ext uri="{FF2B5EF4-FFF2-40B4-BE49-F238E27FC236}">
                <a16:creationId xmlns:a16="http://schemas.microsoft.com/office/drawing/2014/main" id="{4268FD80-B304-DD84-5614-28ACE07A648D}"/>
              </a:ext>
            </a:extLst>
          </p:cNvPr>
          <p:cNvSpPr>
            <a:spLocks noGrp="1"/>
          </p:cNvSpPr>
          <p:nvPr>
            <p:ph idx="1"/>
          </p:nvPr>
        </p:nvSpPr>
        <p:spPr>
          <a:xfrm>
            <a:off x="152399" y="1246909"/>
            <a:ext cx="11873345" cy="5523060"/>
          </a:xfrm>
        </p:spPr>
        <p:txBody>
          <a:bodyPr>
            <a:noAutofit/>
          </a:bodyPr>
          <a:lstStyle/>
          <a:p>
            <a:r>
              <a:rPr lang="en-US" sz="3200" dirty="0">
                <a:latin typeface="Times New Roman" panose="02020603050405020304" pitchFamily="18" charset="0"/>
                <a:cs typeface="Times New Roman" panose="02020603050405020304" pitchFamily="18" charset="0"/>
              </a:rPr>
              <a:t>Key points of Model Selection are</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Cross-Validation:</a:t>
            </a:r>
            <a:r>
              <a:rPr lang="en-US" dirty="0">
                <a:latin typeface="Times New Roman" panose="02020603050405020304" pitchFamily="18" charset="0"/>
                <a:cs typeface="Times New Roman" panose="02020603050405020304" pitchFamily="18" charset="0"/>
              </a:rPr>
              <a:t> This technique helps in assessing how the results of a model will generalize to an independent dataset. Common methods include k-fold cross-validation, where the dataset is divided into k subsets, and the model is trained and validated k times, each time using a different subset as the validation set and the remaining as the training set.</a:t>
            </a:r>
          </a:p>
          <a:p>
            <a:r>
              <a:rPr lang="en-US" b="1" dirty="0">
                <a:latin typeface="Times New Roman" panose="02020603050405020304" pitchFamily="18" charset="0"/>
                <a:cs typeface="Times New Roman" panose="02020603050405020304" pitchFamily="18" charset="0"/>
              </a:rPr>
              <a:t>Hyperparameter Tuning</a:t>
            </a:r>
            <a:r>
              <a:rPr lang="en-US" dirty="0">
                <a:latin typeface="Times New Roman" panose="02020603050405020304" pitchFamily="18" charset="0"/>
                <a:cs typeface="Times New Roman" panose="02020603050405020304" pitchFamily="18" charset="0"/>
              </a:rPr>
              <a:t>: Models often have parameters that are not learned from the data but set initially before the training process begins. Techniques like Grid Search and Random Search are used to find the optimal hyperparameters that </a:t>
            </a:r>
            <a:r>
              <a:rPr lang="en-US" b="0" i="0" dirty="0">
                <a:solidFill>
                  <a:srgbClr val="111111"/>
                </a:solidFill>
                <a:effectLst/>
                <a:latin typeface="Times New Roman" panose="02020603050405020304" pitchFamily="18" charset="0"/>
                <a:cs typeface="Times New Roman" panose="02020603050405020304" pitchFamily="18" charset="0"/>
              </a:rPr>
              <a:t>improve model accuracy, generalization, and efficiency</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Evaluation Metrics</a:t>
            </a:r>
            <a:r>
              <a:rPr lang="en-US" dirty="0">
                <a:latin typeface="Times New Roman" panose="02020603050405020304" pitchFamily="18" charset="0"/>
                <a:cs typeface="Times New Roman" panose="02020603050405020304" pitchFamily="18" charset="0"/>
              </a:rPr>
              <a:t>: Depending on the problem (classification, regression, etc.), different metrics like accuracy, precision, recall, F1-score, mean squared error, etc., are used to evaluate model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6856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A4406-7B03-EA62-95B6-91D7B098F42F}"/>
              </a:ext>
            </a:extLst>
          </p:cNvPr>
          <p:cNvSpPr>
            <a:spLocks noGrp="1"/>
          </p:cNvSpPr>
          <p:nvPr>
            <p:ph type="title"/>
          </p:nvPr>
        </p:nvSpPr>
        <p:spPr/>
        <p:txBody>
          <a:bodyPr/>
          <a:lstStyle/>
          <a:p>
            <a:r>
              <a:rPr lang="en-US" dirty="0"/>
              <a:t>Generalization</a:t>
            </a:r>
            <a:endParaRPr lang="en-IN" dirty="0"/>
          </a:p>
        </p:txBody>
      </p:sp>
      <p:sp>
        <p:nvSpPr>
          <p:cNvPr id="3" name="Content Placeholder 2">
            <a:extLst>
              <a:ext uri="{FF2B5EF4-FFF2-40B4-BE49-F238E27FC236}">
                <a16:creationId xmlns:a16="http://schemas.microsoft.com/office/drawing/2014/main" id="{99C1D4A8-353C-0F7C-4598-725F570F41C2}"/>
              </a:ext>
            </a:extLst>
          </p:cNvPr>
          <p:cNvSpPr>
            <a:spLocks noGrp="1"/>
          </p:cNvSpPr>
          <p:nvPr>
            <p:ph idx="1"/>
          </p:nvPr>
        </p:nvSpPr>
        <p:spPr>
          <a:xfrm>
            <a:off x="152399" y="1135117"/>
            <a:ext cx="11873345" cy="5634852"/>
          </a:xfrm>
        </p:spPr>
        <p:txBody>
          <a:bodyPr>
            <a:normAutofit fontScale="92500"/>
          </a:bodyPr>
          <a:lstStyle/>
          <a:p>
            <a:pPr algn="l"/>
            <a:r>
              <a:rPr lang="en-IN" sz="3200" b="0" i="0" u="none" strike="noStrike" baseline="0" dirty="0">
                <a:latin typeface="Times New Roman" panose="02020603050405020304" pitchFamily="18" charset="0"/>
                <a:cs typeface="Times New Roman" panose="02020603050405020304" pitchFamily="18" charset="0"/>
              </a:rPr>
              <a:t>How well </a:t>
            </a:r>
            <a:r>
              <a:rPr lang="en-US" sz="3200" b="0" i="0" u="none" strike="noStrike" baseline="0" dirty="0">
                <a:latin typeface="Times New Roman" panose="02020603050405020304" pitchFamily="18" charset="0"/>
                <a:cs typeface="Times New Roman" panose="02020603050405020304" pitchFamily="18" charset="0"/>
              </a:rPr>
              <a:t>a model trained on the training set predicts the right output for new generalization instances is called </a:t>
            </a:r>
            <a:r>
              <a:rPr lang="en-US" sz="3200" b="1" i="1" u="none" strike="noStrike" baseline="0" dirty="0">
                <a:latin typeface="Times New Roman" panose="02020603050405020304" pitchFamily="18" charset="0"/>
                <a:cs typeface="Times New Roman" panose="02020603050405020304" pitchFamily="18" charset="0"/>
              </a:rPr>
              <a:t>generalization</a:t>
            </a:r>
            <a:r>
              <a:rPr lang="en-US" sz="3200" b="0" i="0" u="none" strike="noStrike" baseline="0" dirty="0">
                <a:latin typeface="Times New Roman" panose="02020603050405020304" pitchFamily="18" charset="0"/>
                <a:cs typeface="Times New Roman" panose="02020603050405020304" pitchFamily="18" charset="0"/>
              </a:rPr>
              <a:t>.</a:t>
            </a:r>
          </a:p>
          <a:p>
            <a:pPr algn="l"/>
            <a:r>
              <a:rPr lang="en-US" sz="3200" dirty="0">
                <a:latin typeface="Times New Roman" panose="02020603050405020304" pitchFamily="18" charset="0"/>
                <a:cs typeface="Times New Roman" panose="02020603050405020304" pitchFamily="18" charset="0"/>
              </a:rPr>
              <a:t>It's a measure of how well the model has learned the underlying patterns in the training data rather than just memorizing it. </a:t>
            </a:r>
          </a:p>
          <a:p>
            <a:pPr algn="l"/>
            <a:r>
              <a:rPr lang="en-US" sz="3200" dirty="0">
                <a:latin typeface="Times New Roman" panose="02020603050405020304" pitchFamily="18" charset="0"/>
                <a:cs typeface="Times New Roman" panose="02020603050405020304" pitchFamily="18" charset="0"/>
              </a:rPr>
              <a:t>Key points are:</a:t>
            </a:r>
          </a:p>
          <a:p>
            <a:pPr algn="l"/>
            <a:r>
              <a:rPr lang="en-US" sz="3200" dirty="0">
                <a:latin typeface="Times New Roman" panose="02020603050405020304" pitchFamily="18" charset="0"/>
                <a:cs typeface="Times New Roman" panose="02020603050405020304" pitchFamily="18" charset="0"/>
              </a:rPr>
              <a:t>Overfitting: This occurs when a model learns the training data too well, including the noise and outliers, leading to poor performance on new data. </a:t>
            </a:r>
          </a:p>
          <a:p>
            <a:pPr algn="l"/>
            <a:r>
              <a:rPr lang="en-US" sz="3200" dirty="0">
                <a:latin typeface="Times New Roman" panose="02020603050405020304" pitchFamily="18" charset="0"/>
                <a:cs typeface="Times New Roman" panose="02020603050405020304" pitchFamily="18" charset="0"/>
              </a:rPr>
              <a:t>Techniques to prevent overfitting include:</a:t>
            </a:r>
          </a:p>
          <a:p>
            <a:pPr lvl="1"/>
            <a:r>
              <a:rPr lang="en-US" sz="2800" dirty="0">
                <a:latin typeface="Times New Roman" panose="02020603050405020304" pitchFamily="18" charset="0"/>
                <a:cs typeface="Times New Roman" panose="02020603050405020304" pitchFamily="18" charset="0"/>
              </a:rPr>
              <a:t>Regularization: Adding a penalty for larger coefficients in the model (e.g., L1, L2 regularization).</a:t>
            </a:r>
          </a:p>
          <a:p>
            <a:pPr lvl="1"/>
            <a:r>
              <a:rPr lang="en-US" sz="2800" dirty="0">
                <a:latin typeface="Times New Roman" panose="02020603050405020304" pitchFamily="18" charset="0"/>
                <a:cs typeface="Times New Roman" panose="02020603050405020304" pitchFamily="18" charset="0"/>
              </a:rPr>
              <a:t>Pruning: Reducing the complexity of decision trees.</a:t>
            </a:r>
          </a:p>
          <a:p>
            <a:pPr lvl="1"/>
            <a:r>
              <a:rPr lang="en-US" sz="2800" dirty="0">
                <a:latin typeface="Times New Roman" panose="02020603050405020304" pitchFamily="18" charset="0"/>
                <a:cs typeface="Times New Roman" panose="02020603050405020304" pitchFamily="18" charset="0"/>
              </a:rPr>
              <a:t>Dropout: Randomly dropping neurons during training in neural networks.</a:t>
            </a:r>
          </a:p>
        </p:txBody>
      </p:sp>
    </p:spTree>
    <p:extLst>
      <p:ext uri="{BB962C8B-B14F-4D97-AF65-F5344CB8AC3E}">
        <p14:creationId xmlns:p14="http://schemas.microsoft.com/office/powerpoint/2010/main" val="2082035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83AA71-CE51-63D6-D4E6-ADAD40323697}"/>
              </a:ext>
            </a:extLst>
          </p:cNvPr>
          <p:cNvSpPr>
            <a:spLocks noGrp="1"/>
          </p:cNvSpPr>
          <p:nvPr>
            <p:ph idx="1"/>
          </p:nvPr>
        </p:nvSpPr>
        <p:spPr>
          <a:xfrm>
            <a:off x="152399" y="472966"/>
            <a:ext cx="11873345" cy="6297003"/>
          </a:xfrm>
        </p:spPr>
        <p:txBody>
          <a:bodyPr>
            <a:normAutofit/>
          </a:bodyPr>
          <a:lstStyle/>
          <a:p>
            <a:pPr algn="l"/>
            <a:r>
              <a:rPr lang="en-US" sz="2800" dirty="0">
                <a:latin typeface="Times New Roman" panose="02020603050405020304" pitchFamily="18" charset="0"/>
                <a:cs typeface="Times New Roman" panose="02020603050405020304" pitchFamily="18" charset="0"/>
              </a:rPr>
              <a:t>Underfitting: This happens when a model is too simple to capture the underlying patterns in the data, leading to poor performance on both training and new data. </a:t>
            </a:r>
          </a:p>
          <a:p>
            <a:pPr algn="l"/>
            <a:r>
              <a:rPr lang="en-US" sz="2800" dirty="0">
                <a:latin typeface="Times New Roman" panose="02020603050405020304" pitchFamily="18" charset="0"/>
                <a:cs typeface="Times New Roman" panose="02020603050405020304" pitchFamily="18" charset="0"/>
              </a:rPr>
              <a:t>Increasing model complexity or adding more features can help mitigate underfitting.</a:t>
            </a:r>
          </a:p>
          <a:p>
            <a:pPr algn="l"/>
            <a:r>
              <a:rPr lang="en-US" dirty="0">
                <a:latin typeface="Times New Roman" panose="02020603050405020304" pitchFamily="18" charset="0"/>
                <a:cs typeface="Times New Roman" panose="02020603050405020304" pitchFamily="18" charset="0"/>
              </a:rPr>
              <a:t>Triple</a:t>
            </a:r>
            <a:r>
              <a:rPr lang="en-US" sz="2800" dirty="0">
                <a:latin typeface="Times New Roman" panose="02020603050405020304" pitchFamily="18" charset="0"/>
                <a:cs typeface="Times New Roman" panose="02020603050405020304" pitchFamily="18" charset="0"/>
              </a:rPr>
              <a:t> Tradeoff: High bias can cause underfitting, while high variance can cause overfitting. </a:t>
            </a:r>
          </a:p>
          <a:p>
            <a:pPr algn="l"/>
            <a:r>
              <a:rPr lang="en-US" sz="2800" dirty="0">
                <a:latin typeface="Times New Roman" panose="02020603050405020304" pitchFamily="18" charset="0"/>
                <a:cs typeface="Times New Roman" panose="02020603050405020304" pitchFamily="18" charset="0"/>
              </a:rPr>
              <a:t>The goal is to find a balance where the model has low bias and low variance, achieving good generalization.</a:t>
            </a:r>
          </a:p>
          <a:p>
            <a:pPr algn="l"/>
            <a:r>
              <a:rPr lang="en-US" b="0" i="0" u="none" strike="noStrike" baseline="0" dirty="0">
                <a:latin typeface="Times New Roman" panose="02020603050405020304" pitchFamily="18" charset="0"/>
                <a:cs typeface="Times New Roman" panose="02020603050405020304" pitchFamily="18" charset="0"/>
              </a:rPr>
              <a:t>In all learning algorithms that are trained from example data, there is a trade-off between three factors:</a:t>
            </a:r>
          </a:p>
          <a:p>
            <a:pPr lvl="1"/>
            <a:r>
              <a:rPr lang="en-US" b="0" i="0" u="none" strike="noStrike" baseline="0" dirty="0">
                <a:latin typeface="Times New Roman" panose="02020603050405020304" pitchFamily="18" charset="0"/>
                <a:cs typeface="Times New Roman" panose="02020603050405020304" pitchFamily="18" charset="0"/>
              </a:rPr>
              <a:t> the complexity of the hypothesis to fit to data, </a:t>
            </a:r>
            <a:r>
              <a:rPr lang="en-US" b="0" i="0" u="none" strike="noStrike" baseline="0" dirty="0" err="1">
                <a:latin typeface="Times New Roman" panose="02020603050405020304" pitchFamily="18" charset="0"/>
                <a:cs typeface="Times New Roman" panose="02020603050405020304" pitchFamily="18" charset="0"/>
              </a:rPr>
              <a:t>ie</a:t>
            </a:r>
            <a:r>
              <a:rPr lang="en-US" b="0" i="0" u="none" strike="noStrike" baseline="0" dirty="0">
                <a:latin typeface="Times New Roman" panose="02020603050405020304" pitchFamily="18" charset="0"/>
                <a:cs typeface="Times New Roman" panose="02020603050405020304" pitchFamily="18" charset="0"/>
              </a:rPr>
              <a:t>., the capacity </a:t>
            </a:r>
            <a:r>
              <a:rPr lang="en-IN" b="0" i="0" u="none" strike="noStrike" baseline="0" dirty="0">
                <a:latin typeface="Times New Roman" panose="02020603050405020304" pitchFamily="18" charset="0"/>
                <a:cs typeface="Times New Roman" panose="02020603050405020304" pitchFamily="18" charset="0"/>
              </a:rPr>
              <a:t>of the hypothesis class,</a:t>
            </a:r>
          </a:p>
          <a:p>
            <a:pPr lvl="1"/>
            <a:r>
              <a:rPr lang="en-US" b="0" i="0" u="none" strike="noStrike" baseline="0" dirty="0">
                <a:latin typeface="Times New Roman" panose="02020603050405020304" pitchFamily="18" charset="0"/>
                <a:cs typeface="Times New Roman" panose="02020603050405020304" pitchFamily="18" charset="0"/>
              </a:rPr>
              <a:t> the amount of training data</a:t>
            </a:r>
          </a:p>
          <a:p>
            <a:pPr lvl="1"/>
            <a:r>
              <a:rPr lang="en-US" b="0" i="0" u="none" strike="noStrike" baseline="0" dirty="0">
                <a:latin typeface="Times New Roman" panose="02020603050405020304" pitchFamily="18" charset="0"/>
                <a:cs typeface="Times New Roman" panose="02020603050405020304" pitchFamily="18" charset="0"/>
              </a:rPr>
              <a:t> the generalization error on new examples.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157181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A4108-3CEC-CFED-BD31-F6964FF78970}"/>
              </a:ext>
            </a:extLst>
          </p:cNvPr>
          <p:cNvSpPr>
            <a:spLocks noGrp="1"/>
          </p:cNvSpPr>
          <p:nvPr>
            <p:ph idx="1"/>
          </p:nvPr>
        </p:nvSpPr>
        <p:spPr>
          <a:xfrm>
            <a:off x="152399" y="204952"/>
            <a:ext cx="11873345" cy="5972011"/>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As the amount of training data increases, the generalization error decreases.</a:t>
            </a:r>
          </a:p>
          <a:p>
            <a:pPr algn="l"/>
            <a:r>
              <a:rPr lang="en-US" b="0" i="0" u="none" strike="noStrike" baseline="0" dirty="0">
                <a:latin typeface="Times New Roman" panose="02020603050405020304" pitchFamily="18" charset="0"/>
                <a:cs typeface="Times New Roman" panose="02020603050405020304" pitchFamily="18" charset="0"/>
              </a:rPr>
              <a:t>As the complexity of the model class H increases, the generalization error decreases first and then starts to increase. </a:t>
            </a:r>
          </a:p>
          <a:p>
            <a:pPr algn="l"/>
            <a:r>
              <a:rPr lang="en-US" b="0" i="0" u="none" strike="noStrike" baseline="0" dirty="0">
                <a:latin typeface="Times New Roman" panose="02020603050405020304" pitchFamily="18" charset="0"/>
                <a:cs typeface="Times New Roman" panose="02020603050405020304" pitchFamily="18" charset="0"/>
              </a:rPr>
              <a:t>The generalization error of an overcomplex H can be kept in check by increasing the amount of training data but only up to a point.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2700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A328E-3EFF-028B-A620-E2DB13519C2D}"/>
              </a:ext>
            </a:extLst>
          </p:cNvPr>
          <p:cNvSpPr>
            <a:spLocks noGrp="1"/>
          </p:cNvSpPr>
          <p:nvPr>
            <p:ph type="title"/>
          </p:nvPr>
        </p:nvSpPr>
        <p:spPr>
          <a:xfrm>
            <a:off x="63064" y="88031"/>
            <a:ext cx="12025744" cy="909493"/>
          </a:xfrm>
        </p:spPr>
        <p:txBody>
          <a:bodyPr>
            <a:normAutofit/>
          </a:bodyPr>
          <a:lstStyle/>
          <a:p>
            <a:r>
              <a:rPr lang="en-US" b="1" dirty="0">
                <a:latin typeface="Times New Roman" panose="02020603050405020304" pitchFamily="18" charset="0"/>
                <a:cs typeface="Times New Roman" panose="02020603050405020304" pitchFamily="18" charset="0"/>
              </a:rPr>
              <a:t>Dimensions of a Supervised ML Algorithm</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59D8D93-0F12-C745-2EB9-E0E35D962532}"/>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Different machine learning algorithms differ either in the models they assume (their hypothesis class/inductive bias), the loss measures used, or the optimization </a:t>
                </a:r>
                <a:r>
                  <a:rPr lang="en-US" b="0" i="0" u="none" strike="noStrike" baseline="0">
                    <a:latin typeface="Times New Roman" panose="02020603050405020304" pitchFamily="18" charset="0"/>
                    <a:cs typeface="Times New Roman" panose="02020603050405020304" pitchFamily="18" charset="0"/>
                  </a:rPr>
                  <a:t>procedure used.</a:t>
                </a:r>
                <a:endParaRPr lang="en-US" b="0" i="0" u="none" strike="noStrike" baseline="0" dirty="0">
                  <a:latin typeface="Times New Roman" panose="02020603050405020304" pitchFamily="18" charset="0"/>
                  <a:cs typeface="Times New Roman" panose="02020603050405020304" pitchFamily="18" charset="0"/>
                </a:endParaRPr>
              </a:p>
              <a:p>
                <a:r>
                  <a:rPr lang="en-US" b="0" i="0" u="none" strike="noStrike" baseline="0" dirty="0">
                    <a:latin typeface="Times New Roman" panose="02020603050405020304" pitchFamily="18" charset="0"/>
                    <a:cs typeface="Times New Roman" panose="02020603050405020304" pitchFamily="18" charset="0"/>
                  </a:rPr>
                  <a:t>The aim is to build a good and useful approximation to </a:t>
                </a:r>
                <a14:m>
                  <m:oMath xmlns:m="http://schemas.openxmlformats.org/officeDocument/2006/math">
                    <m:sSup>
                      <m:sSupPr>
                        <m:ctrlPr>
                          <a:rPr lang="en-US" b="0" i="1" u="none" strike="noStrike" dirty="0" smtClean="0">
                            <a:latin typeface="Cambria Math" panose="02040503050406030204" pitchFamily="18" charset="0"/>
                          </a:rPr>
                        </m:ctrlPr>
                      </m:sSupPr>
                      <m:e>
                        <m:r>
                          <m:rPr>
                            <m:nor/>
                          </m:rPr>
                          <a:rPr lang="en-US" i="1" dirty="0">
                            <a:latin typeface="Times New Roman" panose="02020603050405020304" pitchFamily="18" charset="0"/>
                            <a:cs typeface="Times New Roman" panose="02020603050405020304" pitchFamily="18" charset="0"/>
                          </a:rPr>
                          <m:t>r</m:t>
                        </m:r>
                      </m:e>
                      <m:sup>
                        <m:r>
                          <a:rPr lang="en-US" i="1" dirty="0">
                            <a:latin typeface="Cambria Math" panose="02040503050406030204" pitchFamily="18" charset="0"/>
                          </a:rPr>
                          <m:t>𝑡</m:t>
                        </m:r>
                      </m:sup>
                    </m:sSup>
                  </m:oMath>
                </a14:m>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using the model     </a:t>
                </a:r>
                <a:r>
                  <a:rPr lang="en-US" b="0" i="1" u="none" strike="noStrike" baseline="0" dirty="0">
                    <a:latin typeface="Times New Roman" panose="02020603050405020304" pitchFamily="18" charset="0"/>
                    <a:cs typeface="Times New Roman" panose="02020603050405020304" pitchFamily="18" charset="0"/>
                  </a:rPr>
                  <a:t>g(</a:t>
                </a:r>
                <a:r>
                  <a:rPr lang="en-US" b="0" i="1" u="none" strike="noStrike" baseline="0" dirty="0" err="1">
                    <a:latin typeface="Times New Roman" panose="02020603050405020304" pitchFamily="18" charset="0"/>
                    <a:cs typeface="Times New Roman" panose="02020603050405020304" pitchFamily="18" charset="0"/>
                  </a:rPr>
                  <a:t>x</a:t>
                </a:r>
                <a:r>
                  <a:rPr lang="en-US" b="0" i="1" u="none" strike="noStrike" baseline="30000" dirty="0" err="1">
                    <a:latin typeface="Times New Roman" panose="02020603050405020304" pitchFamily="18" charset="0"/>
                    <a:cs typeface="Times New Roman" panose="02020603050405020304" pitchFamily="18" charset="0"/>
                  </a:rPr>
                  <a:t>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a:t>
                </a:r>
                <a:r>
                  <a:rPr lang="en-US" b="0" i="1" u="none" strike="noStrike" baseline="0" dirty="0">
                    <a:latin typeface="Times New Roman" panose="02020603050405020304" pitchFamily="18" charset="0"/>
                    <a:cs typeface="Times New Roman" panose="02020603050405020304" pitchFamily="18" charset="0"/>
                  </a:rPr>
                  <a:t>θ)</a:t>
                </a:r>
                <a:r>
                  <a:rPr lang="en-US" b="0" i="0" u="none" strike="noStrike" baseline="0" dirty="0">
                    <a:latin typeface="Times New Roman" panose="02020603050405020304" pitchFamily="18" charset="0"/>
                    <a:cs typeface="Times New Roman" panose="02020603050405020304" pitchFamily="18" charset="0"/>
                  </a:rPr>
                  <a:t>. </a:t>
                </a:r>
              </a:p>
              <a:p>
                <a:r>
                  <a:rPr lang="en-US" b="0" i="0" u="none" strike="noStrike" baseline="0" dirty="0">
                    <a:latin typeface="Times New Roman" panose="02020603050405020304" pitchFamily="18" charset="0"/>
                    <a:cs typeface="Times New Roman" panose="02020603050405020304" pitchFamily="18" charset="0"/>
                  </a:rPr>
                  <a:t>In doing this, there are three decisions to be made:</a:t>
                </a:r>
              </a:p>
              <a:p>
                <a:pPr marL="342900" indent="-342900" algn="l">
                  <a:buFont typeface="+mj-lt"/>
                  <a:buAutoNum type="arabicPeriod"/>
                </a:pPr>
                <a:r>
                  <a:rPr lang="en-US" b="0" i="1" u="none" strike="noStrike" baseline="0" dirty="0">
                    <a:latin typeface="Times New Roman" panose="02020603050405020304" pitchFamily="18" charset="0"/>
                    <a:cs typeface="Times New Roman" panose="02020603050405020304" pitchFamily="18" charset="0"/>
                  </a:rPr>
                  <a:t>Model </a:t>
                </a:r>
                <a:r>
                  <a:rPr lang="en-US" b="0" i="0" u="none" strike="noStrike" baseline="0" dirty="0">
                    <a:latin typeface="Times New Roman" panose="02020603050405020304" pitchFamily="18" charset="0"/>
                    <a:cs typeface="Times New Roman" panose="02020603050405020304" pitchFamily="18" charset="0"/>
                  </a:rPr>
                  <a:t>used in learning, denoted as </a:t>
                </a:r>
                <a:r>
                  <a:rPr lang="en-IN" b="0" i="1" u="none" strike="noStrike" baseline="0" dirty="0">
                    <a:latin typeface="Times New Roman" panose="02020603050405020304" pitchFamily="18" charset="0"/>
                    <a:cs typeface="Times New Roman" panose="02020603050405020304" pitchFamily="18" charset="0"/>
                  </a:rPr>
                  <a:t>g(x</a:t>
                </a:r>
                <a:r>
                  <a:rPr lang="en-IN" b="0" i="0" u="none" strike="noStrike" baseline="0" dirty="0">
                    <a:latin typeface="Times New Roman" panose="02020603050405020304" pitchFamily="18" charset="0"/>
                    <a:cs typeface="Times New Roman" panose="02020603050405020304" pitchFamily="18" charset="0"/>
                  </a:rPr>
                  <a:t>|</a:t>
                </a:r>
                <a:r>
                  <a:rPr lang="el-GR" b="0" i="1" u="none" strike="noStrike" baseline="0" dirty="0">
                    <a:latin typeface="Times New Roman" panose="02020603050405020304" pitchFamily="18" charset="0"/>
                    <a:cs typeface="Times New Roman" panose="02020603050405020304" pitchFamily="18" charset="0"/>
                  </a:rPr>
                  <a:t>θ)</a:t>
                </a:r>
                <a:endParaRPr lang="en-US" b="0" i="1" u="none" strike="noStrike" baseline="0" dirty="0">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IN" b="0" i="1" u="none" strike="noStrike" baseline="0" dirty="0">
                    <a:latin typeface="Times New Roman" panose="02020603050405020304" pitchFamily="18" charset="0"/>
                    <a:cs typeface="Times New Roman" panose="02020603050405020304" pitchFamily="18" charset="0"/>
                  </a:rPr>
                  <a:t>Loss function</a:t>
                </a:r>
                <a:r>
                  <a:rPr lang="en-IN" b="0" i="0" u="none" strike="noStrike" baseline="0" dirty="0">
                    <a:latin typeface="Times New Roman" panose="02020603050405020304" pitchFamily="18" charset="0"/>
                    <a:cs typeface="Times New Roman" panose="02020603050405020304" pitchFamily="18" charset="0"/>
                  </a:rPr>
                  <a:t>, </a:t>
                </a:r>
                <a:r>
                  <a:rPr lang="en-IN" b="0" i="1" u="none" strike="noStrike" baseline="0" dirty="0">
                    <a:latin typeface="Times New Roman" panose="02020603050405020304" pitchFamily="18" charset="0"/>
                    <a:cs typeface="Times New Roman" panose="02020603050405020304" pitchFamily="18" charset="0"/>
                  </a:rPr>
                  <a:t>L(</a:t>
                </a:r>
                <a:r>
                  <a:rPr lang="en-IN" b="0" i="0" u="none" strike="noStrike" baseline="0" dirty="0">
                    <a:latin typeface="Times New Roman" panose="02020603050405020304" pitchFamily="18" charset="0"/>
                    <a:cs typeface="Times New Roman" panose="02020603050405020304" pitchFamily="18" charset="0"/>
                  </a:rPr>
                  <a:t>·</a:t>
                </a:r>
                <a:r>
                  <a:rPr lang="en-IN" b="0" i="1" u="none" strike="noStrike" baseline="0"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US" b="0" i="1" u="none" strike="noStrike" baseline="0" dirty="0">
                    <a:latin typeface="Times New Roman" panose="02020603050405020304" pitchFamily="18" charset="0"/>
                    <a:cs typeface="Times New Roman" panose="02020603050405020304" pitchFamily="18" charset="0"/>
                  </a:rPr>
                  <a:t>Optimization procedure </a:t>
                </a:r>
                <a:r>
                  <a:rPr lang="en-US" b="0" i="0" u="none" strike="noStrike" baseline="0" dirty="0">
                    <a:latin typeface="Times New Roman" panose="02020603050405020304" pitchFamily="18" charset="0"/>
                    <a:cs typeface="Times New Roman" panose="02020603050405020304" pitchFamily="18" charset="0"/>
                  </a:rPr>
                  <a:t>to find </a:t>
                </a:r>
                <a:r>
                  <a:rPr lang="en-US" b="0" i="1" u="none" strike="noStrike" baseline="0" dirty="0">
                    <a:latin typeface="Times New Roman" panose="02020603050405020304" pitchFamily="18" charset="0"/>
                    <a:cs typeface="Times New Roman" panose="02020603050405020304" pitchFamily="18" charset="0"/>
                  </a:rPr>
                  <a:t>θ </a:t>
                </a:r>
                <a:r>
                  <a:rPr lang="en-US" b="0" i="0" u="none" strike="noStrike" baseline="3000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 that minimizes the total error</a:t>
                </a:r>
                <a:r>
                  <a:rPr lang="en-US" b="0" i="1" u="none" strike="noStrike" baseline="0" dirty="0">
                    <a:latin typeface="Times New Roman" panose="02020603050405020304" pitchFamily="18" charset="0"/>
                    <a:cs typeface="Times New Roman" panose="02020603050405020304" pitchFamily="18" charset="0"/>
                  </a:rPr>
                  <a:t> </a:t>
                </a:r>
                <a:endParaRPr lang="el-GR" b="0" i="1" u="none" strike="noStrike" baseline="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359D8D93-0F12-C745-2EB9-E0E35D962532}"/>
                  </a:ext>
                </a:extLst>
              </p:cNvPr>
              <p:cNvSpPr>
                <a:spLocks noGrp="1" noRot="1" noChangeAspect="1" noMove="1" noResize="1" noEditPoints="1" noAdjustHandles="1" noChangeArrowheads="1" noChangeShapeType="1" noTextEdit="1"/>
              </p:cNvSpPr>
              <p:nvPr>
                <p:ph idx="1"/>
              </p:nvPr>
            </p:nvSpPr>
            <p:spPr>
              <a:blipFill>
                <a:blip r:embed="rId2"/>
                <a:stretch>
                  <a:fillRect l="-924" t="-2228"/>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515D124E-1A52-63D9-A409-633126D7FE1D}"/>
              </a:ext>
            </a:extLst>
          </p:cNvPr>
          <p:cNvPicPr>
            <a:picLocks noChangeAspect="1"/>
          </p:cNvPicPr>
          <p:nvPr/>
        </p:nvPicPr>
        <p:blipFill>
          <a:blip r:embed="rId3"/>
          <a:stretch>
            <a:fillRect/>
          </a:stretch>
        </p:blipFill>
        <p:spPr>
          <a:xfrm>
            <a:off x="3564933" y="5486332"/>
            <a:ext cx="3483068" cy="707497"/>
          </a:xfrm>
          <a:prstGeom prst="rect">
            <a:avLst/>
          </a:prstGeom>
        </p:spPr>
      </p:pic>
    </p:spTree>
    <p:extLst>
      <p:ext uri="{BB962C8B-B14F-4D97-AF65-F5344CB8AC3E}">
        <p14:creationId xmlns:p14="http://schemas.microsoft.com/office/powerpoint/2010/main" val="19764939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8CA3F8-0B32-402A-9F7E-2B3128BEAEE7}"/>
              </a:ext>
            </a:extLst>
          </p:cNvPr>
          <p:cNvSpPr>
            <a:spLocks noGrp="1"/>
          </p:cNvSpPr>
          <p:nvPr>
            <p:ph idx="1"/>
          </p:nvPr>
        </p:nvSpPr>
        <p:spPr/>
        <p:txBody>
          <a:bodyPr>
            <a:normAutofit/>
          </a:bodyPr>
          <a:lstStyle/>
          <a:p>
            <a:pPr marL="630238" indent="-630238" algn="l">
              <a:buFont typeface="+mj-lt"/>
              <a:buAutoNum type="arabicPeriod"/>
            </a:pPr>
            <a:r>
              <a:rPr lang="en-US" sz="2800" b="1" i="1" u="none" strike="noStrike" baseline="0" dirty="0">
                <a:latin typeface="Times New Roman" panose="02020603050405020304" pitchFamily="18" charset="0"/>
                <a:cs typeface="Times New Roman" panose="02020603050405020304" pitchFamily="18" charset="0"/>
              </a:rPr>
              <a:t>Model </a:t>
            </a:r>
            <a:r>
              <a:rPr lang="en-US" sz="2800" b="0" i="0" u="none" strike="noStrike" baseline="0" dirty="0">
                <a:latin typeface="Times New Roman" panose="02020603050405020304" pitchFamily="18" charset="0"/>
                <a:cs typeface="Times New Roman" panose="02020603050405020304" pitchFamily="18" charset="0"/>
              </a:rPr>
              <a:t>used in learning, denoted as </a:t>
            </a:r>
            <a:r>
              <a:rPr lang="en-IN" sz="2800" b="0" i="1" u="none" strike="noStrike" baseline="0" dirty="0">
                <a:latin typeface="Times New Roman" panose="02020603050405020304" pitchFamily="18" charset="0"/>
                <a:cs typeface="Times New Roman" panose="02020603050405020304" pitchFamily="18" charset="0"/>
              </a:rPr>
              <a:t>g(x </a:t>
            </a:r>
            <a:r>
              <a:rPr lang="en-IN" sz="2800" b="0" i="0" u="none" strike="noStrike" baseline="0" dirty="0">
                <a:latin typeface="Times New Roman" panose="02020603050405020304" pitchFamily="18" charset="0"/>
                <a:cs typeface="Times New Roman" panose="02020603050405020304" pitchFamily="18" charset="0"/>
              </a:rPr>
              <a:t>|</a:t>
            </a:r>
            <a:r>
              <a:rPr lang="el-GR" b="0" i="1" u="none" strike="noStrike" baseline="0" dirty="0">
                <a:latin typeface="Times New Roman" panose="02020603050405020304" pitchFamily="18" charset="0"/>
                <a:cs typeface="Times New Roman" panose="02020603050405020304" pitchFamily="18" charset="0"/>
              </a:rPr>
              <a:t> θ</a:t>
            </a:r>
            <a:r>
              <a:rPr lang="el-GR" sz="2800" b="0" i="1" u="none" strike="noStrike" baseline="0" dirty="0">
                <a:latin typeface="Times New Roman" panose="02020603050405020304" pitchFamily="18" charset="0"/>
                <a:cs typeface="Times New Roman" panose="02020603050405020304" pitchFamily="18" charset="0"/>
              </a:rPr>
              <a:t>)</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where </a:t>
            </a:r>
            <a:r>
              <a:rPr lang="en-US" sz="2800" b="0" i="1" u="none" strike="noStrike" baseline="0" dirty="0">
                <a:latin typeface="Times New Roman" panose="02020603050405020304" pitchFamily="18" charset="0"/>
                <a:cs typeface="Times New Roman" panose="02020603050405020304" pitchFamily="18" charset="0"/>
              </a:rPr>
              <a:t>g(</a:t>
            </a:r>
            <a:r>
              <a:rPr lang="en-US" sz="2800" b="0" i="0" u="none" strike="noStrike" baseline="0" dirty="0">
                <a:latin typeface="Times New Roman" panose="02020603050405020304" pitchFamily="18" charset="0"/>
                <a:cs typeface="Times New Roman" panose="02020603050405020304" pitchFamily="18" charset="0"/>
              </a:rPr>
              <a:t>·</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is the model, </a:t>
            </a:r>
            <a:r>
              <a:rPr lang="en-US" sz="2800" b="0" i="1" u="none" strike="noStrike" baseline="0" dirty="0">
                <a:latin typeface="Times New Roman" panose="02020603050405020304" pitchFamily="18" charset="0"/>
                <a:cs typeface="Times New Roman" panose="02020603050405020304" pitchFamily="18" charset="0"/>
              </a:rPr>
              <a:t>x </a:t>
            </a:r>
            <a:r>
              <a:rPr lang="en-US" sz="2800" b="0" i="0" u="none" strike="noStrike" baseline="0" dirty="0">
                <a:latin typeface="Times New Roman" panose="02020603050405020304" pitchFamily="18" charset="0"/>
                <a:cs typeface="Times New Roman" panose="02020603050405020304" pitchFamily="18" charset="0"/>
              </a:rPr>
              <a:t>is the input, and </a:t>
            </a:r>
            <a:r>
              <a:rPr lang="el-GR" b="0" i="1" u="none" strike="noStrike" baseline="0" dirty="0">
                <a:latin typeface="Times New Roman" panose="02020603050405020304" pitchFamily="18" charset="0"/>
                <a:cs typeface="Times New Roman" panose="02020603050405020304" pitchFamily="18" charset="0"/>
              </a:rPr>
              <a:t>θ</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are the parameters.</a:t>
            </a:r>
          </a:p>
          <a:p>
            <a:pPr marL="725488" indent="-284163" algn="l"/>
            <a:r>
              <a:rPr lang="en-US" sz="2800" b="0" i="1" u="none" strike="noStrike" baseline="0" dirty="0">
                <a:latin typeface="Times New Roman" panose="02020603050405020304" pitchFamily="18" charset="0"/>
                <a:cs typeface="Times New Roman" panose="02020603050405020304" pitchFamily="18" charset="0"/>
              </a:rPr>
              <a:t>g(</a:t>
            </a:r>
            <a:r>
              <a:rPr lang="en-US" sz="2800" b="0" i="0" u="none" strike="noStrike" baseline="0" dirty="0">
                <a:latin typeface="Times New Roman" panose="02020603050405020304" pitchFamily="18" charset="0"/>
                <a:cs typeface="Times New Roman" panose="02020603050405020304" pitchFamily="18" charset="0"/>
              </a:rPr>
              <a:t>·</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defines the hypothesis class H, and a particular value of </a:t>
            </a:r>
            <a:r>
              <a:rPr lang="el-GR" b="0" i="1" u="none" strike="noStrike" baseline="0" dirty="0">
                <a:latin typeface="Times New Roman" panose="02020603050405020304" pitchFamily="18" charset="0"/>
                <a:cs typeface="Times New Roman" panose="02020603050405020304" pitchFamily="18" charset="0"/>
              </a:rPr>
              <a:t>θ</a:t>
            </a:r>
            <a:r>
              <a:rPr lang="en-US" sz="2800" b="0" i="1" u="none" strike="noStrike" baseline="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instantiates one hypothesis </a:t>
            </a:r>
            <a:r>
              <a:rPr lang="en-US" sz="2800" b="0" i="1" u="none" strike="noStrike" baseline="0" dirty="0">
                <a:latin typeface="Times New Roman" panose="02020603050405020304" pitchFamily="18" charset="0"/>
                <a:cs typeface="Times New Roman" panose="02020603050405020304" pitchFamily="18" charset="0"/>
              </a:rPr>
              <a:t>h </a:t>
            </a:r>
            <a:r>
              <a:rPr lang="en-US" sz="2800" b="0" i="0" u="none" strike="noStrike" baseline="0" dirty="0">
                <a:latin typeface="Times New Roman" panose="02020603050405020304" pitchFamily="18" charset="0"/>
                <a:cs typeface="Times New Roman" panose="02020603050405020304" pitchFamily="18" charset="0"/>
              </a:rPr>
              <a:t>∈ H. </a:t>
            </a:r>
          </a:p>
          <a:p>
            <a:pPr marL="725488" indent="-284163" algn="l"/>
            <a:r>
              <a:rPr lang="en-US" sz="2800" b="0" i="0" u="none" strike="noStrike" baseline="0" dirty="0">
                <a:latin typeface="Times New Roman" panose="02020603050405020304" pitchFamily="18" charset="0"/>
                <a:cs typeface="Times New Roman" panose="02020603050405020304" pitchFamily="18" charset="0"/>
              </a:rPr>
              <a:t>For example, in class learning, a rectangle is taken as the model whose four coordinates make up </a:t>
            </a:r>
            <a:r>
              <a:rPr lang="el-GR" b="0" i="1" u="none" strike="noStrike" baseline="0" dirty="0">
                <a:latin typeface="Times New Roman" panose="02020603050405020304" pitchFamily="18" charset="0"/>
                <a:cs typeface="Times New Roman" panose="02020603050405020304" pitchFamily="18" charset="0"/>
              </a:rPr>
              <a:t>θ </a:t>
            </a:r>
            <a:r>
              <a:rPr lang="en-US" sz="2800" b="0" i="0" u="none" strike="noStrike" baseline="0" dirty="0">
                <a:latin typeface="Times New Roman" panose="02020603050405020304" pitchFamily="18" charset="0"/>
                <a:cs typeface="Times New Roman" panose="02020603050405020304" pitchFamily="18" charset="0"/>
              </a:rPr>
              <a:t>; </a:t>
            </a:r>
          </a:p>
          <a:p>
            <a:pPr marL="725488" indent="-284163" algn="l"/>
            <a:r>
              <a:rPr lang="en-US" sz="2800" b="0" i="0" u="none" strike="noStrike" baseline="0" dirty="0">
                <a:latin typeface="Times New Roman" panose="02020603050405020304" pitchFamily="18" charset="0"/>
                <a:cs typeface="Times New Roman" panose="02020603050405020304" pitchFamily="18" charset="0"/>
              </a:rPr>
              <a:t>The model (inductive bias), or H, is fixed by the machine learning system designer based on his or her knowledge of the application and the hypothesis </a:t>
            </a:r>
            <a:r>
              <a:rPr lang="en-US" sz="2800" b="0" i="1" u="none" strike="noStrike" baseline="0" dirty="0">
                <a:latin typeface="Times New Roman" panose="02020603050405020304" pitchFamily="18" charset="0"/>
                <a:cs typeface="Times New Roman" panose="02020603050405020304" pitchFamily="18" charset="0"/>
              </a:rPr>
              <a:t>h </a:t>
            </a:r>
            <a:r>
              <a:rPr lang="en-US" sz="2800" b="0" i="0" u="none" strike="noStrike" baseline="0" dirty="0">
                <a:latin typeface="Times New Roman" panose="02020603050405020304" pitchFamily="18" charset="0"/>
                <a:cs typeface="Times New Roman" panose="02020603050405020304" pitchFamily="18" charset="0"/>
              </a:rPr>
              <a:t>is chosen (parameters are tuned) by a learning algorithm using the training set, sampled from </a:t>
            </a:r>
            <a:r>
              <a:rPr lang="en-US" sz="2800" b="0" i="1" u="none" strike="noStrike" baseline="0" dirty="0">
                <a:latin typeface="Times New Roman" panose="02020603050405020304" pitchFamily="18" charset="0"/>
                <a:cs typeface="Times New Roman" panose="02020603050405020304" pitchFamily="18" charset="0"/>
              </a:rPr>
              <a:t>p(x, r)</a:t>
            </a:r>
            <a:r>
              <a:rPr lang="en-US" sz="2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1029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E0CC2-C772-FED6-ABE5-6A8A9B7283DC}"/>
              </a:ext>
            </a:extLst>
          </p:cNvPr>
          <p:cNvSpPr>
            <a:spLocks noGrp="1"/>
          </p:cNvSpPr>
          <p:nvPr>
            <p:ph idx="1"/>
          </p:nvPr>
        </p:nvSpPr>
        <p:spPr>
          <a:xfrm>
            <a:off x="159327" y="442867"/>
            <a:ext cx="11873345" cy="4930054"/>
          </a:xfrm>
        </p:spPr>
        <p:txBody>
          <a:bodyPr>
            <a:noAutofit/>
          </a:bodyPr>
          <a:lstStyle/>
          <a:p>
            <a:pPr marL="441325" indent="-441325" algn="l">
              <a:buNone/>
            </a:pPr>
            <a:r>
              <a:rPr lang="en-US" b="0" i="0" u="none" strike="noStrike" baseline="0" dirty="0">
                <a:latin typeface="Times New Roman" panose="02020603050405020304" pitchFamily="18" charset="0"/>
                <a:cs typeface="Times New Roman" panose="02020603050405020304" pitchFamily="18" charset="0"/>
              </a:rPr>
              <a:t>2.   </a:t>
            </a:r>
            <a:r>
              <a:rPr lang="en-US" b="1" i="1" u="none" strike="noStrike" baseline="0" dirty="0">
                <a:latin typeface="Times New Roman" panose="02020603050405020304" pitchFamily="18" charset="0"/>
                <a:cs typeface="Times New Roman" panose="02020603050405020304" pitchFamily="18" charset="0"/>
              </a:rPr>
              <a:t>Loss function</a:t>
            </a:r>
            <a:r>
              <a:rPr lang="en-US" b="1" i="0" u="none" strike="noStrike" baseline="0" dirty="0">
                <a:latin typeface="Times New Roman" panose="02020603050405020304" pitchFamily="18" charset="0"/>
                <a:cs typeface="Times New Roman" panose="02020603050405020304" pitchFamily="18" charset="0"/>
              </a:rPr>
              <a:t>, </a:t>
            </a:r>
            <a:r>
              <a:rPr lang="en-US" b="1" i="1" u="none" strike="noStrike" baseline="0" dirty="0">
                <a:latin typeface="Times New Roman" panose="02020603050405020304" pitchFamily="18" charset="0"/>
                <a:cs typeface="Times New Roman" panose="02020603050405020304" pitchFamily="18" charset="0"/>
              </a:rPr>
              <a:t>L(</a:t>
            </a:r>
            <a:r>
              <a:rPr lang="en-US" b="1" i="0" u="none" strike="noStrike" baseline="0" dirty="0">
                <a:latin typeface="Times New Roman" panose="02020603050405020304" pitchFamily="18" charset="0"/>
                <a:cs typeface="Times New Roman" panose="02020603050405020304" pitchFamily="18" charset="0"/>
              </a:rPr>
              <a:t>·</a:t>
            </a:r>
            <a:r>
              <a:rPr lang="en-US" b="1" i="1" u="none" strike="noStrike" baseline="0" dirty="0">
                <a:latin typeface="Times New Roman" panose="02020603050405020304" pitchFamily="18" charset="0"/>
                <a:cs typeface="Times New Roman" panose="02020603050405020304" pitchFamily="18" charset="0"/>
              </a:rPr>
              <a:t>)</a:t>
            </a:r>
            <a:r>
              <a:rPr lang="en-US" b="1" i="0"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to compute the difference between the desired output</a:t>
            </a:r>
            <a:r>
              <a:rPr lang="en-US"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     </a:t>
            </a:r>
            <a:r>
              <a:rPr lang="en-US" b="0" i="1" u="none" strike="noStrike" baseline="0" dirty="0">
                <a:latin typeface="Times New Roman" panose="02020603050405020304" pitchFamily="18" charset="0"/>
                <a:cs typeface="Times New Roman" panose="02020603050405020304" pitchFamily="18" charset="0"/>
              </a:rPr>
              <a:t>r</a:t>
            </a:r>
            <a:r>
              <a:rPr lang="en-US" b="0" i="1" u="none" strike="noStrike" baseline="30000" dirty="0">
                <a:latin typeface="Times New Roman" panose="02020603050405020304" pitchFamily="18" charset="0"/>
                <a:cs typeface="Times New Roman" panose="02020603050405020304" pitchFamily="18" charset="0"/>
              </a:rPr>
              <a:t>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and approximation to it, </a:t>
            </a:r>
            <a:r>
              <a:rPr lang="en-US" b="0" i="1" u="none" strike="noStrike" baseline="0" dirty="0">
                <a:latin typeface="Times New Roman" panose="02020603050405020304" pitchFamily="18" charset="0"/>
                <a:cs typeface="Times New Roman" panose="02020603050405020304" pitchFamily="18" charset="0"/>
              </a:rPr>
              <a:t>g(</a:t>
            </a:r>
            <a:r>
              <a:rPr lang="en-US" b="0" i="1" u="none" strike="noStrike" baseline="0" dirty="0" err="1">
                <a:latin typeface="Times New Roman" panose="02020603050405020304" pitchFamily="18" charset="0"/>
                <a:cs typeface="Times New Roman" panose="02020603050405020304" pitchFamily="18" charset="0"/>
              </a:rPr>
              <a:t>x</a:t>
            </a:r>
            <a:r>
              <a:rPr lang="en-US" b="0" i="1" u="none" strike="noStrike" baseline="30000" dirty="0" err="1">
                <a:latin typeface="Times New Roman" panose="02020603050405020304" pitchFamily="18" charset="0"/>
                <a:cs typeface="Times New Roman" panose="02020603050405020304" pitchFamily="18" charset="0"/>
              </a:rPr>
              <a:t>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a:t>
            </a:r>
            <a:r>
              <a:rPr lang="en-US" b="0" i="1" u="none" strike="noStrike" baseline="0" dirty="0">
                <a:latin typeface="Times New Roman" panose="02020603050405020304" pitchFamily="18" charset="0"/>
                <a:cs typeface="Times New Roman" panose="02020603050405020304" pitchFamily="18" charset="0"/>
              </a:rPr>
              <a:t>θ)</a:t>
            </a:r>
            <a:r>
              <a:rPr lang="en-US" b="0" i="0" u="none" strike="noStrike" baseline="0" dirty="0">
                <a:latin typeface="Times New Roman" panose="02020603050405020304" pitchFamily="18" charset="0"/>
                <a:cs typeface="Times New Roman" panose="02020603050405020304" pitchFamily="18" charset="0"/>
              </a:rPr>
              <a:t>, given the current value of the parameters, </a:t>
            </a:r>
            <a:r>
              <a:rPr lang="en-US" b="0" i="1" u="none" strike="noStrike" baseline="0" dirty="0">
                <a:latin typeface="Times New Roman" panose="02020603050405020304" pitchFamily="18" charset="0"/>
                <a:cs typeface="Times New Roman" panose="02020603050405020304" pitchFamily="18" charset="0"/>
              </a:rPr>
              <a:t>θ</a:t>
            </a:r>
            <a:r>
              <a:rPr lang="en-US" b="0" i="0" u="none" strike="noStrike" baseline="0" dirty="0">
                <a:latin typeface="Times New Roman" panose="02020603050405020304" pitchFamily="18" charset="0"/>
                <a:cs typeface="Times New Roman" panose="02020603050405020304" pitchFamily="18" charset="0"/>
              </a:rPr>
              <a:t>. </a:t>
            </a:r>
          </a:p>
          <a:p>
            <a:pPr marL="536575" indent="-363538"/>
            <a:r>
              <a:rPr lang="en-US" b="0" i="0" u="none" strike="noStrike" baseline="0" dirty="0">
                <a:latin typeface="Times New Roman" panose="02020603050405020304" pitchFamily="18" charset="0"/>
                <a:cs typeface="Times New Roman" panose="02020603050405020304" pitchFamily="18" charset="0"/>
              </a:rPr>
              <a:t>The </a:t>
            </a:r>
            <a:r>
              <a:rPr lang="en-US" b="0" i="1" u="none" strike="noStrike" baseline="0" dirty="0">
                <a:latin typeface="Times New Roman" panose="02020603050405020304" pitchFamily="18" charset="0"/>
                <a:cs typeface="Times New Roman" panose="02020603050405020304" pitchFamily="18" charset="0"/>
              </a:rPr>
              <a:t>approximation error</a:t>
            </a:r>
            <a:r>
              <a:rPr lang="en-US" b="0" i="0" u="none" strike="noStrike" baseline="0" dirty="0">
                <a:latin typeface="Times New Roman" panose="02020603050405020304" pitchFamily="18" charset="0"/>
                <a:cs typeface="Times New Roman" panose="02020603050405020304" pitchFamily="18" charset="0"/>
              </a:rPr>
              <a:t>, or </a:t>
            </a:r>
            <a:r>
              <a:rPr lang="en-US" b="0" i="1" u="none" strike="noStrike" baseline="0" dirty="0">
                <a:latin typeface="Times New Roman" panose="02020603050405020304" pitchFamily="18" charset="0"/>
                <a:cs typeface="Times New Roman" panose="02020603050405020304" pitchFamily="18" charset="0"/>
              </a:rPr>
              <a:t>loss</a:t>
            </a:r>
            <a:r>
              <a:rPr lang="en-US" b="0" i="0" u="none" strike="noStrike" baseline="0" dirty="0">
                <a:latin typeface="Times New Roman" panose="02020603050405020304" pitchFamily="18" charset="0"/>
                <a:cs typeface="Times New Roman" panose="02020603050405020304" pitchFamily="18" charset="0"/>
              </a:rPr>
              <a:t>, is the sum of losses over the individual instances</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marL="536575" indent="-363538" algn="l"/>
            <a:r>
              <a:rPr lang="en-US" b="0" i="0" u="none" strike="noStrike" baseline="0" dirty="0">
                <a:latin typeface="Times New Roman" panose="02020603050405020304" pitchFamily="18" charset="0"/>
                <a:cs typeface="Times New Roman" panose="02020603050405020304" pitchFamily="18" charset="0"/>
              </a:rPr>
              <a:t>In class learning where outputs are 0/1, </a:t>
            </a:r>
            <a:r>
              <a:rPr lang="en-US" b="0" i="1" u="none" strike="noStrike" baseline="0" dirty="0">
                <a:latin typeface="Times New Roman" panose="02020603050405020304" pitchFamily="18" charset="0"/>
                <a:cs typeface="Times New Roman" panose="02020603050405020304" pitchFamily="18" charset="0"/>
              </a:rPr>
              <a:t>L(</a:t>
            </a:r>
            <a:r>
              <a:rPr lang="en-US" b="0" i="0" u="none" strike="noStrike" baseline="0" dirty="0">
                <a:latin typeface="Times New Roman" panose="02020603050405020304" pitchFamily="18" charset="0"/>
                <a:cs typeface="Times New Roman" panose="02020603050405020304" pitchFamily="18" charset="0"/>
              </a:rPr>
              <a:t>·</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checks for equality or not; </a:t>
            </a:r>
          </a:p>
          <a:p>
            <a:pPr marL="536575" indent="-363538" algn="l"/>
            <a:r>
              <a:rPr lang="en-US" dirty="0">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n regression, because the output is a numeric value, and there is ordering information for distance, one possibility is to use the square of the </a:t>
            </a:r>
            <a:r>
              <a:rPr lang="en-IN" b="0" i="0" u="none" strike="noStrike" baseline="0" dirty="0">
                <a:latin typeface="Times New Roman" panose="02020603050405020304" pitchFamily="18" charset="0"/>
                <a:cs typeface="Times New Roman" panose="02020603050405020304" pitchFamily="18" charset="0"/>
              </a:rPr>
              <a:t>difference.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09DB07B-D3E5-0B8A-7FCB-AEA387F73A15}"/>
              </a:ext>
            </a:extLst>
          </p:cNvPr>
          <p:cNvPicPr>
            <a:picLocks noChangeAspect="1"/>
          </p:cNvPicPr>
          <p:nvPr/>
        </p:nvPicPr>
        <p:blipFill>
          <a:blip r:embed="rId2"/>
          <a:stretch>
            <a:fillRect/>
          </a:stretch>
        </p:blipFill>
        <p:spPr>
          <a:xfrm>
            <a:off x="2300452" y="2371866"/>
            <a:ext cx="4824248" cy="1072055"/>
          </a:xfrm>
          <a:prstGeom prst="rect">
            <a:avLst/>
          </a:prstGeom>
        </p:spPr>
      </p:pic>
    </p:spTree>
    <p:extLst>
      <p:ext uri="{BB962C8B-B14F-4D97-AF65-F5344CB8AC3E}">
        <p14:creationId xmlns:p14="http://schemas.microsoft.com/office/powerpoint/2010/main" val="21355949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FAFD8E-28AD-53D9-30EA-5D9F6FC4DCF3}"/>
              </a:ext>
            </a:extLst>
          </p:cNvPr>
          <p:cNvSpPr>
            <a:spLocks noGrp="1"/>
          </p:cNvSpPr>
          <p:nvPr>
            <p:ph idx="1"/>
          </p:nvPr>
        </p:nvSpPr>
        <p:spPr>
          <a:xfrm>
            <a:off x="152399" y="441434"/>
            <a:ext cx="11873345" cy="5735529"/>
          </a:xfrm>
        </p:spPr>
        <p:txBody>
          <a:bodyPr>
            <a:normAutofit/>
          </a:bodyPr>
          <a:lstStyle/>
          <a:p>
            <a:pPr marL="0" indent="0" algn="l">
              <a:buNone/>
            </a:pPr>
            <a:r>
              <a:rPr lang="en-US" b="0" i="0" u="none" strike="noStrike" baseline="0" dirty="0">
                <a:latin typeface="Times New Roman" panose="02020603050405020304" pitchFamily="18" charset="0"/>
                <a:cs typeface="Times New Roman" panose="02020603050405020304" pitchFamily="18" charset="0"/>
              </a:rPr>
              <a:t>3. </a:t>
            </a:r>
            <a:r>
              <a:rPr lang="en-US" b="0" i="1" u="none" strike="noStrike" baseline="0" dirty="0">
                <a:latin typeface="Times New Roman" panose="02020603050405020304" pitchFamily="18" charset="0"/>
                <a:cs typeface="Times New Roman" panose="02020603050405020304" pitchFamily="18" charset="0"/>
              </a:rPr>
              <a:t>Optimization procedure </a:t>
            </a:r>
            <a:r>
              <a:rPr lang="en-US" b="0" i="0" u="none" strike="noStrike" baseline="0" dirty="0">
                <a:latin typeface="Times New Roman" panose="02020603050405020304" pitchFamily="18" charset="0"/>
                <a:cs typeface="Times New Roman" panose="02020603050405020304" pitchFamily="18" charset="0"/>
              </a:rPr>
              <a:t>to find </a:t>
            </a:r>
            <a:r>
              <a:rPr lang="en-US" b="0" i="1" u="none" strike="noStrike" baseline="0" dirty="0">
                <a:latin typeface="Times New Roman" panose="02020603050405020304" pitchFamily="18" charset="0"/>
                <a:cs typeface="Times New Roman" panose="02020603050405020304" pitchFamily="18" charset="0"/>
              </a:rPr>
              <a:t>θ</a:t>
            </a:r>
            <a:r>
              <a:rPr lang="en-US" b="0" i="0" u="none" strike="noStrike" baseline="30000" dirty="0">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 that minimizes the total error </a:t>
            </a:r>
          </a:p>
          <a:p>
            <a:pPr algn="l"/>
            <a:endParaRPr lang="en-US" dirty="0">
              <a:latin typeface="Times New Roman" panose="02020603050405020304" pitchFamily="18" charset="0"/>
              <a:cs typeface="Times New Roman" panose="02020603050405020304" pitchFamily="18" charset="0"/>
            </a:endParaRPr>
          </a:p>
          <a:p>
            <a:pPr marL="0" indent="0" algn="l">
              <a:buNone/>
            </a:pPr>
            <a:endParaRPr lang="en-US" b="0" i="0" u="none" strike="noStrike" baseline="0" dirty="0">
              <a:latin typeface="Times New Roman" panose="02020603050405020304" pitchFamily="18" charset="0"/>
              <a:cs typeface="Times New Roman" panose="02020603050405020304" pitchFamily="18" charset="0"/>
            </a:endParaRPr>
          </a:p>
          <a:p>
            <a:pPr marL="725488" indent="-363538" algn="l"/>
            <a:r>
              <a:rPr lang="en-US" b="0" i="0" u="none" strike="noStrike" baseline="0" dirty="0">
                <a:latin typeface="Times New Roman" panose="02020603050405020304" pitchFamily="18" charset="0"/>
                <a:cs typeface="Times New Roman" panose="02020603050405020304" pitchFamily="18" charset="0"/>
              </a:rPr>
              <a:t>where </a:t>
            </a:r>
            <a:r>
              <a:rPr lang="en-US" b="0" i="0" u="none" strike="noStrike" baseline="0" dirty="0" err="1">
                <a:latin typeface="Times New Roman" panose="02020603050405020304" pitchFamily="18" charset="0"/>
                <a:cs typeface="Times New Roman" panose="02020603050405020304" pitchFamily="18" charset="0"/>
              </a:rPr>
              <a:t>argmin</a:t>
            </a:r>
            <a:r>
              <a:rPr lang="en-US" b="0" i="0" u="none" strike="noStrike" baseline="0" dirty="0">
                <a:latin typeface="Times New Roman" panose="02020603050405020304" pitchFamily="18" charset="0"/>
                <a:cs typeface="Times New Roman" panose="02020603050405020304" pitchFamily="18" charset="0"/>
              </a:rPr>
              <a:t> returns the argument that minimizes. </a:t>
            </a:r>
          </a:p>
          <a:p>
            <a:pPr marL="725488" indent="-363538" algn="l"/>
            <a:r>
              <a:rPr lang="en-US" b="0" i="0" u="none" strike="noStrike" baseline="0" dirty="0">
                <a:latin typeface="Times New Roman" panose="02020603050405020304" pitchFamily="18" charset="0"/>
                <a:cs typeface="Times New Roman" panose="02020603050405020304" pitchFamily="18" charset="0"/>
              </a:rPr>
              <a:t>With more complex models and error functions, use more complex optimization methods, for example, gradient-based methods, simulated annealing, </a:t>
            </a:r>
            <a:r>
              <a:rPr lang="en-IN" b="0" i="0" u="none" strike="noStrike" baseline="0" dirty="0">
                <a:latin typeface="Times New Roman" panose="02020603050405020304" pitchFamily="18" charset="0"/>
                <a:cs typeface="Times New Roman" panose="02020603050405020304" pitchFamily="18" charset="0"/>
              </a:rPr>
              <a:t>or genetic algorithms.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2966C0-5C0B-7209-D8FC-CBB17A21AA08}"/>
              </a:ext>
            </a:extLst>
          </p:cNvPr>
          <p:cNvPicPr>
            <a:picLocks noChangeAspect="1"/>
          </p:cNvPicPr>
          <p:nvPr/>
        </p:nvPicPr>
        <p:blipFill>
          <a:blip r:embed="rId2"/>
          <a:stretch>
            <a:fillRect/>
          </a:stretch>
        </p:blipFill>
        <p:spPr>
          <a:xfrm>
            <a:off x="4463143" y="1042737"/>
            <a:ext cx="3417666" cy="786063"/>
          </a:xfrm>
          <a:prstGeom prst="rect">
            <a:avLst/>
          </a:prstGeom>
        </p:spPr>
      </p:pic>
    </p:spTree>
    <p:extLst>
      <p:ext uri="{BB962C8B-B14F-4D97-AF65-F5344CB8AC3E}">
        <p14:creationId xmlns:p14="http://schemas.microsoft.com/office/powerpoint/2010/main" val="34168256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662EF-3D7D-F0D6-78A4-9478A9FB7C94}"/>
              </a:ext>
            </a:extLst>
          </p:cNvPr>
          <p:cNvSpPr>
            <a:spLocks noGrp="1"/>
          </p:cNvSpPr>
          <p:nvPr>
            <p:ph type="title"/>
          </p:nvPr>
        </p:nvSpPr>
        <p:spPr>
          <a:xfrm>
            <a:off x="838200" y="472965"/>
            <a:ext cx="10515600" cy="5927835"/>
          </a:xfrm>
        </p:spPr>
        <p:txBody>
          <a:bodyPr>
            <a:normAutofit/>
          </a:bodyPr>
          <a:lstStyle/>
          <a:p>
            <a:pPr algn="ctr"/>
            <a:r>
              <a:rPr lang="en-US" sz="8000" dirty="0"/>
              <a:t>Thank You</a:t>
            </a:r>
            <a:endParaRPr lang="en-IN" sz="8000" dirty="0"/>
          </a:p>
        </p:txBody>
      </p:sp>
    </p:spTree>
    <p:extLst>
      <p:ext uri="{BB962C8B-B14F-4D97-AF65-F5344CB8AC3E}">
        <p14:creationId xmlns:p14="http://schemas.microsoft.com/office/powerpoint/2010/main" val="27421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2848</TotalTime>
  <Words>5454</Words>
  <Application>Microsoft Office PowerPoint</Application>
  <PresentationFormat>Widescreen</PresentationFormat>
  <Paragraphs>321</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Aptos</vt:lpstr>
      <vt:lpstr>Aptos Display</vt:lpstr>
      <vt:lpstr>Arial</vt:lpstr>
      <vt:lpstr>Cambria</vt:lpstr>
      <vt:lpstr>Cambria Math</vt:lpstr>
      <vt:lpstr>Times New Roman</vt:lpstr>
      <vt:lpstr>Wingdings</vt:lpstr>
      <vt:lpstr>Office Theme</vt:lpstr>
      <vt:lpstr>Machine Learning</vt:lpstr>
      <vt:lpstr>Pre- requisites</vt:lpstr>
      <vt:lpstr>Course Learning Objectives (CLO)</vt:lpstr>
      <vt:lpstr>MODULE 2</vt:lpstr>
      <vt:lpstr>SL- Learning a Class from Examples</vt:lpstr>
      <vt:lpstr>Continue…</vt:lpstr>
      <vt:lpstr>Continue…</vt:lpstr>
      <vt:lpstr>Continue…</vt:lpstr>
      <vt:lpstr>Positive and Negative Examples</vt:lpstr>
      <vt:lpstr>Continue…</vt:lpstr>
      <vt:lpstr>Hypothesis</vt:lpstr>
      <vt:lpstr>Empirical Error</vt:lpstr>
      <vt:lpstr>Error of Hypothesis</vt:lpstr>
      <vt:lpstr>PowerPoint Presentation</vt:lpstr>
      <vt:lpstr>Generalization</vt:lpstr>
      <vt:lpstr>General Hypothesis, Version Space </vt:lpstr>
      <vt:lpstr>Margin</vt:lpstr>
      <vt:lpstr>Doubt</vt:lpstr>
      <vt:lpstr>Vapnik-Chervonenkis (VC) Dimension</vt:lpstr>
      <vt:lpstr>PowerPoint Presentation</vt:lpstr>
      <vt:lpstr>PowerPoint Presentation</vt:lpstr>
      <vt:lpstr>Continue…</vt:lpstr>
      <vt:lpstr>Continue…</vt:lpstr>
      <vt:lpstr>Applications of VC – Dimension</vt:lpstr>
      <vt:lpstr>Probably Approximately Correct (PAC) Learning</vt:lpstr>
      <vt:lpstr>Continue…</vt:lpstr>
      <vt:lpstr>Continue…</vt:lpstr>
      <vt:lpstr>Continue…</vt:lpstr>
      <vt:lpstr>Continue…</vt:lpstr>
      <vt:lpstr>Noise</vt:lpstr>
      <vt:lpstr>Continue…</vt:lpstr>
      <vt:lpstr>Continue…</vt:lpstr>
      <vt:lpstr>Advantage of Rectangular model…</vt:lpstr>
      <vt:lpstr>Advantage of Rectangular model…</vt:lpstr>
      <vt:lpstr>Occam’s razor</vt:lpstr>
      <vt:lpstr>Learning Multiple Classes</vt:lpstr>
      <vt:lpstr>Continue…</vt:lpstr>
      <vt:lpstr>Continue…</vt:lpstr>
      <vt:lpstr>Reject</vt:lpstr>
      <vt:lpstr>Regression</vt:lpstr>
      <vt:lpstr>PowerPoint Presentation</vt:lpstr>
      <vt:lpstr>Regression</vt:lpstr>
      <vt:lpstr>PowerPoint Presentation</vt:lpstr>
      <vt:lpstr>PowerPoint Presentation</vt:lpstr>
      <vt:lpstr>PowerPoint Presentation</vt:lpstr>
      <vt:lpstr>Model Selection and Generalization</vt:lpstr>
      <vt:lpstr>Continue…Inductive Bias</vt:lpstr>
      <vt:lpstr>Model Selection</vt:lpstr>
      <vt:lpstr>Generalization</vt:lpstr>
      <vt:lpstr>PowerPoint Presentation</vt:lpstr>
      <vt:lpstr>PowerPoint Presentation</vt:lpstr>
      <vt:lpstr>Dimensions of a Supervised ML Algorithm</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Shilpa B V</dc:creator>
  <cp:lastModifiedBy>Shilpa BV</cp:lastModifiedBy>
  <cp:revision>23</cp:revision>
  <dcterms:created xsi:type="dcterms:W3CDTF">2025-01-27T06:33:54Z</dcterms:created>
  <dcterms:modified xsi:type="dcterms:W3CDTF">2025-03-10T06:25:58Z</dcterms:modified>
</cp:coreProperties>
</file>
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328" r:id="rId6"/>
    <p:sldId id="312" r:id="rId7"/>
    <p:sldId id="313" r:id="rId8"/>
    <p:sldId id="314" r:id="rId9"/>
    <p:sldId id="329" r:id="rId10"/>
    <p:sldId id="315" r:id="rId11"/>
    <p:sldId id="316" r:id="rId12"/>
    <p:sldId id="266" r:id="rId13"/>
    <p:sldId id="317" r:id="rId14"/>
    <p:sldId id="318" r:id="rId15"/>
    <p:sldId id="319" r:id="rId16"/>
    <p:sldId id="336" r:id="rId17"/>
    <p:sldId id="337" r:id="rId18"/>
    <p:sldId id="338" r:id="rId19"/>
    <p:sldId id="339" r:id="rId20"/>
    <p:sldId id="321" r:id="rId21"/>
    <p:sldId id="268" r:id="rId22"/>
    <p:sldId id="320" r:id="rId23"/>
    <p:sldId id="322" r:id="rId24"/>
    <p:sldId id="324" r:id="rId25"/>
    <p:sldId id="323" r:id="rId26"/>
    <p:sldId id="325" r:id="rId27"/>
    <p:sldId id="326" r:id="rId28"/>
    <p:sldId id="327" r:id="rId29"/>
    <p:sldId id="330" r:id="rId30"/>
    <p:sldId id="331" r:id="rId31"/>
    <p:sldId id="332" r:id="rId32"/>
    <p:sldId id="333" r:id="rId33"/>
    <p:sldId id="334" r:id="rId34"/>
    <p:sldId id="335" r:id="rId35"/>
    <p:sldId id="340" r:id="rId36"/>
    <p:sldId id="341" r:id="rId37"/>
    <p:sldId id="342" r:id="rId38"/>
    <p:sldId id="31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DB68E-6D55-4818-BA60-DC1F88CDFCC0}" v="74" dt="2025-05-10T17:06:32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1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a BV" userId="48fbb3e7aeb449f5" providerId="LiveId" clId="{B1FDB68E-6D55-4818-BA60-DC1F88CDFCC0}"/>
    <pc:docChg chg="undo custSel addSld delSld modSld sldOrd">
      <pc:chgData name="Shilpa BV" userId="48fbb3e7aeb449f5" providerId="LiveId" clId="{B1FDB68E-6D55-4818-BA60-DC1F88CDFCC0}" dt="2025-05-10T17:14:13.159" v="2224" actId="113"/>
      <pc:docMkLst>
        <pc:docMk/>
      </pc:docMkLst>
      <pc:sldChg chg="modSp mod">
        <pc:chgData name="Shilpa BV" userId="48fbb3e7aeb449f5" providerId="LiveId" clId="{B1FDB68E-6D55-4818-BA60-DC1F88CDFCC0}" dt="2025-04-18T16:46:26.876" v="1922" actId="6549"/>
        <pc:sldMkLst>
          <pc:docMk/>
          <pc:sldMk cId="2852292856" sldId="259"/>
        </pc:sldMkLst>
        <pc:spChg chg="mod">
          <ac:chgData name="Shilpa BV" userId="48fbb3e7aeb449f5" providerId="LiveId" clId="{B1FDB68E-6D55-4818-BA60-DC1F88CDFCC0}" dt="2025-04-18T14:21:37.154" v="2" actId="20577"/>
          <ac:spMkLst>
            <pc:docMk/>
            <pc:sldMk cId="2852292856" sldId="259"/>
            <ac:spMk id="2" creationId="{CD0CF878-55B4-5A10-FF90-3CDE6F0FB4EA}"/>
          </ac:spMkLst>
        </pc:spChg>
        <pc:spChg chg="mod">
          <ac:chgData name="Shilpa BV" userId="48fbb3e7aeb449f5" providerId="LiveId" clId="{B1FDB68E-6D55-4818-BA60-DC1F88CDFCC0}" dt="2025-04-18T16:46:26.876" v="1922" actId="6549"/>
          <ac:spMkLst>
            <pc:docMk/>
            <pc:sldMk cId="2852292856" sldId="259"/>
            <ac:spMk id="3" creationId="{CD2994F0-E930-B691-9A33-D6CB82B43A6B}"/>
          </ac:spMkLst>
        </pc:spChg>
      </pc:sldChg>
      <pc:sldChg chg="delSp modSp add mod">
        <pc:chgData name="Shilpa BV" userId="48fbb3e7aeb449f5" providerId="LiveId" clId="{B1FDB68E-6D55-4818-BA60-DC1F88CDFCC0}" dt="2025-04-18T15:00:10.678" v="624" actId="478"/>
        <pc:sldMkLst>
          <pc:docMk/>
          <pc:sldMk cId="1852624008" sldId="266"/>
        </pc:sldMkLst>
        <pc:picChg chg="mod">
          <ac:chgData name="Shilpa BV" userId="48fbb3e7aeb449f5" providerId="LiveId" clId="{B1FDB68E-6D55-4818-BA60-DC1F88CDFCC0}" dt="2025-04-18T15:00:06.067" v="623" actId="1036"/>
          <ac:picMkLst>
            <pc:docMk/>
            <pc:sldMk cId="1852624008" sldId="266"/>
            <ac:picMk id="5" creationId="{7A43A12F-3E25-464B-3532-3AA261686020}"/>
          </ac:picMkLst>
        </pc:picChg>
        <pc:picChg chg="mod">
          <ac:chgData name="Shilpa BV" userId="48fbb3e7aeb449f5" providerId="LiveId" clId="{B1FDB68E-6D55-4818-BA60-DC1F88CDFCC0}" dt="2025-04-18T15:00:02.754" v="609" actId="14100"/>
          <ac:picMkLst>
            <pc:docMk/>
            <pc:sldMk cId="1852624008" sldId="266"/>
            <ac:picMk id="9" creationId="{74E41B2D-2A0C-572E-4EF0-C73593DC5C08}"/>
          </ac:picMkLst>
        </pc:picChg>
      </pc:sldChg>
      <pc:sldChg chg="delSp add del mod">
        <pc:chgData name="Shilpa BV" userId="48fbb3e7aeb449f5" providerId="LiveId" clId="{B1FDB68E-6D55-4818-BA60-DC1F88CDFCC0}" dt="2025-04-18T15:34:26.592" v="907" actId="47"/>
        <pc:sldMkLst>
          <pc:docMk/>
          <pc:sldMk cId="2549978525" sldId="267"/>
        </pc:sldMkLst>
      </pc:sldChg>
      <pc:sldChg chg="delSp add mod ord">
        <pc:chgData name="Shilpa BV" userId="48fbb3e7aeb449f5" providerId="LiveId" clId="{B1FDB68E-6D55-4818-BA60-DC1F88CDFCC0}" dt="2025-04-18T15:45:42.390" v="1413"/>
        <pc:sldMkLst>
          <pc:docMk/>
          <pc:sldMk cId="3204233939" sldId="268"/>
        </pc:sldMkLst>
      </pc:sldChg>
      <pc:sldChg chg="modSp new mod">
        <pc:chgData name="Shilpa BV" userId="48fbb3e7aeb449f5" providerId="LiveId" clId="{B1FDB68E-6D55-4818-BA60-DC1F88CDFCC0}" dt="2025-04-18T14:30:12.710" v="51" actId="2711"/>
        <pc:sldMkLst>
          <pc:docMk/>
          <pc:sldMk cId="1889043080" sldId="312"/>
        </pc:sldMkLst>
        <pc:spChg chg="mod">
          <ac:chgData name="Shilpa BV" userId="48fbb3e7aeb449f5" providerId="LiveId" clId="{B1FDB68E-6D55-4818-BA60-DC1F88CDFCC0}" dt="2025-04-18T14:24:36.765" v="30" actId="27636"/>
          <ac:spMkLst>
            <pc:docMk/>
            <pc:sldMk cId="1889043080" sldId="312"/>
            <ac:spMk id="2" creationId="{35D7AAAD-B786-882E-0FEA-A114154646C7}"/>
          </ac:spMkLst>
        </pc:spChg>
        <pc:spChg chg="mod">
          <ac:chgData name="Shilpa BV" userId="48fbb3e7aeb449f5" providerId="LiveId" clId="{B1FDB68E-6D55-4818-BA60-DC1F88CDFCC0}" dt="2025-04-18T14:30:12.710" v="51" actId="2711"/>
          <ac:spMkLst>
            <pc:docMk/>
            <pc:sldMk cId="1889043080" sldId="312"/>
            <ac:spMk id="3" creationId="{121A6488-9162-84DB-3285-60D570C861D8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449115949" sldId="312"/>
        </pc:sldMkLst>
      </pc:sldChg>
      <pc:sldChg chg="addSp delSp modSp new mod">
        <pc:chgData name="Shilpa BV" userId="48fbb3e7aeb449f5" providerId="LiveId" clId="{B1FDB68E-6D55-4818-BA60-DC1F88CDFCC0}" dt="2025-04-22T02:59:51.177" v="1969" actId="21"/>
        <pc:sldMkLst>
          <pc:docMk/>
          <pc:sldMk cId="1238761448" sldId="313"/>
        </pc:sldMkLst>
        <pc:spChg chg="mod">
          <ac:chgData name="Shilpa BV" userId="48fbb3e7aeb449f5" providerId="LiveId" clId="{B1FDB68E-6D55-4818-BA60-DC1F88CDFCC0}" dt="2025-04-18T14:36:58.535" v="261" actId="20577"/>
          <ac:spMkLst>
            <pc:docMk/>
            <pc:sldMk cId="1238761448" sldId="313"/>
            <ac:spMk id="3" creationId="{75C09380-F6DD-05AF-5D43-82DD832F33AB}"/>
          </ac:spMkLst>
        </pc:spChg>
        <pc:picChg chg="add mod">
          <ac:chgData name="Shilpa BV" userId="48fbb3e7aeb449f5" providerId="LiveId" clId="{B1FDB68E-6D55-4818-BA60-DC1F88CDFCC0}" dt="2025-04-18T14:35:26.685" v="117" actId="1036"/>
          <ac:picMkLst>
            <pc:docMk/>
            <pc:sldMk cId="1238761448" sldId="313"/>
            <ac:picMk id="1026" creationId="{80224F9A-7BD7-3232-C64D-F51CD8B36BC5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458348216" sldId="313"/>
        </pc:sldMkLst>
      </pc:sldChg>
      <pc:sldChg chg="addSp delSp modSp new mod modClrScheme chgLayout">
        <pc:chgData name="Shilpa BV" userId="48fbb3e7aeb449f5" providerId="LiveId" clId="{B1FDB68E-6D55-4818-BA60-DC1F88CDFCC0}" dt="2025-04-18T14:42:04.566" v="399" actId="14100"/>
        <pc:sldMkLst>
          <pc:docMk/>
          <pc:sldMk cId="2775866808" sldId="314"/>
        </pc:sldMkLst>
        <pc:spChg chg="add mod ord">
          <ac:chgData name="Shilpa BV" userId="48fbb3e7aeb449f5" providerId="LiveId" clId="{B1FDB68E-6D55-4818-BA60-DC1F88CDFCC0}" dt="2025-04-18T14:40:25.943" v="359" actId="2711"/>
          <ac:spMkLst>
            <pc:docMk/>
            <pc:sldMk cId="2775866808" sldId="314"/>
            <ac:spMk id="13" creationId="{E6DE3B85-2FB9-F283-82AD-4024E530191C}"/>
          </ac:spMkLst>
        </pc:spChg>
        <pc:spChg chg="add mod ord">
          <ac:chgData name="Shilpa BV" userId="48fbb3e7aeb449f5" providerId="LiveId" clId="{B1FDB68E-6D55-4818-BA60-DC1F88CDFCC0}" dt="2025-04-18T14:42:04.566" v="399" actId="14100"/>
          <ac:spMkLst>
            <pc:docMk/>
            <pc:sldMk cId="2775866808" sldId="314"/>
            <ac:spMk id="14" creationId="{C7B3BB61-65BB-58C4-CEB3-7B263512CF2B}"/>
          </ac:spMkLst>
        </pc:spChg>
        <pc:spChg chg="add mod ord">
          <ac:chgData name="Shilpa BV" userId="48fbb3e7aeb449f5" providerId="LiveId" clId="{B1FDB68E-6D55-4818-BA60-DC1F88CDFCC0}" dt="2025-04-18T14:40:25.943" v="359" actId="2711"/>
          <ac:spMkLst>
            <pc:docMk/>
            <pc:sldMk cId="2775866808" sldId="314"/>
            <ac:spMk id="15" creationId="{79A89797-A474-40FD-3D6C-D53F5C0B6371}"/>
          </ac:spMkLst>
        </pc:spChg>
        <pc:spChg chg="add mod ord">
          <ac:chgData name="Shilpa BV" userId="48fbb3e7aeb449f5" providerId="LiveId" clId="{B1FDB68E-6D55-4818-BA60-DC1F88CDFCC0}" dt="2025-04-18T14:41:59.307" v="398" actId="14100"/>
          <ac:spMkLst>
            <pc:docMk/>
            <pc:sldMk cId="2775866808" sldId="314"/>
            <ac:spMk id="16" creationId="{8DDCFE21-A172-DC1C-CA34-24500CFE3945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933422608" sldId="314"/>
        </pc:sldMkLst>
      </pc:sldChg>
      <pc:sldChg chg="addSp delSp modSp new mod modClrScheme chgLayout">
        <pc:chgData name="Shilpa BV" userId="48fbb3e7aeb449f5" providerId="LiveId" clId="{B1FDB68E-6D55-4818-BA60-DC1F88CDFCC0}" dt="2025-04-18T14:48:19.657" v="566" actId="6549"/>
        <pc:sldMkLst>
          <pc:docMk/>
          <pc:sldMk cId="3003436407" sldId="315"/>
        </pc:sldMkLst>
        <pc:spChg chg="add mod ord">
          <ac:chgData name="Shilpa BV" userId="48fbb3e7aeb449f5" providerId="LiveId" clId="{B1FDB68E-6D55-4818-BA60-DC1F88CDFCC0}" dt="2025-04-18T14:43:30.412" v="437" actId="20577"/>
          <ac:spMkLst>
            <pc:docMk/>
            <pc:sldMk cId="3003436407" sldId="315"/>
            <ac:spMk id="7" creationId="{5AC3C8AB-C1DD-E2FC-CB56-F972441153CE}"/>
          </ac:spMkLst>
        </pc:spChg>
        <pc:spChg chg="add mod ord">
          <ac:chgData name="Shilpa BV" userId="48fbb3e7aeb449f5" providerId="LiveId" clId="{B1FDB68E-6D55-4818-BA60-DC1F88CDFCC0}" dt="2025-04-18T14:48:19.657" v="566" actId="6549"/>
          <ac:spMkLst>
            <pc:docMk/>
            <pc:sldMk cId="3003436407" sldId="315"/>
            <ac:spMk id="8" creationId="{5F75FE17-A0C6-6303-0F15-67533EFDD121}"/>
          </ac:spMkLst>
        </pc:spChg>
      </pc:sldChg>
      <pc:sldChg chg="new del">
        <pc:chgData name="Shilpa BV" userId="48fbb3e7aeb449f5" providerId="LiveId" clId="{B1FDB68E-6D55-4818-BA60-DC1F88CDFCC0}" dt="2025-04-18T14:42:31.599" v="401" actId="47"/>
        <pc:sldMkLst>
          <pc:docMk/>
          <pc:sldMk cId="3188456656" sldId="315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754514112" sldId="315"/>
        </pc:sldMkLst>
      </pc:sldChg>
      <pc:sldChg chg="delSp modSp new mod">
        <pc:chgData name="Shilpa BV" userId="48fbb3e7aeb449f5" providerId="LiveId" clId="{B1FDB68E-6D55-4818-BA60-DC1F88CDFCC0}" dt="2025-04-18T14:56:45.312" v="579" actId="27636"/>
        <pc:sldMkLst>
          <pc:docMk/>
          <pc:sldMk cId="741742172" sldId="316"/>
        </pc:sldMkLst>
        <pc:spChg chg="mod">
          <ac:chgData name="Shilpa BV" userId="48fbb3e7aeb449f5" providerId="LiveId" clId="{B1FDB68E-6D55-4818-BA60-DC1F88CDFCC0}" dt="2025-04-18T14:56:45.312" v="579" actId="27636"/>
          <ac:spMkLst>
            <pc:docMk/>
            <pc:sldMk cId="741742172" sldId="316"/>
            <ac:spMk id="3" creationId="{FE78802D-B212-F602-8B6C-0AD6B6E1D382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003363998" sldId="316"/>
        </pc:sldMkLst>
      </pc:sldChg>
      <pc:sldChg chg="delSp new del mod modClrScheme chgLayout">
        <pc:chgData name="Shilpa BV" userId="48fbb3e7aeb449f5" providerId="LiveId" clId="{B1FDB68E-6D55-4818-BA60-DC1F88CDFCC0}" dt="2025-04-18T15:00:14.138" v="625" actId="47"/>
        <pc:sldMkLst>
          <pc:docMk/>
          <pc:sldMk cId="909438095" sldId="317"/>
        </pc:sldMkLst>
      </pc:sldChg>
      <pc:sldChg chg="addSp delSp modSp new mod">
        <pc:chgData name="Shilpa BV" userId="48fbb3e7aeb449f5" providerId="LiveId" clId="{B1FDB68E-6D55-4818-BA60-DC1F88CDFCC0}" dt="2025-04-18T15:08:45.917" v="648" actId="1037"/>
        <pc:sldMkLst>
          <pc:docMk/>
          <pc:sldMk cId="1680253829" sldId="317"/>
        </pc:sldMkLst>
        <pc:picChg chg="add mod">
          <ac:chgData name="Shilpa BV" userId="48fbb3e7aeb449f5" providerId="LiveId" clId="{B1FDB68E-6D55-4818-BA60-DC1F88CDFCC0}" dt="2025-04-18T15:07:42.083" v="633" actId="14100"/>
          <ac:picMkLst>
            <pc:docMk/>
            <pc:sldMk cId="1680253829" sldId="317"/>
            <ac:picMk id="7" creationId="{78691E1F-EE9E-BAB4-2DC3-560521720410}"/>
          </ac:picMkLst>
        </pc:picChg>
        <pc:picChg chg="add mod">
          <ac:chgData name="Shilpa BV" userId="48fbb3e7aeb449f5" providerId="LiveId" clId="{B1FDB68E-6D55-4818-BA60-DC1F88CDFCC0}" dt="2025-04-18T15:08:09.730" v="635" actId="14100"/>
          <ac:picMkLst>
            <pc:docMk/>
            <pc:sldMk cId="1680253829" sldId="317"/>
            <ac:picMk id="9" creationId="{4237E2F5-07D6-9F37-C727-E178AD2E4DF8}"/>
          </ac:picMkLst>
        </pc:picChg>
        <pc:picChg chg="add mod">
          <ac:chgData name="Shilpa BV" userId="48fbb3e7aeb449f5" providerId="LiveId" clId="{B1FDB68E-6D55-4818-BA60-DC1F88CDFCC0}" dt="2025-04-18T15:08:45.917" v="648" actId="1037"/>
          <ac:picMkLst>
            <pc:docMk/>
            <pc:sldMk cId="1680253829" sldId="317"/>
            <ac:picMk id="11" creationId="{7368C25C-BB3D-F49F-C1A8-8CEDB8611D12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893447973" sldId="317"/>
        </pc:sldMkLst>
      </pc:sldChg>
      <pc:sldChg chg="addSp delSp modSp new mod">
        <pc:chgData name="Shilpa BV" userId="48fbb3e7aeb449f5" providerId="LiveId" clId="{B1FDB68E-6D55-4818-BA60-DC1F88CDFCC0}" dt="2025-04-18T15:19:27.866" v="838" actId="20577"/>
        <pc:sldMkLst>
          <pc:docMk/>
          <pc:sldMk cId="895086051" sldId="318"/>
        </pc:sldMkLst>
        <pc:spChg chg="add mod">
          <ac:chgData name="Shilpa BV" userId="48fbb3e7aeb449f5" providerId="LiveId" clId="{B1FDB68E-6D55-4818-BA60-DC1F88CDFCC0}" dt="2025-04-18T15:19:27.866" v="838" actId="20577"/>
          <ac:spMkLst>
            <pc:docMk/>
            <pc:sldMk cId="895086051" sldId="318"/>
            <ac:spMk id="6" creationId="{EF23D2EE-9634-2BFF-2531-A50533D1C9AE}"/>
          </ac:spMkLst>
        </pc:spChg>
        <pc:picChg chg="add mod">
          <ac:chgData name="Shilpa BV" userId="48fbb3e7aeb449f5" providerId="LiveId" clId="{B1FDB68E-6D55-4818-BA60-DC1F88CDFCC0}" dt="2025-04-18T15:17:21.324" v="687" actId="1076"/>
          <ac:picMkLst>
            <pc:docMk/>
            <pc:sldMk cId="895086051" sldId="318"/>
            <ac:picMk id="5" creationId="{CB9582E5-C304-F6F2-8167-E6CE537DC665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354453633" sldId="318"/>
        </pc:sldMkLst>
      </pc:sldChg>
      <pc:sldChg chg="addSp delSp modSp new mod modClrScheme chgLayout">
        <pc:chgData name="Shilpa BV" userId="48fbb3e7aeb449f5" providerId="LiveId" clId="{B1FDB68E-6D55-4818-BA60-DC1F88CDFCC0}" dt="2025-04-18T15:20:22.705" v="843" actId="14100"/>
        <pc:sldMkLst>
          <pc:docMk/>
          <pc:sldMk cId="1119357070" sldId="319"/>
        </pc:sldMkLst>
        <pc:picChg chg="add mod">
          <ac:chgData name="Shilpa BV" userId="48fbb3e7aeb449f5" providerId="LiveId" clId="{B1FDB68E-6D55-4818-BA60-DC1F88CDFCC0}" dt="2025-04-18T15:20:22.705" v="843" actId="14100"/>
          <ac:picMkLst>
            <pc:docMk/>
            <pc:sldMk cId="1119357070" sldId="319"/>
            <ac:picMk id="7" creationId="{34831804-4A8B-00A9-D5A1-99FC817E0FD4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4220332352" sldId="319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793629107" sldId="320"/>
        </pc:sldMkLst>
      </pc:sldChg>
      <pc:sldChg chg="addSp modSp new mod modClrScheme chgLayout">
        <pc:chgData name="Shilpa BV" userId="48fbb3e7aeb449f5" providerId="LiveId" clId="{B1FDB68E-6D55-4818-BA60-DC1F88CDFCC0}" dt="2025-04-18T15:51:50.551" v="1426" actId="2711"/>
        <pc:sldMkLst>
          <pc:docMk/>
          <pc:sldMk cId="1763333776" sldId="320"/>
        </pc:sldMkLst>
        <pc:spChg chg="add mod">
          <ac:chgData name="Shilpa BV" userId="48fbb3e7aeb449f5" providerId="LiveId" clId="{B1FDB68E-6D55-4818-BA60-DC1F88CDFCC0}" dt="2025-04-18T15:50:43.723" v="1421" actId="403"/>
          <ac:spMkLst>
            <pc:docMk/>
            <pc:sldMk cId="1763333776" sldId="320"/>
            <ac:spMk id="2" creationId="{44BAC67E-8FE5-5375-611D-979829FBC421}"/>
          </ac:spMkLst>
        </pc:spChg>
        <pc:spChg chg="add mod">
          <ac:chgData name="Shilpa BV" userId="48fbb3e7aeb449f5" providerId="LiveId" clId="{B1FDB68E-6D55-4818-BA60-DC1F88CDFCC0}" dt="2025-04-18T15:51:50.551" v="1426" actId="2711"/>
          <ac:spMkLst>
            <pc:docMk/>
            <pc:sldMk cId="1763333776" sldId="320"/>
            <ac:spMk id="3" creationId="{467FAFD7-8E68-FE16-40E3-372B9C6652D6}"/>
          </ac:spMkLst>
        </pc:spChg>
      </pc:sldChg>
      <pc:sldChg chg="addSp modSp new mod modClrScheme chgLayout">
        <pc:chgData name="Shilpa BV" userId="48fbb3e7aeb449f5" providerId="LiveId" clId="{B1FDB68E-6D55-4818-BA60-DC1F88CDFCC0}" dt="2025-04-18T15:45:24.387" v="1409" actId="20577"/>
        <pc:sldMkLst>
          <pc:docMk/>
          <pc:sldMk cId="2783826109" sldId="321"/>
        </pc:sldMkLst>
        <pc:spChg chg="add mod">
          <ac:chgData name="Shilpa BV" userId="48fbb3e7aeb449f5" providerId="LiveId" clId="{B1FDB68E-6D55-4818-BA60-DC1F88CDFCC0}" dt="2025-04-18T15:25:19.607" v="865" actId="14100"/>
          <ac:spMkLst>
            <pc:docMk/>
            <pc:sldMk cId="2783826109" sldId="321"/>
            <ac:spMk id="2" creationId="{71F24121-6183-6643-24E0-141C1B098073}"/>
          </ac:spMkLst>
        </pc:spChg>
        <pc:spChg chg="add mod">
          <ac:chgData name="Shilpa BV" userId="48fbb3e7aeb449f5" providerId="LiveId" clId="{B1FDB68E-6D55-4818-BA60-DC1F88CDFCC0}" dt="2025-04-18T15:45:24.387" v="1409" actId="20577"/>
          <ac:spMkLst>
            <pc:docMk/>
            <pc:sldMk cId="2783826109" sldId="321"/>
            <ac:spMk id="3" creationId="{9431AA6F-71DF-A255-7B0D-C6293A6AA297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773444921" sldId="321"/>
        </pc:sldMkLst>
      </pc:sldChg>
      <pc:sldChg chg="addSp delSp modSp new mod">
        <pc:chgData name="Shilpa BV" userId="48fbb3e7aeb449f5" providerId="LiveId" clId="{B1FDB68E-6D55-4818-BA60-DC1F88CDFCC0}" dt="2025-04-23T04:09:14.306" v="1984" actId="207"/>
        <pc:sldMkLst>
          <pc:docMk/>
          <pc:sldMk cId="419221155" sldId="322"/>
        </pc:sldMkLst>
        <pc:spChg chg="mod">
          <ac:chgData name="Shilpa BV" userId="48fbb3e7aeb449f5" providerId="LiveId" clId="{B1FDB68E-6D55-4818-BA60-DC1F88CDFCC0}" dt="2025-04-23T04:09:14.306" v="1984" actId="207"/>
          <ac:spMkLst>
            <pc:docMk/>
            <pc:sldMk cId="419221155" sldId="322"/>
            <ac:spMk id="3" creationId="{D44E22A0-2B04-EA69-1C0A-0987BE87CFE6}"/>
          </ac:spMkLst>
        </pc:spChg>
        <pc:spChg chg="add mod">
          <ac:chgData name="Shilpa BV" userId="48fbb3e7aeb449f5" providerId="LiveId" clId="{B1FDB68E-6D55-4818-BA60-DC1F88CDFCC0}" dt="2025-04-18T15:56:28.694" v="1436" actId="20577"/>
          <ac:spMkLst>
            <pc:docMk/>
            <pc:sldMk cId="419221155" sldId="322"/>
            <ac:spMk id="4" creationId="{009ED8BA-7824-B666-9FCD-78DDF060EFB2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692860610" sldId="322"/>
        </pc:sldMkLst>
      </pc:sldChg>
      <pc:sldChg chg="addSp delSp modSp new mod">
        <pc:chgData name="Shilpa BV" userId="48fbb3e7aeb449f5" providerId="LiveId" clId="{B1FDB68E-6D55-4818-BA60-DC1F88CDFCC0}" dt="2025-04-18T16:35:14.561" v="1889" actId="20577"/>
        <pc:sldMkLst>
          <pc:docMk/>
          <pc:sldMk cId="3441838568" sldId="323"/>
        </pc:sldMkLst>
        <pc:spChg chg="mod">
          <ac:chgData name="Shilpa BV" userId="48fbb3e7aeb449f5" providerId="LiveId" clId="{B1FDB68E-6D55-4818-BA60-DC1F88CDFCC0}" dt="2025-04-18T16:35:14.561" v="1889" actId="20577"/>
          <ac:spMkLst>
            <pc:docMk/>
            <pc:sldMk cId="3441838568" sldId="323"/>
            <ac:spMk id="3" creationId="{AD8830D6-4B26-1675-8CB4-2C6BBAE06C8A}"/>
          </ac:spMkLst>
        </pc:spChg>
        <pc:spChg chg="add mod">
          <ac:chgData name="Shilpa BV" userId="48fbb3e7aeb449f5" providerId="LiveId" clId="{B1FDB68E-6D55-4818-BA60-DC1F88CDFCC0}" dt="2025-04-18T16:27:39.439" v="1749"/>
          <ac:spMkLst>
            <pc:docMk/>
            <pc:sldMk cId="3441838568" sldId="323"/>
            <ac:spMk id="10" creationId="{8341280B-B22C-3F59-98A5-93CAB79DB0B1}"/>
          </ac:spMkLst>
        </pc:spChg>
        <pc:picChg chg="add del mod">
          <ac:chgData name="Shilpa BV" userId="48fbb3e7aeb449f5" providerId="LiveId" clId="{B1FDB68E-6D55-4818-BA60-DC1F88CDFCC0}" dt="2025-04-18T16:27:20.321" v="1742" actId="1035"/>
          <ac:picMkLst>
            <pc:docMk/>
            <pc:sldMk cId="3441838568" sldId="323"/>
            <ac:picMk id="5" creationId="{BB2FCCC7-10EE-C9C1-66CB-AA06042C05BF}"/>
          </ac:picMkLst>
        </pc:picChg>
        <pc:picChg chg="add del mod">
          <ac:chgData name="Shilpa BV" userId="48fbb3e7aeb449f5" providerId="LiveId" clId="{B1FDB68E-6D55-4818-BA60-DC1F88CDFCC0}" dt="2025-04-18T16:27:28.077" v="1745" actId="1076"/>
          <ac:picMkLst>
            <pc:docMk/>
            <pc:sldMk cId="3441838568" sldId="323"/>
            <ac:picMk id="7" creationId="{EB21BC36-5043-3967-18A0-E65197D3B53F}"/>
          </ac:picMkLst>
        </pc:picChg>
        <pc:picChg chg="add mod">
          <ac:chgData name="Shilpa BV" userId="48fbb3e7aeb449f5" providerId="LiveId" clId="{B1FDB68E-6D55-4818-BA60-DC1F88CDFCC0}" dt="2025-04-18T16:27:30.515" v="1748" actId="1035"/>
          <ac:picMkLst>
            <pc:docMk/>
            <pc:sldMk cId="3441838568" sldId="323"/>
            <ac:picMk id="9" creationId="{76D8655B-DB7E-0756-13F0-1C612BA582FD}"/>
          </ac:picMkLst>
        </pc:picChg>
      </pc:sldChg>
      <pc:sldChg chg="addSp delSp modSp new mod">
        <pc:chgData name="Shilpa BV" userId="48fbb3e7aeb449f5" providerId="LiveId" clId="{B1FDB68E-6D55-4818-BA60-DC1F88CDFCC0}" dt="2025-04-18T16:16:39.691" v="1503" actId="1076"/>
        <pc:sldMkLst>
          <pc:docMk/>
          <pc:sldMk cId="600482557" sldId="324"/>
        </pc:sldMkLst>
        <pc:picChg chg="add mod">
          <ac:chgData name="Shilpa BV" userId="48fbb3e7aeb449f5" providerId="LiveId" clId="{B1FDB68E-6D55-4818-BA60-DC1F88CDFCC0}" dt="2025-04-18T16:14:37.458" v="1495" actId="14100"/>
          <ac:picMkLst>
            <pc:docMk/>
            <pc:sldMk cId="600482557" sldId="324"/>
            <ac:picMk id="2050" creationId="{CBECF979-CAF8-09E4-A3C8-2A617591F346}"/>
          </ac:picMkLst>
        </pc:picChg>
        <pc:picChg chg="add mod">
          <ac:chgData name="Shilpa BV" userId="48fbb3e7aeb449f5" providerId="LiveId" clId="{B1FDB68E-6D55-4818-BA60-DC1F88CDFCC0}" dt="2025-04-18T16:14:53.142" v="1499" actId="14100"/>
          <ac:picMkLst>
            <pc:docMk/>
            <pc:sldMk cId="600482557" sldId="324"/>
            <ac:picMk id="2052" creationId="{A0D6CC91-4615-C6F6-CB9C-F1C22520B61B}"/>
          </ac:picMkLst>
        </pc:picChg>
        <pc:picChg chg="add mod">
          <ac:chgData name="Shilpa BV" userId="48fbb3e7aeb449f5" providerId="LiveId" clId="{B1FDB68E-6D55-4818-BA60-DC1F88CDFCC0}" dt="2025-04-18T16:16:39.691" v="1503" actId="1076"/>
          <ac:picMkLst>
            <pc:docMk/>
            <pc:sldMk cId="600482557" sldId="324"/>
            <ac:picMk id="2054" creationId="{9A1CB835-37E1-8D72-C3EB-1A47644BA15F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050508663" sldId="324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453617083" sldId="325"/>
        </pc:sldMkLst>
      </pc:sldChg>
      <pc:sldChg chg="addSp delSp modSp new mod">
        <pc:chgData name="Shilpa BV" userId="48fbb3e7aeb449f5" providerId="LiveId" clId="{B1FDB68E-6D55-4818-BA60-DC1F88CDFCC0}" dt="2025-04-18T16:33:57.815" v="1875" actId="20577"/>
        <pc:sldMkLst>
          <pc:docMk/>
          <pc:sldMk cId="2762586918" sldId="325"/>
        </pc:sldMkLst>
        <pc:spChg chg="add del mod">
          <ac:chgData name="Shilpa BV" userId="48fbb3e7aeb449f5" providerId="LiveId" clId="{B1FDB68E-6D55-4818-BA60-DC1F88CDFCC0}" dt="2025-04-18T16:33:57.815" v="1875" actId="20577"/>
          <ac:spMkLst>
            <pc:docMk/>
            <pc:sldMk cId="2762586918" sldId="325"/>
            <ac:spMk id="3" creationId="{C662CAE3-5C11-C3B3-633F-88EC80880D3C}"/>
          </ac:spMkLst>
        </pc:spChg>
        <pc:picChg chg="add mod">
          <ac:chgData name="Shilpa BV" userId="48fbb3e7aeb449f5" providerId="LiveId" clId="{B1FDB68E-6D55-4818-BA60-DC1F88CDFCC0}" dt="2025-04-18T16:26:20.984" v="1730" actId="14100"/>
          <ac:picMkLst>
            <pc:docMk/>
            <pc:sldMk cId="2762586918" sldId="325"/>
            <ac:picMk id="5" creationId="{0DB0CEEA-C2EC-8A9C-357B-234DEFD37467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51687503" sldId="326"/>
        </pc:sldMkLst>
      </pc:sldChg>
      <pc:sldChg chg="delSp modSp new mod">
        <pc:chgData name="Shilpa BV" userId="48fbb3e7aeb449f5" providerId="LiveId" clId="{B1FDB68E-6D55-4818-BA60-DC1F88CDFCC0}" dt="2025-04-18T16:39:04.109" v="1911" actId="20577"/>
        <pc:sldMkLst>
          <pc:docMk/>
          <pc:sldMk cId="1880128297" sldId="326"/>
        </pc:sldMkLst>
        <pc:spChg chg="mod">
          <ac:chgData name="Shilpa BV" userId="48fbb3e7aeb449f5" providerId="LiveId" clId="{B1FDB68E-6D55-4818-BA60-DC1F88CDFCC0}" dt="2025-04-18T16:39:04.109" v="1911" actId="20577"/>
          <ac:spMkLst>
            <pc:docMk/>
            <pc:sldMk cId="1880128297" sldId="326"/>
            <ac:spMk id="3" creationId="{5C4A1165-E513-447C-8151-2881BD5B692C}"/>
          </ac:spMkLst>
        </pc:spChg>
      </pc:sldChg>
      <pc:sldChg chg="modSp new mod">
        <pc:chgData name="Shilpa BV" userId="48fbb3e7aeb449f5" providerId="LiveId" clId="{B1FDB68E-6D55-4818-BA60-DC1F88CDFCC0}" dt="2025-04-18T16:57:31.030" v="1954" actId="20577"/>
        <pc:sldMkLst>
          <pc:docMk/>
          <pc:sldMk cId="1065495626" sldId="327"/>
        </pc:sldMkLst>
        <pc:spChg chg="mod">
          <ac:chgData name="Shilpa BV" userId="48fbb3e7aeb449f5" providerId="LiveId" clId="{B1FDB68E-6D55-4818-BA60-DC1F88CDFCC0}" dt="2025-04-18T16:43:38.414" v="1917" actId="27636"/>
          <ac:spMkLst>
            <pc:docMk/>
            <pc:sldMk cId="1065495626" sldId="327"/>
            <ac:spMk id="2" creationId="{503D263C-D95C-5E20-6375-B8CFBA8218BC}"/>
          </ac:spMkLst>
        </pc:spChg>
        <pc:spChg chg="mod">
          <ac:chgData name="Shilpa BV" userId="48fbb3e7aeb449f5" providerId="LiveId" clId="{B1FDB68E-6D55-4818-BA60-DC1F88CDFCC0}" dt="2025-04-18T16:57:31.030" v="1954" actId="20577"/>
          <ac:spMkLst>
            <pc:docMk/>
            <pc:sldMk cId="1065495626" sldId="327"/>
            <ac:spMk id="3" creationId="{54DDA4F3-AAF7-0FE9-A090-1242ADB74458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246376465" sldId="327"/>
        </pc:sldMkLst>
      </pc:sldChg>
      <pc:sldChg chg="addSp delSp modSp new mod">
        <pc:chgData name="Shilpa BV" userId="48fbb3e7aeb449f5" providerId="LiveId" clId="{B1FDB68E-6D55-4818-BA60-DC1F88CDFCC0}" dt="2025-04-22T02:55:19.366" v="1960" actId="478"/>
        <pc:sldMkLst>
          <pc:docMk/>
          <pc:sldMk cId="799322606" sldId="328"/>
        </pc:sldMkLst>
        <pc:spChg chg="add mod">
          <ac:chgData name="Shilpa BV" userId="48fbb3e7aeb449f5" providerId="LiveId" clId="{B1FDB68E-6D55-4818-BA60-DC1F88CDFCC0}" dt="2025-04-22T02:55:14.945" v="1959"/>
          <ac:spMkLst>
            <pc:docMk/>
            <pc:sldMk cId="799322606" sldId="328"/>
            <ac:spMk id="4" creationId="{536701AE-13C7-81FB-887B-FBF2FA4C8159}"/>
          </ac:spMkLst>
        </pc:spChg>
        <pc:picChg chg="add mod">
          <ac:chgData name="Shilpa BV" userId="48fbb3e7aeb449f5" providerId="LiveId" clId="{B1FDB68E-6D55-4818-BA60-DC1F88CDFCC0}" dt="2025-04-22T02:55:05.026" v="1958" actId="14100"/>
          <ac:picMkLst>
            <pc:docMk/>
            <pc:sldMk cId="799322606" sldId="328"/>
            <ac:picMk id="1026" creationId="{69FF1E4F-EAF1-BA07-7A1A-3DFE2A5A4D1F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510251403" sldId="328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247366157" sldId="329"/>
        </pc:sldMkLst>
      </pc:sldChg>
      <pc:sldChg chg="addSp delSp modSp new mod modClrScheme chgLayout">
        <pc:chgData name="Shilpa BV" userId="48fbb3e7aeb449f5" providerId="LiveId" clId="{B1FDB68E-6D55-4818-BA60-DC1F88CDFCC0}" dt="2025-04-22T03:00:21.901" v="1970" actId="14100"/>
        <pc:sldMkLst>
          <pc:docMk/>
          <pc:sldMk cId="1667643988" sldId="329"/>
        </pc:sldMkLst>
        <pc:picChg chg="add mod">
          <ac:chgData name="Shilpa BV" userId="48fbb3e7aeb449f5" providerId="LiveId" clId="{B1FDB68E-6D55-4818-BA60-DC1F88CDFCC0}" dt="2025-04-22T03:00:21.901" v="1970" actId="14100"/>
          <ac:picMkLst>
            <pc:docMk/>
            <pc:sldMk cId="1667643988" sldId="329"/>
            <ac:picMk id="8" creationId="{5784466D-EA5C-DCDF-C1CF-6AC3D0C2815A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209333622" sldId="330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862431671" sldId="331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858251206" sldId="332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171469400" sldId="333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355814645" sldId="334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524301751" sldId="335"/>
        </pc:sldMkLst>
      </pc:sldChg>
      <pc:sldChg chg="addSp delSp modSp mod">
        <pc:chgData name="Shilpa BV" userId="48fbb3e7aeb449f5" providerId="LiveId" clId="{B1FDB68E-6D55-4818-BA60-DC1F88CDFCC0}" dt="2025-05-10T17:06:29.246" v="2119" actId="403"/>
        <pc:sldMkLst>
          <pc:docMk/>
          <pc:sldMk cId="4029252027" sldId="335"/>
        </pc:sldMkLst>
        <pc:spChg chg="mod">
          <ac:chgData name="Shilpa BV" userId="48fbb3e7aeb449f5" providerId="LiveId" clId="{B1FDB68E-6D55-4818-BA60-DC1F88CDFCC0}" dt="2025-05-10T17:02:26.454" v="2058" actId="27636"/>
          <ac:spMkLst>
            <pc:docMk/>
            <pc:sldMk cId="4029252027" sldId="335"/>
            <ac:spMk id="2" creationId="{8C79C561-4D7A-C1A1-BDA0-84C0F21CC1E5}"/>
          </ac:spMkLst>
        </pc:spChg>
        <pc:spChg chg="mod">
          <ac:chgData name="Shilpa BV" userId="48fbb3e7aeb449f5" providerId="LiveId" clId="{B1FDB68E-6D55-4818-BA60-DC1F88CDFCC0}" dt="2025-05-10T17:06:29.246" v="2119" actId="403"/>
          <ac:spMkLst>
            <pc:docMk/>
            <pc:sldMk cId="4029252027" sldId="335"/>
            <ac:spMk id="3" creationId="{24CC96EF-0B33-AF59-0150-DD2276023BCC}"/>
          </ac:spMkLst>
        </pc:spChg>
        <pc:picChg chg="add del mod">
          <ac:chgData name="Shilpa BV" userId="48fbb3e7aeb449f5" providerId="LiveId" clId="{B1FDB68E-6D55-4818-BA60-DC1F88CDFCC0}" dt="2025-05-10T17:06:22.614" v="2117" actId="21"/>
          <ac:picMkLst>
            <pc:docMk/>
            <pc:sldMk cId="4029252027" sldId="335"/>
            <ac:picMk id="5" creationId="{EDC969DA-EB28-7AC2-92A0-48FB7148AEBA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950500753" sldId="336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07863660" sldId="337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164059427" sldId="338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452536525" sldId="339"/>
        </pc:sldMkLst>
      </pc:sldChg>
      <pc:sldChg chg="addSp delSp modSp new mod">
        <pc:chgData name="Shilpa BV" userId="48fbb3e7aeb449f5" providerId="LiveId" clId="{B1FDB68E-6D55-4818-BA60-DC1F88CDFCC0}" dt="2025-05-10T17:07:00.089" v="2129" actId="20577"/>
        <pc:sldMkLst>
          <pc:docMk/>
          <pc:sldMk cId="98089337" sldId="340"/>
        </pc:sldMkLst>
        <pc:spChg chg="del mod">
          <ac:chgData name="Shilpa BV" userId="48fbb3e7aeb449f5" providerId="LiveId" clId="{B1FDB68E-6D55-4818-BA60-DC1F88CDFCC0}" dt="2025-05-10T17:06:44.568" v="2121" actId="21"/>
          <ac:spMkLst>
            <pc:docMk/>
            <pc:sldMk cId="98089337" sldId="340"/>
            <ac:spMk id="2" creationId="{9609DCC0-265A-B6B4-5FA0-599D58E85894}"/>
          </ac:spMkLst>
        </pc:spChg>
        <pc:spChg chg="mod">
          <ac:chgData name="Shilpa BV" userId="48fbb3e7aeb449f5" providerId="LiveId" clId="{B1FDB68E-6D55-4818-BA60-DC1F88CDFCC0}" dt="2025-05-10T17:07:00.089" v="2129" actId="20577"/>
          <ac:spMkLst>
            <pc:docMk/>
            <pc:sldMk cId="98089337" sldId="340"/>
            <ac:spMk id="3" creationId="{5E3F7992-A8E0-5CB0-092C-44E3C07BC9EA}"/>
          </ac:spMkLst>
        </pc:spChg>
        <pc:spChg chg="add del mod">
          <ac:chgData name="Shilpa BV" userId="48fbb3e7aeb449f5" providerId="LiveId" clId="{B1FDB68E-6D55-4818-BA60-DC1F88CDFCC0}" dt="2025-05-10T17:06:48.861" v="2122" actId="478"/>
          <ac:spMkLst>
            <pc:docMk/>
            <pc:sldMk cId="98089337" sldId="340"/>
            <ac:spMk id="6" creationId="{F9B9AE01-F22F-2613-AC1F-020144E7FDB2}"/>
          </ac:spMkLst>
        </pc:spChg>
        <pc:picChg chg="add mod">
          <ac:chgData name="Shilpa BV" userId="48fbb3e7aeb449f5" providerId="LiveId" clId="{B1FDB68E-6D55-4818-BA60-DC1F88CDFCC0}" dt="2025-05-10T17:06:32.154" v="2120"/>
          <ac:picMkLst>
            <pc:docMk/>
            <pc:sldMk cId="98089337" sldId="340"/>
            <ac:picMk id="5" creationId="{EDC969DA-EB28-7AC2-92A0-48FB7148AEBA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701534141" sldId="340"/>
        </pc:sldMkLst>
      </pc:sldChg>
      <pc:sldChg chg="modSp new mod">
        <pc:chgData name="Shilpa BV" userId="48fbb3e7aeb449f5" providerId="LiveId" clId="{B1FDB68E-6D55-4818-BA60-DC1F88CDFCC0}" dt="2025-05-10T17:08:50.413" v="2148" actId="20577"/>
        <pc:sldMkLst>
          <pc:docMk/>
          <pc:sldMk cId="1120620248" sldId="341"/>
        </pc:sldMkLst>
        <pc:spChg chg="mod">
          <ac:chgData name="Shilpa BV" userId="48fbb3e7aeb449f5" providerId="LiveId" clId="{B1FDB68E-6D55-4818-BA60-DC1F88CDFCC0}" dt="2025-05-10T17:07:30.588" v="2142" actId="14100"/>
          <ac:spMkLst>
            <pc:docMk/>
            <pc:sldMk cId="1120620248" sldId="341"/>
            <ac:spMk id="2" creationId="{5C97ED03-38F4-E04A-BD1F-D249239C4E1A}"/>
          </ac:spMkLst>
        </pc:spChg>
        <pc:spChg chg="mod">
          <ac:chgData name="Shilpa BV" userId="48fbb3e7aeb449f5" providerId="LiveId" clId="{B1FDB68E-6D55-4818-BA60-DC1F88CDFCC0}" dt="2025-05-10T17:08:50.413" v="2148" actId="20577"/>
          <ac:spMkLst>
            <pc:docMk/>
            <pc:sldMk cId="1120620248" sldId="341"/>
            <ac:spMk id="3" creationId="{C0AF5E65-BEB6-EE56-7203-4A524FC9B535}"/>
          </ac:spMkLst>
        </pc:sp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208520693" sldId="341"/>
        </pc:sldMkLst>
      </pc:sldChg>
      <pc:sldChg chg="addSp delSp modSp new mod">
        <pc:chgData name="Shilpa BV" userId="48fbb3e7aeb449f5" providerId="LiveId" clId="{B1FDB68E-6D55-4818-BA60-DC1F88CDFCC0}" dt="2025-05-10T17:14:13.159" v="2224" actId="113"/>
        <pc:sldMkLst>
          <pc:docMk/>
          <pc:sldMk cId="1858720841" sldId="342"/>
        </pc:sldMkLst>
        <pc:spChg chg="mod">
          <ac:chgData name="Shilpa BV" userId="48fbb3e7aeb449f5" providerId="LiveId" clId="{B1FDB68E-6D55-4818-BA60-DC1F88CDFCC0}" dt="2025-05-10T17:11:07.998" v="2186" actId="27636"/>
          <ac:spMkLst>
            <pc:docMk/>
            <pc:sldMk cId="1858720841" sldId="342"/>
            <ac:spMk id="2" creationId="{A95B5AB8-94D5-59DC-4A7F-BE1971B58021}"/>
          </ac:spMkLst>
        </pc:spChg>
        <pc:spChg chg="del">
          <ac:chgData name="Shilpa BV" userId="48fbb3e7aeb449f5" providerId="LiveId" clId="{B1FDB68E-6D55-4818-BA60-DC1F88CDFCC0}" dt="2025-05-10T17:10:52.659" v="2172" actId="478"/>
          <ac:spMkLst>
            <pc:docMk/>
            <pc:sldMk cId="1858720841" sldId="342"/>
            <ac:spMk id="3" creationId="{ED3DE131-BE59-6AB1-97AD-779BDF2020F9}"/>
          </ac:spMkLst>
        </pc:spChg>
        <pc:spChg chg="add del">
          <ac:chgData name="Shilpa BV" userId="48fbb3e7aeb449f5" providerId="LiveId" clId="{B1FDB68E-6D55-4818-BA60-DC1F88CDFCC0}" dt="2025-05-10T17:12:34.059" v="2191" actId="22"/>
          <ac:spMkLst>
            <pc:docMk/>
            <pc:sldMk cId="1858720841" sldId="342"/>
            <ac:spMk id="7" creationId="{367D3612-1424-3D01-7F2A-CC2F2E6EC735}"/>
          </ac:spMkLst>
        </pc:spChg>
        <pc:spChg chg="add mod">
          <ac:chgData name="Shilpa BV" userId="48fbb3e7aeb449f5" providerId="LiveId" clId="{B1FDB68E-6D55-4818-BA60-DC1F88CDFCC0}" dt="2025-05-10T17:14:13.159" v="2224" actId="113"/>
          <ac:spMkLst>
            <pc:docMk/>
            <pc:sldMk cId="1858720841" sldId="342"/>
            <ac:spMk id="9" creationId="{B6AC2CF2-3D52-27EB-7126-CFEE8A559926}"/>
          </ac:spMkLst>
        </pc:spChg>
        <pc:picChg chg="add mod">
          <ac:chgData name="Shilpa BV" userId="48fbb3e7aeb449f5" providerId="LiveId" clId="{B1FDB68E-6D55-4818-BA60-DC1F88CDFCC0}" dt="2025-05-10T17:12:41.744" v="2193" actId="14100"/>
          <ac:picMkLst>
            <pc:docMk/>
            <pc:sldMk cId="1858720841" sldId="342"/>
            <ac:picMk id="5" creationId="{400CF8F8-DA7C-E6A2-1EA2-548EA5E24F9A}"/>
          </ac:picMkLst>
        </pc:picChg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756389225" sldId="342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683178492" sldId="343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201766772" sldId="344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109274806" sldId="345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922880647" sldId="346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358177831" sldId="347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537363130" sldId="348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912396050" sldId="349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42631261" sldId="350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651001909" sldId="351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380580461" sldId="352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2995655285" sldId="353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823313781" sldId="354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664098494" sldId="355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046666142" sldId="356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3813541909" sldId="357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753781318" sldId="358"/>
        </pc:sldMkLst>
      </pc:sldChg>
      <pc:sldChg chg="del">
        <pc:chgData name="Shilpa BV" userId="48fbb3e7aeb449f5" providerId="LiveId" clId="{B1FDB68E-6D55-4818-BA60-DC1F88CDFCC0}" dt="2025-04-18T14:21:30.329" v="0" actId="47"/>
        <pc:sldMkLst>
          <pc:docMk/>
          <pc:sldMk cId="1474896625" sldId="3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65646-5761-47D7-BAF4-32E99B19AEEF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EE9E1-E57C-413E-8548-3B771967C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A303-3108-D7C3-CD25-BB8D56436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48FCE-63CF-1D98-9FF9-61D80B040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5DD42-7C2D-EA63-59F0-8AE2AFDC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A60288F2-E411-4717-A2A8-E54361EB3D7C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8AD21-B788-F1C2-F7E8-F56F2641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70B3-BCC9-A443-1BAC-6DD16CA5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405273E-9AE5-4195-AC9F-FAA5849B8D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34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5F0C-46AD-7D3A-02FB-FB42FACF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1"/>
            <a:ext cx="10515600" cy="909493"/>
          </a:xfrm>
          <a:solidFill>
            <a:srgbClr val="FFC000"/>
          </a:solidFill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B5B6-A94D-7A23-6E0D-A3549F3D5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4930054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3D09-8725-9484-701F-33B05A2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A60288F2-E411-4717-A2A8-E54361EB3D7C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93219-2E3F-744A-81D6-69AA44D9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4579-1CED-824A-0CA8-F9BCEB36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405273E-9AE5-4195-AC9F-FAA5849B8D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A45E-892C-E9A8-D293-21A3B997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14981-A3C8-5764-AC99-558C6FF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F634B-6A54-FC43-8E8D-085B7F32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B788C-F3D7-E2AB-2E49-4AF62510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CC9A-4849-7D7C-8CF9-7C2AEB54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4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48AE-D9C8-EF0A-05FB-2C57EEB7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21CE-916F-CAAD-9655-71DF729EF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58360-560D-6A4D-91F9-771D7747A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3AF5E-C58B-03F8-EED9-634C7C9B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77E1F-C07A-185D-4E68-106CBD8E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2CD07-6578-DA71-910E-F1E3EB6A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08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307A-E8E3-5127-A049-E6A3677E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B44B7-BB0D-5954-251D-0F12BC40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2E69B-2CDC-E4FB-B18B-875D7F43B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1C115-A98A-5001-0BF8-3EBC9C42B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9E718-D9F9-6AE3-B68F-D6508F125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F024F-CBF4-D143-ABF6-EB2EB007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722D3-F786-2519-0543-2EDB5524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66567-834E-1336-594B-AA23464B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38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9373-BB5F-027E-CC3A-8B55EAFE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42576-219C-9794-2869-8484B55F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572F2-8DA3-70AC-762E-B48629DD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79076-613E-AC63-3B08-8EB2CEAA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34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BB582-1A1E-B166-9AA1-429FBB72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92330-436F-CD11-5364-FE407FBD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B4C21-DDAC-4404-8F4A-3876166D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BA60-9417-655B-8981-B4A24E52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00C1-4AF7-A545-177E-F0EBB194E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EEDF1-8D06-B9D0-423A-297F036E3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E55DA-C5B9-2E76-B1BA-14BFE9E2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F3EBF-CDE3-B285-C427-69FCD6F2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B4E15-2329-E0EF-1D4C-2F93664C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C58F-D2D3-4F10-CE88-39722A7E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D4479-E2DD-56FF-D5BB-DE04CF754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478BA-66AF-702F-CDB3-A0347900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A4622-D12A-4FAE-B828-E9E1E4DE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CAF42-36F3-F313-6025-6B6703BF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40534-695E-3271-4B36-46B66B8C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8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2F08-EF02-9A10-5BE0-FBB74727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3A67-5F4E-687C-34D8-840235068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12992-1770-2302-9B0A-963FC499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8A54-9719-A685-A934-F4C7CDA0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81B6-1918-BC5F-BD53-8777A408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1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D1D8F-C3ED-7F5F-D0F2-78340582B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BE43C-09D6-D3A6-A2B2-0F8B7EB2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CA9E-2DCA-EBB5-D010-BFB742BB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0D38-6161-ECB2-24C3-77483B14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0B45-FFB5-E55C-6A58-163AC0F1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6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12E4B-E40A-EC5C-6075-0A960006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A478-3464-1B7A-C14A-B80A0C8F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36FB4-793C-EC97-FC06-69238CA63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CB672-F07D-641C-512B-5A2BF3194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99F51-A57F-1B93-4FC5-2976DDAC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84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0659-2DFE-0711-0E26-9B048D68D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94AA-C2BE-3204-206E-E42A2753F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BCSML601</a:t>
            </a:r>
          </a:p>
          <a:p>
            <a:r>
              <a:rPr lang="en-US" sz="4400" dirty="0"/>
              <a:t>3:0:2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3259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7992-1A3A-6A68-93BA-53D34BF7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 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2A1E3-9E4B-6A38-0796-73EE6E23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Equations</a:t>
            </a:r>
          </a:p>
          <a:p>
            <a:r>
              <a:rPr lang="en-US" dirty="0"/>
              <a:t>Probability and Statistics</a:t>
            </a:r>
          </a:p>
          <a:p>
            <a:r>
              <a:rPr lang="en-US" dirty="0"/>
              <a:t>Graphs of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96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3F08-A41A-3D71-435E-90A0E7C8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Objectives (CLO)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67F8-FC56-C26E-1C2A-0DEBAD577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will enable students to,</a:t>
            </a:r>
          </a:p>
          <a:p>
            <a:r>
              <a:rPr lang="en-US" dirty="0"/>
              <a:t>Define machine learning and understand the basic theory underlying machine learning.</a:t>
            </a:r>
          </a:p>
          <a:p>
            <a:r>
              <a:rPr lang="en-US" dirty="0"/>
              <a:t>Differentiate supervised, unsupervised and reinforcement learning</a:t>
            </a:r>
          </a:p>
          <a:p>
            <a:r>
              <a:rPr lang="en-US" dirty="0"/>
              <a:t>Understand the basic concepts of learning and decision trees.</a:t>
            </a:r>
          </a:p>
          <a:p>
            <a:r>
              <a:rPr lang="en-US" dirty="0"/>
              <a:t>Understand neural networks and Bayesian techniques for problems appear in machine learning</a:t>
            </a:r>
          </a:p>
          <a:p>
            <a:r>
              <a:rPr lang="en-US" dirty="0"/>
              <a:t>Understand the instant based learning and statistical analysis of machine learning techniques.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9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F878-55B4-5A10-FF90-3CDE6F0F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098"/>
          </a:xfrm>
        </p:spPr>
        <p:txBody>
          <a:bodyPr/>
          <a:lstStyle/>
          <a:p>
            <a:pPr algn="ctr"/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94F0-E930-B691-9A33-D6CB82B4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3" y="1004340"/>
            <a:ext cx="11467475" cy="5664473"/>
          </a:xfrm>
        </p:spPr>
        <p:txBody>
          <a:bodyPr>
            <a:normAutofit/>
          </a:bodyPr>
          <a:lstStyle/>
          <a:p>
            <a:r>
              <a:rPr lang="en-US" dirty="0"/>
              <a:t>Instance Based Learning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k-nearest neighbor learning</a:t>
            </a:r>
          </a:p>
          <a:p>
            <a:pPr lvl="1"/>
            <a:r>
              <a:rPr lang="en-US" dirty="0"/>
              <a:t>locally weighted regression</a:t>
            </a:r>
          </a:p>
          <a:p>
            <a:pPr lvl="1"/>
            <a:r>
              <a:rPr lang="en-US" dirty="0"/>
              <a:t>Radial Basis Functions</a:t>
            </a:r>
          </a:p>
          <a:p>
            <a:pPr lvl="1"/>
            <a:r>
              <a:rPr lang="en-US" dirty="0"/>
              <a:t>Case-based reasoning</a:t>
            </a:r>
          </a:p>
          <a:p>
            <a:r>
              <a:rPr lang="en-US" dirty="0"/>
              <a:t>Reinforcement Learning: </a:t>
            </a:r>
          </a:p>
          <a:p>
            <a:pPr lvl="1"/>
            <a:r>
              <a:rPr lang="en-US" dirty="0"/>
              <a:t>Introduction, </a:t>
            </a:r>
          </a:p>
          <a:p>
            <a:pPr lvl="1"/>
            <a:r>
              <a:rPr lang="en-US" dirty="0"/>
              <a:t>The learning task, </a:t>
            </a:r>
          </a:p>
          <a:p>
            <a:pPr lvl="1"/>
            <a:r>
              <a:rPr lang="en-US" dirty="0"/>
              <a:t>Q-Learning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29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 - Instance-Based Learning PowerPoint Presentation, free download ...">
            <a:extLst>
              <a:ext uri="{FF2B5EF4-FFF2-40B4-BE49-F238E27FC236}">
                <a16:creationId xmlns:a16="http://schemas.microsoft.com/office/drawing/2014/main" id="{69FF1E4F-EAF1-BA07-7A1A-3DFE2A5A4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793" y="985345"/>
            <a:ext cx="7830206" cy="587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36701AE-13C7-81FB-887B-FBF2FA4C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13"/>
            <a:ext cx="10515600" cy="909637"/>
          </a:xfrm>
        </p:spPr>
        <p:txBody>
          <a:bodyPr>
            <a:normAutofit/>
          </a:bodyPr>
          <a:lstStyle/>
          <a:p>
            <a:r>
              <a:rPr lang="en-US" dirty="0"/>
              <a:t>Instance Based Learning - 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32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7AAAD-B786-882E-0FEA-A1141546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Instance Based Learning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6488-9162-84DB-3285-60D570C8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8"/>
            <a:ext cx="11873345" cy="5358843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Instance-based learning, also known as memory-based or lazy learning, is a family of machine learning algorithms that rely on storing and using training instances to make predictions for new instances.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Instance-based learning involves using the entire dataset to make predictions.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machine learns by storing all instances of data and then using these instances to make predictions on new data.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machine compares the new data to the instances it has seen before and uses the closest match to make a prediction.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Instance-based learning is often used in pattern recognition, clustering, and anomaly detection.</a:t>
            </a:r>
          </a:p>
          <a:p>
            <a:pPr>
              <a:buNone/>
            </a:pP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04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9380-F6DD-05AF-5D43-82DD832F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‘X’ is a new instance</a:t>
            </a:r>
          </a:p>
          <a:p>
            <a:r>
              <a:rPr lang="en-US" dirty="0"/>
              <a:t>‘X’ having three nearest neighbors k=3, of which majority 2 are triangles, and hence, X is put into triangle category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224F9A-7BD7-3232-C64D-F51CD8B3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683" y="2574333"/>
            <a:ext cx="8877832" cy="40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76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6DE3B85-2FB9-F283-82AD-4024E530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069" y="256381"/>
            <a:ext cx="5157787" cy="64225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7B3BB61-65BB-58C4-CEB3-7B263512C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9526" y="1080292"/>
            <a:ext cx="5561012" cy="4327280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need for model creation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doesn’t require creating a model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handle small datasets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because it doesn’t require a large dataset to create a model.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flexibility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because the machine stores all instances of data and can use this data to make predictions.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A89797-A474-40FD-3D6C-D53F5C0B6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0743" y="233088"/>
            <a:ext cx="5183188" cy="64225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DCFE21-A172-DC1C-CA34-24500CFE3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080292"/>
            <a:ext cx="5776474" cy="5521326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Slower predictions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because the machine has to compare the new data to all instances of data in order to make a prediction.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accurate predictions: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because it doesn’t have a mathematical model to generalize from.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data:</a:t>
            </a:r>
            <a:r>
              <a:rPr lang="en-US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doesn’t provide as much insight into the relationships between input and output variables as model-based learning does.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866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84466D-EA5C-DCDF-C1CF-6AC3D0C28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2" y="38036"/>
            <a:ext cx="9921181" cy="680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4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C3C8AB-C1DD-E2FC-CB56-F9724411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 Learning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75FE17-A0C6-6303-0F15-67533EFDD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552306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algorithm is a </a:t>
            </a:r>
            <a:r>
              <a:rPr lang="en-US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method</a:t>
            </a:r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used for both classification and regression tasks.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 problems, the KNN algorithm assigns the test data point to the class that appears most frequently among the k-nearest neighbors, i.e., the class with the highest number of neighbors is the predicted class.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regression problems, the KNN algorithm assigns the test data point the average of the k-nearest neighbors' values.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two properties would define KNN well −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Lazy learning algorithm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− because it does not have a specialized training phase and uses all the data for training while classification.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learning algorithm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−because it doesn't assume anything about the underlying data.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3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802D-B212-F602-8B6C-0AD6B6E1D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204952"/>
            <a:ext cx="11873345" cy="64480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operates on the principle of similarity, predicting the label or value of a new data point by considering the labels or values of its K nearest neighbors in the training dataset.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the steps involved: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Optimal Value of K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 represents the number of nearest neighbors to consider while making a prediction.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Calculating Distance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distance between the target and training data points is measured using metrics like Euclidean distance.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Nearest Neighbors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K data points with the smallest distances to the target point are identified.</a:t>
            </a:r>
          </a:p>
          <a:p>
            <a:pPr>
              <a:lnSpc>
                <a:spcPct val="100000"/>
              </a:lnSpc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Voting for Classification or Taking Average for Regression</a:t>
            </a:r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classification, the class labels of K-nearest neighbors are determined by majority voting. For regression, the average of the target values of K nearest neighbors is taken</a:t>
            </a:r>
            <a:br>
              <a:rPr lang="en-US" b="0" i="0" baseline="30000" dirty="0">
                <a:solidFill>
                  <a:srgbClr val="123BB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74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43A12F-3E25-464B-3532-3AA2616860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5" t="1697" r="1170" b="73391"/>
          <a:stretch/>
        </p:blipFill>
        <p:spPr>
          <a:xfrm>
            <a:off x="235974" y="685550"/>
            <a:ext cx="11813458" cy="1707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E41B2D-2A0C-572E-4EF0-C73593DC5C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6" t="30214" r="2137" b="16758"/>
          <a:stretch/>
        </p:blipFill>
        <p:spPr>
          <a:xfrm>
            <a:off x="-16277" y="2617077"/>
            <a:ext cx="12125369" cy="37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2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691E1F-EE9E-BAB4-2DC3-560521720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5" y="243709"/>
            <a:ext cx="11457918" cy="1690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7E2F5-07D6-9F37-C727-E178AD2E4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400" y="2085974"/>
            <a:ext cx="6584288" cy="3605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68C25C-BB3D-F49F-C1A8-8CEDB8611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4" y="5884107"/>
            <a:ext cx="11983435" cy="86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5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9582E5-C304-F6F2-8167-E6CE537DC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08814"/>
            <a:ext cx="10581840" cy="6640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23D2EE-9634-2BFF-2531-A50533D1C9AE}"/>
              </a:ext>
            </a:extLst>
          </p:cNvPr>
          <p:cNvSpPr txBox="1"/>
          <p:nvPr/>
        </p:nvSpPr>
        <p:spPr>
          <a:xfrm>
            <a:off x="8882742" y="3657602"/>
            <a:ext cx="26125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            Category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             Bad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          ------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      Good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             Good</a:t>
            </a:r>
          </a:p>
        </p:txBody>
      </p:sp>
    </p:spTree>
    <p:extLst>
      <p:ext uri="{BB962C8B-B14F-4D97-AF65-F5344CB8AC3E}">
        <p14:creationId xmlns:p14="http://schemas.microsoft.com/office/powerpoint/2010/main" val="895086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831804-4A8B-00A9-D5A1-99FC817E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32052"/>
            <a:ext cx="12057643" cy="188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5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D365-64B6-695F-3729-99B44F78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assume the value of </a:t>
            </a:r>
            <a:r>
              <a:rPr lang="en-US" b="1" i="0" dirty="0">
                <a:solidFill>
                  <a:srgbClr val="1B1B32"/>
                </a:solidFill>
                <a:effectLst/>
                <a:latin typeface="Lato" panose="020F0502020204030203" pitchFamily="34" charset="0"/>
              </a:rPr>
              <a:t>K</a:t>
            </a:r>
            <a:r>
              <a:rPr lang="en-US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is 5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2C10E-9FF5-3940-4ACB-C892FC951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14153"/>
            <a:ext cx="4182707" cy="59438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ACFB5-2A63-1BAD-CB08-45FD386B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23" y="1101441"/>
            <a:ext cx="4069626" cy="1696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5F6175-8062-DB73-5C95-62F011A6CB92}"/>
              </a:ext>
            </a:extLst>
          </p:cNvPr>
          <p:cNvSpPr txBox="1"/>
          <p:nvPr/>
        </p:nvSpPr>
        <p:spPr>
          <a:xfrm>
            <a:off x="5868146" y="3215091"/>
            <a:ext cx="60933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know its class, calculate the distance from the new entry to other entries in the data set using the Euclidean distance formula.</a:t>
            </a:r>
          </a:p>
          <a:p>
            <a:pPr algn="l" fontAlgn="base"/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√(X₂-X₁)²+(Y₂-Y₁)²</a:t>
            </a:r>
          </a:p>
          <a:p>
            <a:pPr algn="l" fontAlgn="base"/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X₂ = New entry's brightness (20).</a:t>
            </a:r>
          </a:p>
          <a:p>
            <a:pPr algn="l" fontAlgn="base"/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X₁= Existing entry's brightness.</a:t>
            </a:r>
          </a:p>
          <a:p>
            <a:pPr algn="l" fontAlgn="base"/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Y₂ = New entry's saturation (35).</a:t>
            </a:r>
          </a:p>
          <a:p>
            <a:pPr algn="l" fontAlgn="base"/>
            <a:r>
              <a:rPr lang="en-US" sz="24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Y₁ = Existing entry's saturation.</a:t>
            </a:r>
          </a:p>
          <a:p>
            <a:pPr algn="l" fontAlgn="base"/>
            <a:endParaRPr lang="en-US" sz="2400" b="0" i="0" dirty="0">
              <a:solidFill>
                <a:srgbClr val="0A0A2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9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90B3-3CA7-B666-8803-C76AC35E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CE5A7-B819-4A4A-742D-BC31E7D6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5538953" cy="55230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d1 = √(20 - 40)² + (35 - 20)²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√400 + 225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√625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25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d2 = √(20 - 50)² + (35 - 50)²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√900 + 225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√1125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33.54</a:t>
            </a:r>
            <a:endParaRPr lang="en-IN" dirty="0">
              <a:solidFill>
                <a:srgbClr val="0A0A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d3 = √(20 - 60)² + (35 - 90)²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√1600 + 3025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√4625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68.01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038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57F0-9AC5-41DF-EFDE-FA544F16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246" y="88031"/>
            <a:ext cx="5168554" cy="909493"/>
          </a:xfrm>
        </p:spPr>
        <p:txBody>
          <a:bodyPr>
            <a:normAutofit/>
          </a:bodyPr>
          <a:lstStyle/>
          <a:p>
            <a:r>
              <a:rPr lang="en-US" sz="2800" dirty="0"/>
              <a:t>Arranged in ascending order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E5982-99CA-1943-01C4-98DF3C5A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4" y="900605"/>
            <a:ext cx="5224135" cy="5908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CD2CA-B6FB-44F8-578A-3D4A4B9D0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46" y="997524"/>
            <a:ext cx="5320953" cy="569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50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865B-FAC7-564B-D95B-BE7CDACD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88031"/>
            <a:ext cx="11655973" cy="909493"/>
          </a:xfrm>
        </p:spPr>
        <p:txBody>
          <a:bodyPr>
            <a:noAutofit/>
          </a:bodyPr>
          <a:lstStyle/>
          <a:p>
            <a:r>
              <a:rPr lang="en-US" sz="28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we chose 5 as the value of </a:t>
            </a:r>
            <a:r>
              <a:rPr lang="en-US" sz="2800" b="1" i="0" dirty="0">
                <a:solidFill>
                  <a:srgbClr val="1B1B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we'll only consider the first five rows.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9B39-869F-7C37-24A9-6B835E876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7738" y="1246909"/>
            <a:ext cx="5688006" cy="4930054"/>
          </a:xfrm>
        </p:spPr>
        <p:txBody>
          <a:bodyPr/>
          <a:lstStyle/>
          <a:p>
            <a:r>
              <a:rPr lang="en-US" dirty="0">
                <a:solidFill>
                  <a:srgbClr val="0A0A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majority class within the 5 nearest neighbors to the new entry is </a:t>
            </a:r>
            <a:r>
              <a:rPr lang="en-US" b="1" i="0" dirty="0">
                <a:solidFill>
                  <a:srgbClr val="1B1B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0" i="0" dirty="0">
                <a:solidFill>
                  <a:srgbClr val="0A0A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 classify the new entry as </a:t>
            </a:r>
            <a:r>
              <a:rPr lang="en-US" b="1" i="0" dirty="0">
                <a:solidFill>
                  <a:srgbClr val="1B1B3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166C6-78FE-D0BB-C0ED-FBEA10F5C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6" y="1213764"/>
            <a:ext cx="5106549" cy="443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16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4121-6183-6643-24E0-141C1B09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09" y="88031"/>
            <a:ext cx="11461531" cy="909493"/>
          </a:xfrm>
        </p:spPr>
        <p:txBody>
          <a:bodyPr>
            <a:normAutofit/>
          </a:bodyPr>
          <a:lstStyle/>
          <a:p>
            <a:r>
              <a:rPr lang="en-IN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Distance-Weighted NEAREST NEIGHBOR Algorithm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1AA6F-71DF-A255-7B0D-C6293A6AA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552306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efinement to the k-Nearest Neighbor algorithm is to weight the contribution of each of the k neighbors according to their distance to the query point </a:t>
            </a:r>
            <a:r>
              <a:rPr lang="en-US" b="1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greater weight to closer neighbors.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are usually assigned by computing the inverse of each distance, adding the inverses of each distance and dividing each inverse by the sum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consider samples of 3 classes A, B, C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distances computed are (1, 3, 4, 5, 2)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inverses are (1/1, 1/3, 1/4, 1/5, 1/2),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(1/1 + 1/3+ 1/4 + 1/5 + 1/2) = 2.28,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each inverse by sum = (1/2.28, 2.28/3, 2.28/4, 2.28/5, 2.28/2)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(0.44-A, 0.76-B, 0.57-A, 0.456-A, 1.14-C) a new sample belongs to class A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82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85798F-2627-22AC-AB82-0586E41EFD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008"/>
          <a:stretch/>
        </p:blipFill>
        <p:spPr>
          <a:xfrm>
            <a:off x="0" y="94644"/>
            <a:ext cx="12192000" cy="3906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D208E7-B82C-A137-F258-2185F78BBE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3" t="57071" r="1654" b="8550"/>
          <a:stretch/>
        </p:blipFill>
        <p:spPr>
          <a:xfrm>
            <a:off x="196645" y="4062491"/>
            <a:ext cx="11798710" cy="235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33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C67E-8FE5-5375-611D-979829FB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</a:rPr>
              <a:t>LOCALLY WEIGHTED REGRESSION</a:t>
            </a:r>
            <a:endParaRPr lang="en-IN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AFD7-8E68-FE16-40E3-372B9C665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Locally Weighted Regression (LWR) is a non-parametric algorithm used in machine learning for regression analysis. 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linear regression, which assumes a global linear relationship between the input and output variables, LWR focuses on local patterns and relationships within the data. 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particularly useful for datasets with non-linear relationships.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3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22A0-2B04-EA69-1C0A-0987BE87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5523778"/>
          </a:xfrm>
        </p:spPr>
        <p:txBody>
          <a:bodyPr>
            <a:normAutofit fontScale="92500" lnSpcReduction="20000"/>
          </a:bodyPr>
          <a:lstStyle/>
          <a:p>
            <a:pPr fontAlgn="base"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Locally weighted linear regression is the nonparametric regression methods that combine k-nearest neighbor based machine learning. </a:t>
            </a:r>
          </a:p>
          <a:p>
            <a:pPr fontAlgn="base"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referred to as locally weighted because, for a query point, the function is approximated on the basis of data near that and weighted because the contribution is weighted by its distance from the query point.</a:t>
            </a:r>
          </a:p>
          <a:p>
            <a:pPr algn="l" fontAlgn="base"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Locally Weighted Regression (LWR) is a non-parametric, memory-based algorithm, which means it explicitly retains training data and used it for every time a prediction is made.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No training phase. All the work is done during the testing phase/while making predictions.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must always be available for predictions.</a:t>
            </a:r>
          </a:p>
          <a:p>
            <a:pPr fontAlgn="base">
              <a:spcAft>
                <a:spcPts val="18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is used for making predictions when there exists a non-linear relationship between the features.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750"/>
              </a:spcAft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9ED8BA-7824-B666-9FCD-78DDF060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13"/>
            <a:ext cx="10515600" cy="909637"/>
          </a:xfrm>
        </p:spPr>
        <p:txBody>
          <a:bodyPr>
            <a:normAutofit fontScale="90000"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</a:rPr>
              <a:t>LOCALLY WEIGHTED LINEAR REGRESSION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419221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BECF979-CAF8-09E4-A3C8-2A617591F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379" y="-51082"/>
            <a:ext cx="5129048" cy="375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L | Locally weighted Linear Regression - GeeksforGeeks">
            <a:extLst>
              <a:ext uri="{FF2B5EF4-FFF2-40B4-BE49-F238E27FC236}">
                <a16:creationId xmlns:a16="http://schemas.microsoft.com/office/drawing/2014/main" id="{A0D6CC91-4615-C6F6-CB9C-F1C22520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82"/>
            <a:ext cx="5239407" cy="369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A1CB835-37E1-8D72-C3EB-1A47644BA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005" y="3498583"/>
            <a:ext cx="4761188" cy="335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482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30D6-4B26-1675-8CB4-2C6BBAE0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945931"/>
            <a:ext cx="11873345" cy="5754414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onsider the case of locally weighted regression in which the target function f is approximated near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linear function of the form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b="1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value of the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attribute of the instance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ethods to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weights that minimize the squared error summed over the set D of training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b="1" i="1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led to gradient descent training rule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it’s a global error, and so, modify this procedure to derive a local approximation error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emphasize fitting the local training examples.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FCCC7-10EE-C9C1-66CB-AA06042C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70" y="1741280"/>
            <a:ext cx="5662646" cy="604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21BC36-5043-3967-18A0-E65197D3B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989" y="3330545"/>
            <a:ext cx="4002315" cy="985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D8655B-DB7E-0756-13F0-1C612BA58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830" y="4213450"/>
            <a:ext cx="4794572" cy="9851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341280B-B22C-3F59-98A5-93CAB79D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13"/>
            <a:ext cx="10515600" cy="909637"/>
          </a:xfrm>
        </p:spPr>
        <p:txBody>
          <a:bodyPr>
            <a:normAutofit fontScale="90000"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</a:rPr>
              <a:t>LOCALLY WEIGHTED LINEAR REGRESSION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441838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CAE3-5C11-C3B3-633F-88EC8088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41890"/>
            <a:ext cx="11873345" cy="6589986"/>
          </a:xfrm>
        </p:spPr>
        <p:txBody>
          <a:bodyPr/>
          <a:lstStyle/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possible criteria are given below: the error 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E(</a:t>
            </a:r>
            <a:r>
              <a:rPr lang="en-US" b="1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emphasize the fact that now the error is being defined as a cost function of the query point </a:t>
            </a:r>
            <a:r>
              <a:rPr lang="en-US" b="1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0CEEA-C2EC-8A9C-357B-234DEFD37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6" y="1182415"/>
            <a:ext cx="11445502" cy="567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86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A1165-E513-447C-8151-2881BD5B6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57654"/>
            <a:ext cx="11873345" cy="670034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LWLR can capture the dynamics of time-varying data by adapting to local patterns and trends, making accurate predictions over time.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LWLR helps detect abnormal behavior in domains like fraud detection or network intrusion detection by identifying deviations from expected patterns in a localized manner.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Control Systems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LWLR enables precise control and decision-making in dynamic environments by modeling and predicting the behavior of complex systems.</a:t>
            </a:r>
          </a:p>
          <a:p>
            <a:pPr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Predictive Accuracy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By considering local patterns, LWLR captures subtle nuances in the data, resulting in more accurate predictions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 and Adaptability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LWLR can adapt to different regions of the dataset, making it suitable for complex and non-linear relationships.</a:t>
            </a:r>
          </a:p>
          <a:p>
            <a:pPr>
              <a:lnSpc>
                <a:spcPct val="100000"/>
              </a:lnSpc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Results</a:t>
            </a:r>
            <a:r>
              <a:rPr lang="en-US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Despite its adaptive nature, LWLR provides interpretable results, offering insights into the relationships between variables within specific regions of the data</a:t>
            </a:r>
            <a:br>
              <a:rPr lang="en-US" b="0" i="0" baseline="30000" dirty="0">
                <a:solidFill>
                  <a:srgbClr val="123BB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28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263C-D95C-5E20-6375-B8CFBA82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RADIAL BASIS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A4F3-AAF7-0FE9-A090-1242ADB7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Radial Basis Function (RBF)</a:t>
            </a:r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type of mathematical function whose value depends only on the distance from a central point. </a:t>
            </a:r>
          </a:p>
          <a:p>
            <a:r>
              <a:rPr lang="en-US" b="0" i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RBFs </a:t>
            </a:r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commonly used to model non-linear relationships, making them effective for tasks like </a:t>
            </a:r>
            <a:r>
              <a:rPr lang="en-US" b="1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approximation</a:t>
            </a:r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b="1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b="1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approach to function approximation that is closely related to distance-weighted regression and also to artificial neural networks is learning with radial basis functions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95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9FA3-4995-99A6-C15C-060BEDBA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6AF30-5AAE-4714-B994-2DC3CA83A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ssume we have a classification problem to predict whether a student will pass or fail the examination.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features are independent variables:</a:t>
            </a:r>
          </a:p>
          <a:p>
            <a:pPr lvl="1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in internal exams</a:t>
            </a:r>
          </a:p>
          <a:p>
            <a:pPr lvl="1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in projects</a:t>
            </a:r>
          </a:p>
          <a:p>
            <a:pPr lvl="1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percentage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these 3 independent variables become 3 dimensions of a space</a:t>
            </a:r>
          </a:p>
        </p:txBody>
      </p:sp>
    </p:spTree>
    <p:extLst>
      <p:ext uri="{BB962C8B-B14F-4D97-AF65-F5344CB8AC3E}">
        <p14:creationId xmlns:p14="http://schemas.microsoft.com/office/powerpoint/2010/main" val="1707242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484C-CE05-AD60-0D07-9E5C358E3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5" y="411523"/>
            <a:ext cx="11873345" cy="4930054"/>
          </a:xfrm>
        </p:spPr>
        <p:txBody>
          <a:bodyPr/>
          <a:lstStyle/>
          <a:p>
            <a:pPr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that our data points look like this where-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green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students who passed the examination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red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students who failed the examination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 will create a hyperplane that travels through these 3 dimensions in order to differentiate the failed and passed students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33A57-43E4-818B-C598-B2FA767F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6" y="2820081"/>
            <a:ext cx="4975240" cy="3080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59BEE-542F-CCCA-BE43-2B0C213DC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584" y="2876551"/>
            <a:ext cx="4865849" cy="308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45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BB98-84E5-FEC9-D0C8-A3AB7946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72565-7E0B-4B3E-96DC-3ADFD760F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8"/>
            <a:ext cx="11873345" cy="5410565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that the data points are looking like this in the space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cannot use a linear hyperplane such that it can group the data points according to their classes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24AA6-8305-4821-9626-9002576E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74" y="2116498"/>
            <a:ext cx="64008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33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B980-E254-DA7C-A15C-88628BA4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Solution- RBF - Expansion of data points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C8B9-0E12-DBE6-E10C-DBADE17F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2 different processes that are done by these functions-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 points across the horizontal direction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Compressing the data points across the vertical direction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the expansion and compression, the data points would have been transformed like this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B9408-7814-3871-CBA0-C8FB1908F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579" y="3711936"/>
            <a:ext cx="4932948" cy="31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7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0EB1-E7EF-03FF-CFDF-5889AE25E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54983"/>
            <a:ext cx="7308836" cy="6555783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RBF is also used along with artificial neural networks with one hidden layer. </a:t>
            </a: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such types of networks, RBF will be used as activation functions in the hidden layers.</a:t>
            </a: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Apart from the hidden layer, there will be an input layer that contains several neurons where each one of them represents a feature variable and the output layer will be having a weighted sum of outputs from the hidden layer to form the network outputs.</a:t>
            </a:r>
          </a:p>
          <a:p>
            <a:pPr algn="l"/>
            <a:r>
              <a:rPr lang="en-IN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hidden unit produces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activation determined by a Gaussian function centered at some instance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its activation will be close to zero unless the input x is near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unit produces a linear combination of the hidden unit activations.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ltiple output units can also </a:t>
            </a:r>
            <a:r>
              <a:rPr lang="en-IN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included.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0C297F-7EBB-7CA7-84DD-0FC4074B7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30" y="605490"/>
            <a:ext cx="4212771" cy="458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1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C561-4D7A-C1A1-BDA0-84C0F21C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2"/>
            <a:ext cx="10515600" cy="565872"/>
          </a:xfrm>
        </p:spPr>
        <p:txBody>
          <a:bodyPr>
            <a:normAutofit fontScale="90000"/>
          </a:bodyPr>
          <a:lstStyle/>
          <a:p>
            <a:r>
              <a:rPr lang="en-US" dirty="0"/>
              <a:t>Reinforcement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96EF-0B33-AF59-0150-DD2276023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653904"/>
            <a:ext cx="11719035" cy="611606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</a:rPr>
              <a:t>Reinforcement learning addresses the question of how an autonomous agent that senses and acts in its environment can learn to choose optimal actions to achieve its </a:t>
            </a:r>
            <a:r>
              <a:rPr lang="en-IN" b="0" i="0" u="none" strike="noStrike" baseline="0" dirty="0">
                <a:latin typeface="Times New Roman" panose="02020603050405020304" pitchFamily="18" charset="0"/>
              </a:rPr>
              <a:t>goals.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</a:rPr>
              <a:t>For example, when </a:t>
            </a:r>
            <a:r>
              <a:rPr lang="en-US" b="0" i="0" u="none" strike="noStrike" baseline="0" dirty="0">
                <a:latin typeface="Times New Roman" panose="02020603050405020304" pitchFamily="18" charset="0"/>
              </a:rPr>
              <a:t>training an agent to play a game the trainer might provide a positive reward when the game is won, negative reward when it is lost, and zero reward in all other states. </a:t>
            </a: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</a:rPr>
              <a:t>The task of the agent is to learn from this indirect, delayed reward, to choose sequences of actions that produce the greatest cumulative reward.</a:t>
            </a:r>
          </a:p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</a:rPr>
              <a:t>In </a:t>
            </a:r>
            <a:r>
              <a:rPr lang="en-US" b="0" i="0" u="none" strike="noStrike" baseline="0" dirty="0">
                <a:latin typeface="Times New Roman" panose="02020603050405020304" pitchFamily="18" charset="0"/>
              </a:rPr>
              <a:t>general, an agent must learn to choose actions that alter the state of its environment and where a cumulative reward function is used to define the quality of any given action sequence.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029252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F7992-A8E0-5CB0-092C-44E3C07BC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835572"/>
            <a:ext cx="6327229" cy="5934397"/>
          </a:xfrm>
        </p:spPr>
        <p:txBody>
          <a:bodyPr>
            <a:noAutofit/>
          </a:bodyPr>
          <a:lstStyle/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 interacting with its environment.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exists in an environment described by some set of possible states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perform any of a set of possible actions A. 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time it performs an action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state </a:t>
            </a:r>
            <a:r>
              <a:rPr lang="en-US" sz="240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receives a real-valued reward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indicates the immediate value of this state-action transition. 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produces a sequence of states </a:t>
            </a:r>
            <a:r>
              <a:rPr lang="en-US" sz="240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immediate rewards </a:t>
            </a:r>
            <a:r>
              <a:rPr lang="en-US" sz="240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figure.</a:t>
            </a:r>
          </a:p>
          <a:p>
            <a:pPr algn="l"/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agent's task is to learn a control policy,        </a:t>
            </a:r>
            <a:r>
              <a:rPr lang="el-GR" sz="240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 + </a:t>
            </a:r>
            <a:r>
              <a:rPr lang="en-US" sz="240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maximizes the expected sum of these rewards, with future rewards discounted exponentially by their delay.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969DA-EB28-7AC2-92A0-48FB7148A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048" y="1006403"/>
            <a:ext cx="5445270" cy="541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9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ED03-38F4-E04A-BD1F-D249239C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2"/>
            <a:ext cx="10515600" cy="779072"/>
          </a:xfrm>
        </p:spPr>
        <p:txBody>
          <a:bodyPr/>
          <a:lstStyle/>
          <a:p>
            <a:r>
              <a:rPr lang="en-US" dirty="0"/>
              <a:t>Q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F5E65-BEB6-EE56-7203-4A524FC9B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024758"/>
            <a:ext cx="11873345" cy="5745209"/>
          </a:xfrm>
        </p:spPr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Q-learning is a </a:t>
            </a:r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model-free reinforcement learning algorithm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used to train agents (computer programs) to make optimal decisions by interacting with an environment.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agent explore different actions and learn which ones lead to better outcomes.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agent uses trial and error to determine which actions result in rewards (good outcomes) or penalties (bad outcomes).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620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5AB8-94D5-59DC-4A7F-BE1971B5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1"/>
            <a:ext cx="10515600" cy="684479"/>
          </a:xfrm>
        </p:spPr>
        <p:txBody>
          <a:bodyPr>
            <a:normAutofit fontScale="90000"/>
          </a:bodyPr>
          <a:lstStyle/>
          <a:p>
            <a:r>
              <a:rPr lang="en-US" dirty="0"/>
              <a:t>Q Learning Algorithm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CF8F8-DA7C-E6A2-1EA2-548EA5E2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511"/>
            <a:ext cx="7614745" cy="44157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AC2CF2-3D52-27EB-7126-CFEE8A559926}"/>
              </a:ext>
            </a:extLst>
          </p:cNvPr>
          <p:cNvSpPr txBox="1"/>
          <p:nvPr/>
        </p:nvSpPr>
        <p:spPr>
          <a:xfrm>
            <a:off x="7614745" y="914404"/>
            <a:ext cx="4577255" cy="495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173038" algn="l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Q(s, a)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Q-value for a given state-action pair.</a:t>
            </a:r>
          </a:p>
          <a:p>
            <a:pPr marL="173038" algn="l" fontAlgn="base">
              <a:spcAft>
                <a:spcPts val="1800"/>
              </a:spcAft>
            </a:pPr>
            <a:r>
              <a:rPr lang="en-US" sz="2400" b="1" i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immediate reward for taking action 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state 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3038" algn="l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 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 factor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the importance of future rewards.</a:t>
            </a:r>
          </a:p>
          <a:p>
            <a:pPr marL="173038" algn="l" fontAlgn="base">
              <a:spcAft>
                <a:spcPts val="1800"/>
              </a:spcAft>
            </a:pPr>
            <a:r>
              <a:rPr lang="en-US" sz="2400" b="1" i="1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maxa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1" i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  <a:r>
              <a:rPr lang="en-US" sz="2400" b="1" i="1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maximum Q-value for the next state 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all possible actions.</a:t>
            </a:r>
          </a:p>
        </p:txBody>
      </p:sp>
    </p:spTree>
    <p:extLst>
      <p:ext uri="{BB962C8B-B14F-4D97-AF65-F5344CB8AC3E}">
        <p14:creationId xmlns:p14="http://schemas.microsoft.com/office/powerpoint/2010/main" val="1858720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62EF-3D7D-F0D6-78A4-9478A9FB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965"/>
            <a:ext cx="10515600" cy="5927835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74218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3654</TotalTime>
  <Words>2262</Words>
  <Application>Microsoft Office PowerPoint</Application>
  <PresentationFormat>Widescreen</PresentationFormat>
  <Paragraphs>178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Cambria</vt:lpstr>
      <vt:lpstr>Lato</vt:lpstr>
      <vt:lpstr>Times New Roman</vt:lpstr>
      <vt:lpstr>Office Theme</vt:lpstr>
      <vt:lpstr>Machine Learning</vt:lpstr>
      <vt:lpstr>Pre- requisites</vt:lpstr>
      <vt:lpstr>Course Learning Objectives (CLO)</vt:lpstr>
      <vt:lpstr>MODULE 5</vt:lpstr>
      <vt:lpstr>Instance Based Learning - Introduction</vt:lpstr>
      <vt:lpstr>Instance Based Learning - Introduction</vt:lpstr>
      <vt:lpstr>PowerPoint Presentation</vt:lpstr>
      <vt:lpstr>PowerPoint Presentation</vt:lpstr>
      <vt:lpstr>PowerPoint Presentation</vt:lpstr>
      <vt:lpstr>k-Nearest Neighbor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assume the value of K is 5</vt:lpstr>
      <vt:lpstr>PowerPoint Presentation</vt:lpstr>
      <vt:lpstr>Arranged in ascending order</vt:lpstr>
      <vt:lpstr>Since we chose 5 as the value of K, we'll only consider the first five rows.</vt:lpstr>
      <vt:lpstr>Distance-Weighted NEAREST NEIGHBOR Algorithm</vt:lpstr>
      <vt:lpstr>PowerPoint Presentation</vt:lpstr>
      <vt:lpstr>LOCALLY WEIGHTED REGRESSION</vt:lpstr>
      <vt:lpstr>LOCALLY WEIGHTED LINEAR REGRESSION</vt:lpstr>
      <vt:lpstr>PowerPoint Presentation</vt:lpstr>
      <vt:lpstr>LOCALLY WEIGHTED LINEAR REGRESSION</vt:lpstr>
      <vt:lpstr>PowerPoint Presentation</vt:lpstr>
      <vt:lpstr>PowerPoint Presentation</vt:lpstr>
      <vt:lpstr>RADIAL BASIS FUNCTIONS</vt:lpstr>
      <vt:lpstr>PowerPoint Presentation</vt:lpstr>
      <vt:lpstr>PowerPoint Presentation</vt:lpstr>
      <vt:lpstr>PowerPoint Presentation</vt:lpstr>
      <vt:lpstr>Solution- RBF - Expansion of data points </vt:lpstr>
      <vt:lpstr>PowerPoint Presentation</vt:lpstr>
      <vt:lpstr>Reinforcement Learning</vt:lpstr>
      <vt:lpstr>PowerPoint Presentation</vt:lpstr>
      <vt:lpstr>Q learning</vt:lpstr>
      <vt:lpstr>Q Learning Algorithm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Shilpa B V</dc:creator>
  <cp:lastModifiedBy>Shilpa BV</cp:lastModifiedBy>
  <cp:revision>26</cp:revision>
  <dcterms:created xsi:type="dcterms:W3CDTF">2025-01-27T06:33:54Z</dcterms:created>
  <dcterms:modified xsi:type="dcterms:W3CDTF">2025-05-10T17:14:16Z</dcterms:modified>
</cp:coreProperties>
</file>

<file path=[Content_Types].xml><?xml version="1.0" encoding="utf-8"?>
<Types xmlns="http://schemas.openxmlformats.org/package/2006/content-types">
  <Default Extension="emf" ContentType="image/x-emf"/>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74"/>
  </p:notes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84" r:id="rId21"/>
    <p:sldId id="279" r:id="rId22"/>
    <p:sldId id="275" r:id="rId23"/>
    <p:sldId id="276" r:id="rId24"/>
    <p:sldId id="277" r:id="rId25"/>
    <p:sldId id="278" r:id="rId26"/>
    <p:sldId id="280" r:id="rId27"/>
    <p:sldId id="281" r:id="rId28"/>
    <p:sldId id="282" r:id="rId29"/>
    <p:sldId id="283" r:id="rId30"/>
    <p:sldId id="285" r:id="rId31"/>
    <p:sldId id="286" r:id="rId32"/>
    <p:sldId id="288" r:id="rId33"/>
    <p:sldId id="289" r:id="rId34"/>
    <p:sldId id="291" r:id="rId35"/>
    <p:sldId id="292" r:id="rId36"/>
    <p:sldId id="293" r:id="rId37"/>
    <p:sldId id="316" r:id="rId38"/>
    <p:sldId id="290" r:id="rId39"/>
    <p:sldId id="294" r:id="rId40"/>
    <p:sldId id="295" r:id="rId41"/>
    <p:sldId id="296" r:id="rId42"/>
    <p:sldId id="299" r:id="rId43"/>
    <p:sldId id="300" r:id="rId44"/>
    <p:sldId id="312" r:id="rId45"/>
    <p:sldId id="313" r:id="rId46"/>
    <p:sldId id="315" r:id="rId47"/>
    <p:sldId id="297" r:id="rId48"/>
    <p:sldId id="302" r:id="rId49"/>
    <p:sldId id="304" r:id="rId50"/>
    <p:sldId id="303" r:id="rId51"/>
    <p:sldId id="307" r:id="rId52"/>
    <p:sldId id="308" r:id="rId53"/>
    <p:sldId id="306" r:id="rId54"/>
    <p:sldId id="305" r:id="rId55"/>
    <p:sldId id="309" r:id="rId56"/>
    <p:sldId id="310" r:id="rId57"/>
    <p:sldId id="317" r:id="rId58"/>
    <p:sldId id="320" r:id="rId59"/>
    <p:sldId id="311" r:id="rId60"/>
    <p:sldId id="362" r:id="rId61"/>
    <p:sldId id="363" r:id="rId62"/>
    <p:sldId id="364" r:id="rId63"/>
    <p:sldId id="365" r:id="rId64"/>
    <p:sldId id="366" r:id="rId65"/>
    <p:sldId id="367" r:id="rId66"/>
    <p:sldId id="368" r:id="rId67"/>
    <p:sldId id="369" r:id="rId68"/>
    <p:sldId id="370" r:id="rId69"/>
    <p:sldId id="323" r:id="rId70"/>
    <p:sldId id="324" r:id="rId71"/>
    <p:sldId id="325" r:id="rId72"/>
    <p:sldId id="326" r:id="rId73"/>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601E285A-E621-49FD-8F85-22886B190BDC}" v="176" dt="2025-03-31T08:45:38.878"/>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Light Styl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311" autoAdjust="0"/>
    <p:restoredTop sz="94660"/>
  </p:normalViewPr>
  <p:slideViewPr>
    <p:cSldViewPr snapToGrid="0">
      <p:cViewPr varScale="1">
        <p:scale>
          <a:sx n="61" d="100"/>
          <a:sy n="61" d="100"/>
        </p:scale>
        <p:origin x="114" y="8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16" Type="http://schemas.openxmlformats.org/officeDocument/2006/relationships/slide" Target="slides/slide1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slide" Target="slides/slide52.xml"/><Relationship Id="rId58" Type="http://schemas.openxmlformats.org/officeDocument/2006/relationships/slide" Target="slides/slide57.xml"/><Relationship Id="rId66" Type="http://schemas.openxmlformats.org/officeDocument/2006/relationships/slide" Target="slides/slide65.xml"/><Relationship Id="rId74" Type="http://schemas.openxmlformats.org/officeDocument/2006/relationships/notesMaster" Target="notesMasters/notesMaster1.xml"/><Relationship Id="rId79" Type="http://schemas.microsoft.com/office/2016/11/relationships/changesInfo" Target="changesInfos/changesInfo1.xml"/><Relationship Id="rId5" Type="http://schemas.openxmlformats.org/officeDocument/2006/relationships/slide" Target="slides/slide4.xml"/><Relationship Id="rId61" Type="http://schemas.openxmlformats.org/officeDocument/2006/relationships/slide" Target="slides/slide60.xml"/><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slide" Target="slides/slide55.xml"/><Relationship Id="rId64" Type="http://schemas.openxmlformats.org/officeDocument/2006/relationships/slide" Target="slides/slide63.xml"/><Relationship Id="rId69" Type="http://schemas.openxmlformats.org/officeDocument/2006/relationships/slide" Target="slides/slide68.xml"/><Relationship Id="rId77"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80" Type="http://schemas.microsoft.com/office/2015/10/relationships/revisionInfo" Target="revisionInfo.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slide" Target="slides/slide58.xml"/><Relationship Id="rId67" Type="http://schemas.openxmlformats.org/officeDocument/2006/relationships/slide" Target="slides/slide66.xml"/><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slide" Target="slides/slide53.xml"/><Relationship Id="rId62" Type="http://schemas.openxmlformats.org/officeDocument/2006/relationships/slide" Target="slides/slide61.xml"/><Relationship Id="rId70" Type="http://schemas.openxmlformats.org/officeDocument/2006/relationships/slide" Target="slides/slide69.xml"/><Relationship Id="rId75"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viewProps" Target="viewProps.xml"/><Relationship Id="rId7" Type="http://schemas.openxmlformats.org/officeDocument/2006/relationships/slide" Target="slides/slide6.xml"/><Relationship Id="rId71" Type="http://schemas.openxmlformats.org/officeDocument/2006/relationships/slide" Target="slides/slide70.xml"/><Relationship Id="rId2" Type="http://schemas.openxmlformats.org/officeDocument/2006/relationships/slide" Target="slides/slide1.xml"/><Relationship Id="rId29" Type="http://schemas.openxmlformats.org/officeDocument/2006/relationships/slide" Target="slides/slide28.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Shilpa BV" userId="48fbb3e7aeb449f5" providerId="LiveId" clId="{601E285A-E621-49FD-8F85-22886B190BDC}"/>
    <pc:docChg chg="undo redo custSel addSld delSld modSld sldOrd">
      <pc:chgData name="Shilpa BV" userId="48fbb3e7aeb449f5" providerId="LiveId" clId="{601E285A-E621-49FD-8F85-22886B190BDC}" dt="2025-03-31T08:48:08.555" v="8901" actId="20577"/>
      <pc:docMkLst>
        <pc:docMk/>
      </pc:docMkLst>
      <pc:sldChg chg="modSp mod">
        <pc:chgData name="Shilpa BV" userId="48fbb3e7aeb449f5" providerId="LiveId" clId="{601E285A-E621-49FD-8F85-22886B190BDC}" dt="2025-03-26T06:28:19.736" v="7881" actId="1038"/>
        <pc:sldMkLst>
          <pc:docMk/>
          <pc:sldMk cId="1153933494" sldId="266"/>
        </pc:sldMkLst>
        <pc:spChg chg="mod">
          <ac:chgData name="Shilpa BV" userId="48fbb3e7aeb449f5" providerId="LiveId" clId="{601E285A-E621-49FD-8F85-22886B190BDC}" dt="2025-03-26T06:28:19.736" v="7881" actId="1038"/>
          <ac:spMkLst>
            <pc:docMk/>
            <pc:sldMk cId="1153933494" sldId="266"/>
            <ac:spMk id="2" creationId="{CDFDB4EA-1B3A-F5BC-D4B7-5FD4017D06FC}"/>
          </ac:spMkLst>
        </pc:spChg>
      </pc:sldChg>
      <pc:sldChg chg="modSp mod">
        <pc:chgData name="Shilpa BV" userId="48fbb3e7aeb449f5" providerId="LiveId" clId="{601E285A-E621-49FD-8F85-22886B190BDC}" dt="2025-03-12T04:01:25.882" v="1" actId="113"/>
        <pc:sldMkLst>
          <pc:docMk/>
          <pc:sldMk cId="2892011602" sldId="269"/>
        </pc:sldMkLst>
        <pc:spChg chg="mod">
          <ac:chgData name="Shilpa BV" userId="48fbb3e7aeb449f5" providerId="LiveId" clId="{601E285A-E621-49FD-8F85-22886B190BDC}" dt="2025-03-12T04:01:25.882" v="1" actId="113"/>
          <ac:spMkLst>
            <pc:docMk/>
            <pc:sldMk cId="2892011602" sldId="269"/>
            <ac:spMk id="3" creationId="{1D3FB41F-163B-CE81-75FC-DF0688552BCA}"/>
          </ac:spMkLst>
        </pc:spChg>
      </pc:sldChg>
      <pc:sldChg chg="modSp mod">
        <pc:chgData name="Shilpa BV" userId="48fbb3e7aeb449f5" providerId="LiveId" clId="{601E285A-E621-49FD-8F85-22886B190BDC}" dt="2025-03-26T06:30:13.027" v="7886" actId="20577"/>
        <pc:sldMkLst>
          <pc:docMk/>
          <pc:sldMk cId="3021053520" sldId="270"/>
        </pc:sldMkLst>
        <pc:spChg chg="mod">
          <ac:chgData name="Shilpa BV" userId="48fbb3e7aeb449f5" providerId="LiveId" clId="{601E285A-E621-49FD-8F85-22886B190BDC}" dt="2025-03-26T06:30:13.027" v="7886" actId="20577"/>
          <ac:spMkLst>
            <pc:docMk/>
            <pc:sldMk cId="3021053520" sldId="270"/>
            <ac:spMk id="2" creationId="{BC33E28B-DFBD-D05A-A9A1-DF806FBF05CE}"/>
          </ac:spMkLst>
        </pc:spChg>
        <pc:spChg chg="mod">
          <ac:chgData name="Shilpa BV" userId="48fbb3e7aeb449f5" providerId="LiveId" clId="{601E285A-E621-49FD-8F85-22886B190BDC}" dt="2025-03-12T04:04:04.033" v="46" actId="27636"/>
          <ac:spMkLst>
            <pc:docMk/>
            <pc:sldMk cId="3021053520" sldId="270"/>
            <ac:spMk id="3" creationId="{EB6C0D0E-D715-BC0A-0C07-0A57994A1289}"/>
          </ac:spMkLst>
        </pc:spChg>
      </pc:sldChg>
      <pc:sldChg chg="modSp mod">
        <pc:chgData name="Shilpa BV" userId="48fbb3e7aeb449f5" providerId="LiveId" clId="{601E285A-E621-49FD-8F85-22886B190BDC}" dt="2025-03-26T06:29:20.942" v="7884" actId="6549"/>
        <pc:sldMkLst>
          <pc:docMk/>
          <pc:sldMk cId="1944564586" sldId="271"/>
        </pc:sldMkLst>
        <pc:spChg chg="mod">
          <ac:chgData name="Shilpa BV" userId="48fbb3e7aeb449f5" providerId="LiveId" clId="{601E285A-E621-49FD-8F85-22886B190BDC}" dt="2025-03-26T06:29:20.942" v="7884" actId="6549"/>
          <ac:spMkLst>
            <pc:docMk/>
            <pc:sldMk cId="1944564586" sldId="271"/>
            <ac:spMk id="3" creationId="{68177D3B-C7B2-73B4-AE38-E121AD6C0804}"/>
          </ac:spMkLst>
        </pc:spChg>
      </pc:sldChg>
      <pc:sldChg chg="modSp mod">
        <pc:chgData name="Shilpa BV" userId="48fbb3e7aeb449f5" providerId="LiveId" clId="{601E285A-E621-49FD-8F85-22886B190BDC}" dt="2025-03-12T14:00:53.740" v="2315" actId="113"/>
        <pc:sldMkLst>
          <pc:docMk/>
          <pc:sldMk cId="3331131924" sldId="272"/>
        </pc:sldMkLst>
        <pc:spChg chg="mod">
          <ac:chgData name="Shilpa BV" userId="48fbb3e7aeb449f5" providerId="LiveId" clId="{601E285A-E621-49FD-8F85-22886B190BDC}" dt="2025-03-12T14:00:53.740" v="2315" actId="113"/>
          <ac:spMkLst>
            <pc:docMk/>
            <pc:sldMk cId="3331131924" sldId="272"/>
            <ac:spMk id="3" creationId="{6335EF7A-9351-BFCC-A2E2-02265A1A77C5}"/>
          </ac:spMkLst>
        </pc:spChg>
      </pc:sldChg>
      <pc:sldChg chg="modSp mod">
        <pc:chgData name="Shilpa BV" userId="48fbb3e7aeb449f5" providerId="LiveId" clId="{601E285A-E621-49FD-8F85-22886B190BDC}" dt="2025-03-26T06:31:47.020" v="8004" actId="20577"/>
        <pc:sldMkLst>
          <pc:docMk/>
          <pc:sldMk cId="2958150365" sldId="274"/>
        </pc:sldMkLst>
        <pc:spChg chg="mod">
          <ac:chgData name="Shilpa BV" userId="48fbb3e7aeb449f5" providerId="LiveId" clId="{601E285A-E621-49FD-8F85-22886B190BDC}" dt="2025-03-26T06:30:39.971" v="7929" actId="20577"/>
          <ac:spMkLst>
            <pc:docMk/>
            <pc:sldMk cId="2958150365" sldId="274"/>
            <ac:spMk id="2" creationId="{88321242-8F17-26BA-967B-22A971939080}"/>
          </ac:spMkLst>
        </pc:spChg>
        <pc:spChg chg="mod">
          <ac:chgData name="Shilpa BV" userId="48fbb3e7aeb449f5" providerId="LiveId" clId="{601E285A-E621-49FD-8F85-22886B190BDC}" dt="2025-03-26T06:31:47.020" v="8004" actId="20577"/>
          <ac:spMkLst>
            <pc:docMk/>
            <pc:sldMk cId="2958150365" sldId="274"/>
            <ac:spMk id="3" creationId="{E28169EB-B0FE-093E-18DD-A01F7E5A7ED6}"/>
          </ac:spMkLst>
        </pc:spChg>
      </pc:sldChg>
      <pc:sldChg chg="modSp mod">
        <pc:chgData name="Shilpa BV" userId="48fbb3e7aeb449f5" providerId="LiveId" clId="{601E285A-E621-49FD-8F85-22886B190BDC}" dt="2025-03-26T06:26:51.280" v="7848" actId="14100"/>
        <pc:sldMkLst>
          <pc:docMk/>
          <pc:sldMk cId="1213015722" sldId="280"/>
        </pc:sldMkLst>
        <pc:spChg chg="mod">
          <ac:chgData name="Shilpa BV" userId="48fbb3e7aeb449f5" providerId="LiveId" clId="{601E285A-E621-49FD-8F85-22886B190BDC}" dt="2025-03-26T06:26:51.280" v="7848" actId="14100"/>
          <ac:spMkLst>
            <pc:docMk/>
            <pc:sldMk cId="1213015722" sldId="280"/>
            <ac:spMk id="2" creationId="{F30781FA-B585-E93D-1766-861473895BFE}"/>
          </ac:spMkLst>
        </pc:spChg>
        <pc:spChg chg="mod">
          <ac:chgData name="Shilpa BV" userId="48fbb3e7aeb449f5" providerId="LiveId" clId="{601E285A-E621-49FD-8F85-22886B190BDC}" dt="2025-03-26T06:26:37.372" v="7818" actId="1036"/>
          <ac:spMkLst>
            <pc:docMk/>
            <pc:sldMk cId="1213015722" sldId="280"/>
            <ac:spMk id="3" creationId="{DAD79B26-4BE7-16AA-F1F6-EDA4EC94BD1E}"/>
          </ac:spMkLst>
        </pc:spChg>
        <pc:picChg chg="mod">
          <ac:chgData name="Shilpa BV" userId="48fbb3e7aeb449f5" providerId="LiveId" clId="{601E285A-E621-49FD-8F85-22886B190BDC}" dt="2025-03-26T06:26:41.139" v="7831" actId="1036"/>
          <ac:picMkLst>
            <pc:docMk/>
            <pc:sldMk cId="1213015722" sldId="280"/>
            <ac:picMk id="7" creationId="{C64C2451-7495-2C81-14BA-CF1CBEA4F3C0}"/>
          </ac:picMkLst>
        </pc:picChg>
        <pc:picChg chg="mod">
          <ac:chgData name="Shilpa BV" userId="48fbb3e7aeb449f5" providerId="LiveId" clId="{601E285A-E621-49FD-8F85-22886B190BDC}" dt="2025-03-26T06:26:45.755" v="7847" actId="1038"/>
          <ac:picMkLst>
            <pc:docMk/>
            <pc:sldMk cId="1213015722" sldId="280"/>
            <ac:picMk id="9" creationId="{176FEA4A-9E15-F670-BBDE-5DCF6D119ADC}"/>
          </ac:picMkLst>
        </pc:picChg>
      </pc:sldChg>
      <pc:sldChg chg="modSp mod">
        <pc:chgData name="Shilpa BV" userId="48fbb3e7aeb449f5" providerId="LiveId" clId="{601E285A-E621-49FD-8F85-22886B190BDC}" dt="2025-03-26T06:25:41.181" v="7784" actId="1038"/>
        <pc:sldMkLst>
          <pc:docMk/>
          <pc:sldMk cId="2866998117" sldId="283"/>
        </pc:sldMkLst>
        <pc:spChg chg="mod">
          <ac:chgData name="Shilpa BV" userId="48fbb3e7aeb449f5" providerId="LiveId" clId="{601E285A-E621-49FD-8F85-22886B190BDC}" dt="2025-03-26T06:25:36.076" v="7775" actId="113"/>
          <ac:spMkLst>
            <pc:docMk/>
            <pc:sldMk cId="2866998117" sldId="283"/>
            <ac:spMk id="3" creationId="{954E835D-8643-FB70-514A-42DA3869AC51}"/>
          </ac:spMkLst>
        </pc:spChg>
        <pc:picChg chg="mod">
          <ac:chgData name="Shilpa BV" userId="48fbb3e7aeb449f5" providerId="LiveId" clId="{601E285A-E621-49FD-8F85-22886B190BDC}" dt="2025-03-26T06:25:41.181" v="7784" actId="1038"/>
          <ac:picMkLst>
            <pc:docMk/>
            <pc:sldMk cId="2866998117" sldId="283"/>
            <ac:picMk id="9" creationId="{594FAB65-649D-6E93-961D-70008F9111D5}"/>
          </ac:picMkLst>
        </pc:picChg>
      </pc:sldChg>
      <pc:sldChg chg="addSp modSp new mod">
        <pc:chgData name="Shilpa BV" userId="48fbb3e7aeb449f5" providerId="LiveId" clId="{601E285A-E621-49FD-8F85-22886B190BDC}" dt="2025-03-12T14:47:56.317" v="3234" actId="58"/>
        <pc:sldMkLst>
          <pc:docMk/>
          <pc:sldMk cId="1507689764" sldId="285"/>
        </pc:sldMkLst>
        <pc:spChg chg="mod">
          <ac:chgData name="Shilpa BV" userId="48fbb3e7aeb449f5" providerId="LiveId" clId="{601E285A-E621-49FD-8F85-22886B190BDC}" dt="2025-03-12T10:46:16.965" v="1529" actId="20577"/>
          <ac:spMkLst>
            <pc:docMk/>
            <pc:sldMk cId="1507689764" sldId="285"/>
            <ac:spMk id="2" creationId="{608EBAEE-4946-10F6-CCD1-66FEFD928D8E}"/>
          </ac:spMkLst>
        </pc:spChg>
        <pc:spChg chg="mod">
          <ac:chgData name="Shilpa BV" userId="48fbb3e7aeb449f5" providerId="LiveId" clId="{601E285A-E621-49FD-8F85-22886B190BDC}" dt="2025-03-12T14:47:56.317" v="3234" actId="58"/>
          <ac:spMkLst>
            <pc:docMk/>
            <pc:sldMk cId="1507689764" sldId="285"/>
            <ac:spMk id="3" creationId="{1F1E3B4A-C9A0-3778-6B0B-FFB3CA3809E7}"/>
          </ac:spMkLst>
        </pc:spChg>
        <pc:graphicFrameChg chg="add mod modGraphic">
          <ac:chgData name="Shilpa BV" userId="48fbb3e7aeb449f5" providerId="LiveId" clId="{601E285A-E621-49FD-8F85-22886B190BDC}" dt="2025-03-12T10:23:45.053" v="1007" actId="20577"/>
          <ac:graphicFrameMkLst>
            <pc:docMk/>
            <pc:sldMk cId="1507689764" sldId="285"/>
            <ac:graphicFrameMk id="4" creationId="{14DF45A1-E99D-30A5-8B8F-FF990C26568A}"/>
          </ac:graphicFrameMkLst>
        </pc:graphicFrameChg>
      </pc:sldChg>
      <pc:sldChg chg="addSp delSp modSp new mod">
        <pc:chgData name="Shilpa BV" userId="48fbb3e7aeb449f5" providerId="LiveId" clId="{601E285A-E621-49FD-8F85-22886B190BDC}" dt="2025-03-20T09:54:22.303" v="7199" actId="1076"/>
        <pc:sldMkLst>
          <pc:docMk/>
          <pc:sldMk cId="3997442928" sldId="286"/>
        </pc:sldMkLst>
        <pc:spChg chg="mod">
          <ac:chgData name="Shilpa BV" userId="48fbb3e7aeb449f5" providerId="LiveId" clId="{601E285A-E621-49FD-8F85-22886B190BDC}" dt="2025-03-12T10:35:55.480" v="1148" actId="20577"/>
          <ac:spMkLst>
            <pc:docMk/>
            <pc:sldMk cId="3997442928" sldId="286"/>
            <ac:spMk id="3" creationId="{323C5916-CC5E-EC82-8BBA-AAF9117FF86A}"/>
          </ac:spMkLst>
        </pc:spChg>
        <pc:spChg chg="add mod">
          <ac:chgData name="Shilpa BV" userId="48fbb3e7aeb449f5" providerId="LiveId" clId="{601E285A-E621-49FD-8F85-22886B190BDC}" dt="2025-03-20T09:54:17.165" v="7198" actId="1076"/>
          <ac:spMkLst>
            <pc:docMk/>
            <pc:sldMk cId="3997442928" sldId="286"/>
            <ac:spMk id="8" creationId="{0E190351-0A72-2CD1-C82F-DA4936F1E6FC}"/>
          </ac:spMkLst>
        </pc:spChg>
        <pc:spChg chg="add mod">
          <ac:chgData name="Shilpa BV" userId="48fbb3e7aeb449f5" providerId="LiveId" clId="{601E285A-E621-49FD-8F85-22886B190BDC}" dt="2025-03-20T09:51:55.015" v="7182" actId="58"/>
          <ac:spMkLst>
            <pc:docMk/>
            <pc:sldMk cId="3997442928" sldId="286"/>
            <ac:spMk id="9" creationId="{C22B457C-3739-EC1C-75E6-E7FD826E5FD4}"/>
          </ac:spMkLst>
        </pc:spChg>
        <pc:spChg chg="add mod">
          <ac:chgData name="Shilpa BV" userId="48fbb3e7aeb449f5" providerId="LiveId" clId="{601E285A-E621-49FD-8F85-22886B190BDC}" dt="2025-03-20T09:52:18.579" v="7194" actId="1037"/>
          <ac:spMkLst>
            <pc:docMk/>
            <pc:sldMk cId="3997442928" sldId="286"/>
            <ac:spMk id="10" creationId="{0CA7D320-11E7-A274-8A87-5C60EB589969}"/>
          </ac:spMkLst>
        </pc:spChg>
        <pc:graphicFrameChg chg="add mod modGraphic">
          <ac:chgData name="Shilpa BV" userId="48fbb3e7aeb449f5" providerId="LiveId" clId="{601E285A-E621-49FD-8F85-22886B190BDC}" dt="2025-03-20T09:49:47.705" v="7080" actId="14100"/>
          <ac:graphicFrameMkLst>
            <pc:docMk/>
            <pc:sldMk cId="3997442928" sldId="286"/>
            <ac:graphicFrameMk id="5" creationId="{A1C6E28C-50B9-B172-1F64-FF4BDC6275F0}"/>
          </ac:graphicFrameMkLst>
        </pc:graphicFrameChg>
        <pc:picChg chg="add mod">
          <ac:chgData name="Shilpa BV" userId="48fbb3e7aeb449f5" providerId="LiveId" clId="{601E285A-E621-49FD-8F85-22886B190BDC}" dt="2025-03-20T09:54:22.303" v="7199" actId="1076"/>
          <ac:picMkLst>
            <pc:docMk/>
            <pc:sldMk cId="3997442928" sldId="286"/>
            <ac:picMk id="7" creationId="{899C5754-3A20-1B5C-FD3A-09F6F4D855F2}"/>
          </ac:picMkLst>
        </pc:picChg>
      </pc:sldChg>
      <pc:sldChg chg="new del">
        <pc:chgData name="Shilpa BV" userId="48fbb3e7aeb449f5" providerId="LiveId" clId="{601E285A-E621-49FD-8F85-22886B190BDC}" dt="2025-03-12T10:23:53.330" v="1008" actId="47"/>
        <pc:sldMkLst>
          <pc:docMk/>
          <pc:sldMk cId="3189235606" sldId="287"/>
        </pc:sldMkLst>
      </pc:sldChg>
      <pc:sldChg chg="addSp delSp modSp add mod">
        <pc:chgData name="Shilpa BV" userId="48fbb3e7aeb449f5" providerId="LiveId" clId="{601E285A-E621-49FD-8F85-22886B190BDC}" dt="2025-03-20T09:45:03.562" v="7068" actId="6549"/>
        <pc:sldMkLst>
          <pc:docMk/>
          <pc:sldMk cId="3070079369" sldId="288"/>
        </pc:sldMkLst>
        <pc:spChg chg="mod">
          <ac:chgData name="Shilpa BV" userId="48fbb3e7aeb449f5" providerId="LiveId" clId="{601E285A-E621-49FD-8F85-22886B190BDC}" dt="2025-03-12T10:45:46.141" v="1494" actId="20577"/>
          <ac:spMkLst>
            <pc:docMk/>
            <pc:sldMk cId="3070079369" sldId="288"/>
            <ac:spMk id="2" creationId="{C3896B31-DDB0-04C3-2C17-068538390A48}"/>
          </ac:spMkLst>
        </pc:spChg>
        <pc:spChg chg="mod">
          <ac:chgData name="Shilpa BV" userId="48fbb3e7aeb449f5" providerId="LiveId" clId="{601E285A-E621-49FD-8F85-22886B190BDC}" dt="2025-03-12T10:21:36.529" v="991" actId="1076"/>
          <ac:spMkLst>
            <pc:docMk/>
            <pc:sldMk cId="3070079369" sldId="288"/>
            <ac:spMk id="3" creationId="{A2D3AAC5-3DB6-49D3-9B25-B048753E5B4F}"/>
          </ac:spMkLst>
        </pc:spChg>
        <pc:graphicFrameChg chg="add mod modGraphic">
          <ac:chgData name="Shilpa BV" userId="48fbb3e7aeb449f5" providerId="LiveId" clId="{601E285A-E621-49FD-8F85-22886B190BDC}" dt="2025-03-20T09:45:03.562" v="7068" actId="6549"/>
          <ac:graphicFrameMkLst>
            <pc:docMk/>
            <pc:sldMk cId="3070079369" sldId="288"/>
            <ac:graphicFrameMk id="5" creationId="{E41714F8-DE3C-86CA-1CC1-9B17EA9EDCBC}"/>
          </ac:graphicFrameMkLst>
        </pc:graphicFrameChg>
      </pc:sldChg>
      <pc:sldChg chg="modSp add mod">
        <pc:chgData name="Shilpa BV" userId="48fbb3e7aeb449f5" providerId="LiveId" clId="{601E285A-E621-49FD-8F85-22886B190BDC}" dt="2025-03-12T10:38:26.297" v="1179" actId="20577"/>
        <pc:sldMkLst>
          <pc:docMk/>
          <pc:sldMk cId="3434026074" sldId="289"/>
        </pc:sldMkLst>
        <pc:spChg chg="mod">
          <ac:chgData name="Shilpa BV" userId="48fbb3e7aeb449f5" providerId="LiveId" clId="{601E285A-E621-49FD-8F85-22886B190BDC}" dt="2025-03-12T10:38:26.297" v="1179" actId="20577"/>
          <ac:spMkLst>
            <pc:docMk/>
            <pc:sldMk cId="3434026074" sldId="289"/>
            <ac:spMk id="3" creationId="{784720F2-D4C9-57A4-5FBA-46FFAE6CA6C7}"/>
          </ac:spMkLst>
        </pc:spChg>
        <pc:graphicFrameChg chg="modGraphic">
          <ac:chgData name="Shilpa BV" userId="48fbb3e7aeb449f5" providerId="LiveId" clId="{601E285A-E621-49FD-8F85-22886B190BDC}" dt="2025-03-12T10:26:17.592" v="1095" actId="20577"/>
          <ac:graphicFrameMkLst>
            <pc:docMk/>
            <pc:sldMk cId="3434026074" sldId="289"/>
            <ac:graphicFrameMk id="5" creationId="{E77FC14B-C1A8-EFB6-3B51-E71AC168F43D}"/>
          </ac:graphicFrameMkLst>
        </pc:graphicFrameChg>
      </pc:sldChg>
      <pc:sldChg chg="addSp delSp modSp new mod">
        <pc:chgData name="Shilpa BV" userId="48fbb3e7aeb449f5" providerId="LiveId" clId="{601E285A-E621-49FD-8F85-22886B190BDC}" dt="2025-03-20T05:23:48.636" v="6369" actId="20577"/>
        <pc:sldMkLst>
          <pc:docMk/>
          <pc:sldMk cId="1124347089" sldId="290"/>
        </pc:sldMkLst>
        <pc:spChg chg="mod">
          <ac:chgData name="Shilpa BV" userId="48fbb3e7aeb449f5" providerId="LiveId" clId="{601E285A-E621-49FD-8F85-22886B190BDC}" dt="2025-03-20T05:23:48.636" v="6369" actId="20577"/>
          <ac:spMkLst>
            <pc:docMk/>
            <pc:sldMk cId="1124347089" sldId="290"/>
            <ac:spMk id="2" creationId="{B3BBA6C3-0055-C072-3CBC-78A100C6C52F}"/>
          </ac:spMkLst>
        </pc:spChg>
        <pc:spChg chg="add mod">
          <ac:chgData name="Shilpa BV" userId="48fbb3e7aeb449f5" providerId="LiveId" clId="{601E285A-E621-49FD-8F85-22886B190BDC}" dt="2025-03-12T13:54:28.200" v="2092" actId="20577"/>
          <ac:spMkLst>
            <pc:docMk/>
            <pc:sldMk cId="1124347089" sldId="290"/>
            <ac:spMk id="4" creationId="{D09486B6-7170-4976-B5F9-E91D1BD139D5}"/>
          </ac:spMkLst>
        </pc:spChg>
      </pc:sldChg>
      <pc:sldChg chg="modSp add mod">
        <pc:chgData name="Shilpa BV" userId="48fbb3e7aeb449f5" providerId="LiveId" clId="{601E285A-E621-49FD-8F85-22886B190BDC}" dt="2025-03-20T09:45:13.027" v="7070" actId="20577"/>
        <pc:sldMkLst>
          <pc:docMk/>
          <pc:sldMk cId="893773741" sldId="291"/>
        </pc:sldMkLst>
        <pc:spChg chg="mod">
          <ac:chgData name="Shilpa BV" userId="48fbb3e7aeb449f5" providerId="LiveId" clId="{601E285A-E621-49FD-8F85-22886B190BDC}" dt="2025-03-12T10:45:53.866" v="1505" actId="20577"/>
          <ac:spMkLst>
            <pc:docMk/>
            <pc:sldMk cId="893773741" sldId="291"/>
            <ac:spMk id="2" creationId="{3F14B74A-EBA9-9D3F-96D7-E9D0C8B3E845}"/>
          </ac:spMkLst>
        </pc:spChg>
        <pc:spChg chg="mod">
          <ac:chgData name="Shilpa BV" userId="48fbb3e7aeb449f5" providerId="LiveId" clId="{601E285A-E621-49FD-8F85-22886B190BDC}" dt="2025-03-12T10:27:31.851" v="1098" actId="20577"/>
          <ac:spMkLst>
            <pc:docMk/>
            <pc:sldMk cId="893773741" sldId="291"/>
            <ac:spMk id="3" creationId="{65F306FC-F1E6-A709-F628-DAF94E7DEE2C}"/>
          </ac:spMkLst>
        </pc:spChg>
        <pc:graphicFrameChg chg="modGraphic">
          <ac:chgData name="Shilpa BV" userId="48fbb3e7aeb449f5" providerId="LiveId" clId="{601E285A-E621-49FD-8F85-22886B190BDC}" dt="2025-03-20T09:45:13.027" v="7070" actId="20577"/>
          <ac:graphicFrameMkLst>
            <pc:docMk/>
            <pc:sldMk cId="893773741" sldId="291"/>
            <ac:graphicFrameMk id="5" creationId="{70CD083C-9C31-9435-75A9-9A4372816946}"/>
          </ac:graphicFrameMkLst>
        </pc:graphicFrameChg>
      </pc:sldChg>
      <pc:sldChg chg="modSp add mod">
        <pc:chgData name="Shilpa BV" userId="48fbb3e7aeb449f5" providerId="LiveId" clId="{601E285A-E621-49FD-8F85-22886B190BDC}" dt="2025-03-12T10:38:02.008" v="1169" actId="20577"/>
        <pc:sldMkLst>
          <pc:docMk/>
          <pc:sldMk cId="2004005888" sldId="292"/>
        </pc:sldMkLst>
        <pc:spChg chg="mod">
          <ac:chgData name="Shilpa BV" userId="48fbb3e7aeb449f5" providerId="LiveId" clId="{601E285A-E621-49FD-8F85-22886B190BDC}" dt="2025-03-12T10:38:02.008" v="1169" actId="20577"/>
          <ac:spMkLst>
            <pc:docMk/>
            <pc:sldMk cId="2004005888" sldId="292"/>
            <ac:spMk id="3" creationId="{E8FF12D0-0F93-158C-8FA8-A99E2E29AD78}"/>
          </ac:spMkLst>
        </pc:spChg>
        <pc:graphicFrameChg chg="modGraphic">
          <ac:chgData name="Shilpa BV" userId="48fbb3e7aeb449f5" providerId="LiveId" clId="{601E285A-E621-49FD-8F85-22886B190BDC}" dt="2025-03-12T10:37:32.299" v="1156" actId="20577"/>
          <ac:graphicFrameMkLst>
            <pc:docMk/>
            <pc:sldMk cId="2004005888" sldId="292"/>
            <ac:graphicFrameMk id="5" creationId="{F9505F24-3DD0-92A7-75D4-EBD8D1AC51F0}"/>
          </ac:graphicFrameMkLst>
        </pc:graphicFrameChg>
      </pc:sldChg>
      <pc:sldChg chg="modSp add mod">
        <pc:chgData name="Shilpa BV" userId="48fbb3e7aeb449f5" providerId="LiveId" clId="{601E285A-E621-49FD-8F85-22886B190BDC}" dt="2025-03-20T09:56:30.305" v="7300" actId="20577"/>
        <pc:sldMkLst>
          <pc:docMk/>
          <pc:sldMk cId="1604505500" sldId="293"/>
        </pc:sldMkLst>
        <pc:spChg chg="mod">
          <ac:chgData name="Shilpa BV" userId="48fbb3e7aeb449f5" providerId="LiveId" clId="{601E285A-E621-49FD-8F85-22886B190BDC}" dt="2025-03-12T10:46:01.970" v="1517" actId="20577"/>
          <ac:spMkLst>
            <pc:docMk/>
            <pc:sldMk cId="1604505500" sldId="293"/>
            <ac:spMk id="2" creationId="{4C95D337-840C-FE18-1A53-A053470FD903}"/>
          </ac:spMkLst>
        </pc:spChg>
        <pc:spChg chg="mod">
          <ac:chgData name="Shilpa BV" userId="48fbb3e7aeb449f5" providerId="LiveId" clId="{601E285A-E621-49FD-8F85-22886B190BDC}" dt="2025-03-20T09:56:30.305" v="7300" actId="20577"/>
          <ac:spMkLst>
            <pc:docMk/>
            <pc:sldMk cId="1604505500" sldId="293"/>
            <ac:spMk id="3" creationId="{3A9082B7-E157-4CDE-BB60-70B6F457E38C}"/>
          </ac:spMkLst>
        </pc:spChg>
        <pc:graphicFrameChg chg="mod modGraphic">
          <ac:chgData name="Shilpa BV" userId="48fbb3e7aeb449f5" providerId="LiveId" clId="{601E285A-E621-49FD-8F85-22886B190BDC}" dt="2025-03-20T09:45:19.514" v="7072" actId="20577"/>
          <ac:graphicFrameMkLst>
            <pc:docMk/>
            <pc:sldMk cId="1604505500" sldId="293"/>
            <ac:graphicFrameMk id="5" creationId="{2CD086D2-F49E-95F7-710C-ED1A75782A08}"/>
          </ac:graphicFrameMkLst>
        </pc:graphicFrameChg>
      </pc:sldChg>
      <pc:sldChg chg="addSp delSp modSp new mod">
        <pc:chgData name="Shilpa BV" userId="48fbb3e7aeb449f5" providerId="LiveId" clId="{601E285A-E621-49FD-8F85-22886B190BDC}" dt="2025-03-12T14:06:08.746" v="2656" actId="58"/>
        <pc:sldMkLst>
          <pc:docMk/>
          <pc:sldMk cId="4278938963" sldId="294"/>
        </pc:sldMkLst>
        <pc:spChg chg="mod">
          <ac:chgData name="Shilpa BV" userId="48fbb3e7aeb449f5" providerId="LiveId" clId="{601E285A-E621-49FD-8F85-22886B190BDC}" dt="2025-03-12T14:06:08.746" v="2656" actId="58"/>
          <ac:spMkLst>
            <pc:docMk/>
            <pc:sldMk cId="4278938963" sldId="294"/>
            <ac:spMk id="3" creationId="{B84FE42B-3096-A7E1-2616-CBF51A43D43D}"/>
          </ac:spMkLst>
        </pc:spChg>
        <pc:graphicFrameChg chg="add mod modGraphic">
          <ac:chgData name="Shilpa BV" userId="48fbb3e7aeb449f5" providerId="LiveId" clId="{601E285A-E621-49FD-8F85-22886B190BDC}" dt="2025-03-12T13:56:46.485" v="2162" actId="58"/>
          <ac:graphicFrameMkLst>
            <pc:docMk/>
            <pc:sldMk cId="4278938963" sldId="294"/>
            <ac:graphicFrameMk id="4" creationId="{8FD55320-0331-2BC9-C617-C8D8558C0D05}"/>
          </ac:graphicFrameMkLst>
        </pc:graphicFrameChg>
      </pc:sldChg>
      <pc:sldChg chg="addSp delSp modSp new mod">
        <pc:chgData name="Shilpa BV" userId="48fbb3e7aeb449f5" providerId="LiveId" clId="{601E285A-E621-49FD-8F85-22886B190BDC}" dt="2025-03-12T14:45:38.892" v="3203" actId="20577"/>
        <pc:sldMkLst>
          <pc:docMk/>
          <pc:sldMk cId="2865105201" sldId="295"/>
        </pc:sldMkLst>
        <pc:spChg chg="mod">
          <ac:chgData name="Shilpa BV" userId="48fbb3e7aeb449f5" providerId="LiveId" clId="{601E285A-E621-49FD-8F85-22886B190BDC}" dt="2025-03-12T14:35:53.969" v="3137" actId="20577"/>
          <ac:spMkLst>
            <pc:docMk/>
            <pc:sldMk cId="2865105201" sldId="295"/>
            <ac:spMk id="3" creationId="{350C62A4-6FFF-047B-4C5C-720CFFD98F81}"/>
          </ac:spMkLst>
        </pc:spChg>
        <pc:graphicFrameChg chg="add mod modGraphic">
          <ac:chgData name="Shilpa BV" userId="48fbb3e7aeb449f5" providerId="LiveId" clId="{601E285A-E621-49FD-8F85-22886B190BDC}" dt="2025-03-12T14:45:38.892" v="3203" actId="20577"/>
          <ac:graphicFrameMkLst>
            <pc:docMk/>
            <pc:sldMk cId="2865105201" sldId="295"/>
            <ac:graphicFrameMk id="4" creationId="{2D2F22AB-42D1-9FF7-99CE-A9DF5F770CD5}"/>
          </ac:graphicFrameMkLst>
        </pc:graphicFrameChg>
      </pc:sldChg>
      <pc:sldChg chg="modSp add mod">
        <pc:chgData name="Shilpa BV" userId="48fbb3e7aeb449f5" providerId="LiveId" clId="{601E285A-E621-49FD-8F85-22886B190BDC}" dt="2025-03-20T09:04:34.508" v="6436" actId="20577"/>
        <pc:sldMkLst>
          <pc:docMk/>
          <pc:sldMk cId="3211039111" sldId="296"/>
        </pc:sldMkLst>
        <pc:spChg chg="mod">
          <ac:chgData name="Shilpa BV" userId="48fbb3e7aeb449f5" providerId="LiveId" clId="{601E285A-E621-49FD-8F85-22886B190BDC}" dt="2025-03-20T09:04:34.508" v="6436" actId="20577"/>
          <ac:spMkLst>
            <pc:docMk/>
            <pc:sldMk cId="3211039111" sldId="296"/>
            <ac:spMk id="3" creationId="{57D06FC9-FFDD-7CF7-D452-D2A3C37F695A}"/>
          </ac:spMkLst>
        </pc:spChg>
        <pc:graphicFrameChg chg="mod modGraphic">
          <ac:chgData name="Shilpa BV" userId="48fbb3e7aeb449f5" providerId="LiveId" clId="{601E285A-E621-49FD-8F85-22886B190BDC}" dt="2025-03-20T09:04:28.885" v="6434" actId="20577"/>
          <ac:graphicFrameMkLst>
            <pc:docMk/>
            <pc:sldMk cId="3211039111" sldId="296"/>
            <ac:graphicFrameMk id="4" creationId="{34B816EA-4691-82A2-7E83-536B505F47DF}"/>
          </ac:graphicFrameMkLst>
        </pc:graphicFrameChg>
      </pc:sldChg>
      <pc:sldChg chg="modSp new mod">
        <pc:chgData name="Shilpa BV" userId="48fbb3e7aeb449f5" providerId="LiveId" clId="{601E285A-E621-49FD-8F85-22886B190BDC}" dt="2025-03-26T07:03:24.365" v="8015" actId="20577"/>
        <pc:sldMkLst>
          <pc:docMk/>
          <pc:sldMk cId="3170325597" sldId="297"/>
        </pc:sldMkLst>
        <pc:spChg chg="mod">
          <ac:chgData name="Shilpa BV" userId="48fbb3e7aeb449f5" providerId="LiveId" clId="{601E285A-E621-49FD-8F85-22886B190BDC}" dt="2025-03-26T06:05:26.626" v="7469" actId="20577"/>
          <ac:spMkLst>
            <pc:docMk/>
            <pc:sldMk cId="3170325597" sldId="297"/>
            <ac:spMk id="2" creationId="{641A503F-9A8D-EE2B-6F8C-1A600109B8B0}"/>
          </ac:spMkLst>
        </pc:spChg>
        <pc:spChg chg="mod">
          <ac:chgData name="Shilpa BV" userId="48fbb3e7aeb449f5" providerId="LiveId" clId="{601E285A-E621-49FD-8F85-22886B190BDC}" dt="2025-03-26T07:03:24.365" v="8015" actId="20577"/>
          <ac:spMkLst>
            <pc:docMk/>
            <pc:sldMk cId="3170325597" sldId="297"/>
            <ac:spMk id="3" creationId="{AB939D86-186B-E233-08B3-1A551C1AB4A9}"/>
          </ac:spMkLst>
        </pc:spChg>
      </pc:sldChg>
      <pc:sldChg chg="modSp add del mod">
        <pc:chgData name="Shilpa BV" userId="48fbb3e7aeb449f5" providerId="LiveId" clId="{601E285A-E621-49FD-8F85-22886B190BDC}" dt="2025-03-20T09:05:43.451" v="6439" actId="47"/>
        <pc:sldMkLst>
          <pc:docMk/>
          <pc:sldMk cId="1531418134" sldId="298"/>
        </pc:sldMkLst>
      </pc:sldChg>
      <pc:sldChg chg="addSp delSp modSp add mod">
        <pc:chgData name="Shilpa BV" userId="48fbb3e7aeb449f5" providerId="LiveId" clId="{601E285A-E621-49FD-8F85-22886B190BDC}" dt="2025-03-20T09:09:20.065" v="6490" actId="404"/>
        <pc:sldMkLst>
          <pc:docMk/>
          <pc:sldMk cId="1584997077" sldId="299"/>
        </pc:sldMkLst>
        <pc:spChg chg="mod">
          <ac:chgData name="Shilpa BV" userId="48fbb3e7aeb449f5" providerId="LiveId" clId="{601E285A-E621-49FD-8F85-22886B190BDC}" dt="2025-03-20T09:05:57.724" v="6453" actId="20577"/>
          <ac:spMkLst>
            <pc:docMk/>
            <pc:sldMk cId="1584997077" sldId="299"/>
            <ac:spMk id="3" creationId="{FA984C99-CE97-4605-DEAE-A9E699E5E611}"/>
          </ac:spMkLst>
        </pc:spChg>
        <pc:graphicFrameChg chg="mod modGraphic">
          <ac:chgData name="Shilpa BV" userId="48fbb3e7aeb449f5" providerId="LiveId" clId="{601E285A-E621-49FD-8F85-22886B190BDC}" dt="2025-03-20T09:09:20.065" v="6490" actId="404"/>
          <ac:graphicFrameMkLst>
            <pc:docMk/>
            <pc:sldMk cId="1584997077" sldId="299"/>
            <ac:graphicFrameMk id="4" creationId="{FB95F001-41FE-0E0C-B9EA-FE0AA2EA19D2}"/>
          </ac:graphicFrameMkLst>
        </pc:graphicFrameChg>
      </pc:sldChg>
      <pc:sldChg chg="modSp add mod">
        <pc:chgData name="Shilpa BV" userId="48fbb3e7aeb449f5" providerId="LiveId" clId="{601E285A-E621-49FD-8F85-22886B190BDC}" dt="2025-03-20T09:15:56.901" v="6558" actId="20577"/>
        <pc:sldMkLst>
          <pc:docMk/>
          <pc:sldMk cId="3836375000" sldId="300"/>
        </pc:sldMkLst>
        <pc:spChg chg="mod">
          <ac:chgData name="Shilpa BV" userId="48fbb3e7aeb449f5" providerId="LiveId" clId="{601E285A-E621-49FD-8F85-22886B190BDC}" dt="2025-03-20T09:15:56.901" v="6558" actId="20577"/>
          <ac:spMkLst>
            <pc:docMk/>
            <pc:sldMk cId="3836375000" sldId="300"/>
            <ac:spMk id="3" creationId="{7984F087-7849-2BF2-56A3-88FDC6E88102}"/>
          </ac:spMkLst>
        </pc:spChg>
        <pc:graphicFrameChg chg="mod modGraphic">
          <ac:chgData name="Shilpa BV" userId="48fbb3e7aeb449f5" providerId="LiveId" clId="{601E285A-E621-49FD-8F85-22886B190BDC}" dt="2025-03-20T09:15:41.648" v="6554" actId="20577"/>
          <ac:graphicFrameMkLst>
            <pc:docMk/>
            <pc:sldMk cId="3836375000" sldId="300"/>
            <ac:graphicFrameMk id="4" creationId="{B2DFE9DE-7697-8848-3A1D-648A6BC13E4E}"/>
          </ac:graphicFrameMkLst>
        </pc:graphicFrameChg>
      </pc:sldChg>
      <pc:sldChg chg="modSp add del mod">
        <pc:chgData name="Shilpa BV" userId="48fbb3e7aeb449f5" providerId="LiveId" clId="{601E285A-E621-49FD-8F85-22886B190BDC}" dt="2025-03-20T09:29:16.047" v="6737" actId="47"/>
        <pc:sldMkLst>
          <pc:docMk/>
          <pc:sldMk cId="2879944168" sldId="301"/>
        </pc:sldMkLst>
      </pc:sldChg>
      <pc:sldChg chg="addSp modSp new mod">
        <pc:chgData name="Shilpa BV" userId="48fbb3e7aeb449f5" providerId="LiveId" clId="{601E285A-E621-49FD-8F85-22886B190BDC}" dt="2025-03-20T10:11:31.820" v="7348" actId="1036"/>
        <pc:sldMkLst>
          <pc:docMk/>
          <pc:sldMk cId="3268898231" sldId="302"/>
        </pc:sldMkLst>
        <pc:spChg chg="mod">
          <ac:chgData name="Shilpa BV" userId="48fbb3e7aeb449f5" providerId="LiveId" clId="{601E285A-E621-49FD-8F85-22886B190BDC}" dt="2025-03-20T10:11:20.613" v="7333" actId="14100"/>
          <ac:spMkLst>
            <pc:docMk/>
            <pc:sldMk cId="3268898231" sldId="302"/>
            <ac:spMk id="2" creationId="{61F43CA8-DDFE-4DF5-8C0F-7D7D2A235DCB}"/>
          </ac:spMkLst>
        </pc:spChg>
        <pc:spChg chg="mod">
          <ac:chgData name="Shilpa BV" userId="48fbb3e7aeb449f5" providerId="LiveId" clId="{601E285A-E621-49FD-8F85-22886B190BDC}" dt="2025-03-20T10:11:27.971" v="7336" actId="14100"/>
          <ac:spMkLst>
            <pc:docMk/>
            <pc:sldMk cId="3268898231" sldId="302"/>
            <ac:spMk id="3" creationId="{90992A57-ED7B-EFFF-44AD-CDEE0E46402B}"/>
          </ac:spMkLst>
        </pc:spChg>
        <pc:picChg chg="add mod">
          <ac:chgData name="Shilpa BV" userId="48fbb3e7aeb449f5" providerId="LiveId" clId="{601E285A-E621-49FD-8F85-22886B190BDC}" dt="2025-03-20T10:11:31.820" v="7348" actId="1036"/>
          <ac:picMkLst>
            <pc:docMk/>
            <pc:sldMk cId="3268898231" sldId="302"/>
            <ac:picMk id="4098" creationId="{029CADE4-1241-1ABD-5B16-78F527F0F1A9}"/>
          </ac:picMkLst>
        </pc:picChg>
      </pc:sldChg>
      <pc:sldChg chg="addSp delSp modSp new mod ord">
        <pc:chgData name="Shilpa BV" userId="48fbb3e7aeb449f5" providerId="LiveId" clId="{601E285A-E621-49FD-8F85-22886B190BDC}" dt="2025-03-20T04:16:52.626" v="5528" actId="14100"/>
        <pc:sldMkLst>
          <pc:docMk/>
          <pc:sldMk cId="1730534890" sldId="303"/>
        </pc:sldMkLst>
        <pc:spChg chg="mod">
          <ac:chgData name="Shilpa BV" userId="48fbb3e7aeb449f5" providerId="LiveId" clId="{601E285A-E621-49FD-8F85-22886B190BDC}" dt="2025-03-20T04:16:52.626" v="5528" actId="14100"/>
          <ac:spMkLst>
            <pc:docMk/>
            <pc:sldMk cId="1730534890" sldId="303"/>
            <ac:spMk id="3" creationId="{C2A091E9-76AD-E97E-E231-4E6FDC6E3455}"/>
          </ac:spMkLst>
        </pc:spChg>
        <pc:picChg chg="add mod">
          <ac:chgData name="Shilpa BV" userId="48fbb3e7aeb449f5" providerId="LiveId" clId="{601E285A-E621-49FD-8F85-22886B190BDC}" dt="2025-03-19T10:07:23.278" v="4350" actId="14100"/>
          <ac:picMkLst>
            <pc:docMk/>
            <pc:sldMk cId="1730534890" sldId="303"/>
            <ac:picMk id="7" creationId="{40525B52-734E-55BF-B703-FE6A9C4155AE}"/>
          </ac:picMkLst>
        </pc:picChg>
      </pc:sldChg>
      <pc:sldChg chg="addSp delSp modSp new mod ord">
        <pc:chgData name="Shilpa BV" userId="48fbb3e7aeb449f5" providerId="LiveId" clId="{601E285A-E621-49FD-8F85-22886B190BDC}" dt="2025-03-19T10:20:39.550" v="4799" actId="21"/>
        <pc:sldMkLst>
          <pc:docMk/>
          <pc:sldMk cId="491789573" sldId="304"/>
        </pc:sldMkLst>
        <pc:spChg chg="mod">
          <ac:chgData name="Shilpa BV" userId="48fbb3e7aeb449f5" providerId="LiveId" clId="{601E285A-E621-49FD-8F85-22886B190BDC}" dt="2025-03-19T10:13:15.058" v="4459" actId="14100"/>
          <ac:spMkLst>
            <pc:docMk/>
            <pc:sldMk cId="491789573" sldId="304"/>
            <ac:spMk id="2" creationId="{AB742162-216D-2B58-8298-A83ECA0E3D6B}"/>
          </ac:spMkLst>
        </pc:spChg>
        <pc:spChg chg="mod">
          <ac:chgData name="Shilpa BV" userId="48fbb3e7aeb449f5" providerId="LiveId" clId="{601E285A-E621-49FD-8F85-22886B190BDC}" dt="2025-03-19T10:20:19.413" v="4793" actId="27636"/>
          <ac:spMkLst>
            <pc:docMk/>
            <pc:sldMk cId="491789573" sldId="304"/>
            <ac:spMk id="3" creationId="{91BD2146-63EC-3C7A-07CA-D86D2B00A77D}"/>
          </ac:spMkLst>
        </pc:spChg>
      </pc:sldChg>
      <pc:sldChg chg="modSp new mod ord">
        <pc:chgData name="Shilpa BV" userId="48fbb3e7aeb449f5" providerId="LiveId" clId="{601E285A-E621-49FD-8F85-22886B190BDC}" dt="2025-03-20T04:31:02.259" v="5624" actId="27636"/>
        <pc:sldMkLst>
          <pc:docMk/>
          <pc:sldMk cId="3858974164" sldId="305"/>
        </pc:sldMkLst>
        <pc:spChg chg="mod">
          <ac:chgData name="Shilpa BV" userId="48fbb3e7aeb449f5" providerId="LiveId" clId="{601E285A-E621-49FD-8F85-22886B190BDC}" dt="2025-03-19T10:18:06.606" v="4741" actId="20577"/>
          <ac:spMkLst>
            <pc:docMk/>
            <pc:sldMk cId="3858974164" sldId="305"/>
            <ac:spMk id="2" creationId="{E6B4907A-4541-3B93-CAA2-757754C8294D}"/>
          </ac:spMkLst>
        </pc:spChg>
        <pc:spChg chg="mod">
          <ac:chgData name="Shilpa BV" userId="48fbb3e7aeb449f5" providerId="LiveId" clId="{601E285A-E621-49FD-8F85-22886B190BDC}" dt="2025-03-20T04:31:02.259" v="5624" actId="27636"/>
          <ac:spMkLst>
            <pc:docMk/>
            <pc:sldMk cId="3858974164" sldId="305"/>
            <ac:spMk id="3" creationId="{4366677E-A5DB-3585-0586-B9EFC6F1E333}"/>
          </ac:spMkLst>
        </pc:spChg>
      </pc:sldChg>
      <pc:sldChg chg="addSp modSp new mod ord">
        <pc:chgData name="Shilpa BV" userId="48fbb3e7aeb449f5" providerId="LiveId" clId="{601E285A-E621-49FD-8F85-22886B190BDC}" dt="2025-03-19T10:49:19.236" v="5199"/>
        <pc:sldMkLst>
          <pc:docMk/>
          <pc:sldMk cId="1090712538" sldId="306"/>
        </pc:sldMkLst>
        <pc:spChg chg="mod">
          <ac:chgData name="Shilpa BV" userId="48fbb3e7aeb449f5" providerId="LiveId" clId="{601E285A-E621-49FD-8F85-22886B190BDC}" dt="2025-03-19T10:22:32.653" v="4863" actId="20577"/>
          <ac:spMkLst>
            <pc:docMk/>
            <pc:sldMk cId="1090712538" sldId="306"/>
            <ac:spMk id="3" creationId="{5327CC09-71EE-AD87-B377-31B91DDC6746}"/>
          </ac:spMkLst>
        </pc:spChg>
        <pc:picChg chg="add mod">
          <ac:chgData name="Shilpa BV" userId="48fbb3e7aeb449f5" providerId="LiveId" clId="{601E285A-E621-49FD-8F85-22886B190BDC}" dt="2025-03-19T10:21:49.741" v="4843" actId="1076"/>
          <ac:picMkLst>
            <pc:docMk/>
            <pc:sldMk cId="1090712538" sldId="306"/>
            <ac:picMk id="5" creationId="{0363D42A-1B14-1F54-98F6-C1FAA31D6D47}"/>
          </ac:picMkLst>
        </pc:picChg>
        <pc:picChg chg="add mod">
          <ac:chgData name="Shilpa BV" userId="48fbb3e7aeb449f5" providerId="LiveId" clId="{601E285A-E621-49FD-8F85-22886B190BDC}" dt="2025-03-19T10:21:58.135" v="4844" actId="14100"/>
          <ac:picMkLst>
            <pc:docMk/>
            <pc:sldMk cId="1090712538" sldId="306"/>
            <ac:picMk id="6" creationId="{3A3103D2-AC55-3042-D0B9-D6DCE9325114}"/>
          </ac:picMkLst>
        </pc:picChg>
      </pc:sldChg>
      <pc:sldChg chg="addSp modSp new mod ord">
        <pc:chgData name="Shilpa BV" userId="48fbb3e7aeb449f5" providerId="LiveId" clId="{601E285A-E621-49FD-8F85-22886B190BDC}" dt="2025-03-19T10:47:19.981" v="5191"/>
        <pc:sldMkLst>
          <pc:docMk/>
          <pc:sldMk cId="2176631785" sldId="307"/>
        </pc:sldMkLst>
        <pc:spChg chg="mod">
          <ac:chgData name="Shilpa BV" userId="48fbb3e7aeb449f5" providerId="LiveId" clId="{601E285A-E621-49FD-8F85-22886B190BDC}" dt="2025-03-19T10:41:57.800" v="5020" actId="27636"/>
          <ac:spMkLst>
            <pc:docMk/>
            <pc:sldMk cId="2176631785" sldId="307"/>
            <ac:spMk id="2" creationId="{48A9D5C0-2628-E3A4-3281-E49A2745EEC9}"/>
          </ac:spMkLst>
        </pc:spChg>
        <pc:spChg chg="mod">
          <ac:chgData name="Shilpa BV" userId="48fbb3e7aeb449f5" providerId="LiveId" clId="{601E285A-E621-49FD-8F85-22886B190BDC}" dt="2025-03-19T10:45:34.518" v="5181"/>
          <ac:spMkLst>
            <pc:docMk/>
            <pc:sldMk cId="2176631785" sldId="307"/>
            <ac:spMk id="3" creationId="{91EA4D23-6E38-F1EF-6770-28D743B66CB2}"/>
          </ac:spMkLst>
        </pc:spChg>
        <pc:picChg chg="add mod">
          <ac:chgData name="Shilpa BV" userId="48fbb3e7aeb449f5" providerId="LiveId" clId="{601E285A-E621-49FD-8F85-22886B190BDC}" dt="2025-03-19T10:42:16.521" v="5030" actId="1038"/>
          <ac:picMkLst>
            <pc:docMk/>
            <pc:sldMk cId="2176631785" sldId="307"/>
            <ac:picMk id="5" creationId="{852DF624-E05E-E580-4E51-842733B30685}"/>
          </ac:picMkLst>
        </pc:picChg>
        <pc:picChg chg="add mod">
          <ac:chgData name="Shilpa BV" userId="48fbb3e7aeb449f5" providerId="LiveId" clId="{601E285A-E621-49FD-8F85-22886B190BDC}" dt="2025-03-19T10:42:35.908" v="5038" actId="1076"/>
          <ac:picMkLst>
            <pc:docMk/>
            <pc:sldMk cId="2176631785" sldId="307"/>
            <ac:picMk id="7" creationId="{90B7BFA3-09D4-543B-1F0C-2E05B0708A67}"/>
          </ac:picMkLst>
        </pc:picChg>
        <pc:picChg chg="add mod">
          <ac:chgData name="Shilpa BV" userId="48fbb3e7aeb449f5" providerId="LiveId" clId="{601E285A-E621-49FD-8F85-22886B190BDC}" dt="2025-03-19T10:44:37.723" v="5081" actId="1076"/>
          <ac:picMkLst>
            <pc:docMk/>
            <pc:sldMk cId="2176631785" sldId="307"/>
            <ac:picMk id="9" creationId="{815B434D-6A1D-5793-A1D0-A6405B4CE989}"/>
          </ac:picMkLst>
        </pc:picChg>
        <pc:picChg chg="add mod">
          <ac:chgData name="Shilpa BV" userId="48fbb3e7aeb449f5" providerId="LiveId" clId="{601E285A-E621-49FD-8F85-22886B190BDC}" dt="2025-03-19T10:45:07.456" v="5179" actId="1036"/>
          <ac:picMkLst>
            <pc:docMk/>
            <pc:sldMk cId="2176631785" sldId="307"/>
            <ac:picMk id="10" creationId="{5DED03A8-586F-CD41-4F2A-55510FD832D7}"/>
          </ac:picMkLst>
        </pc:picChg>
      </pc:sldChg>
      <pc:sldChg chg="addSp delSp modSp new mod ord">
        <pc:chgData name="Shilpa BV" userId="48fbb3e7aeb449f5" providerId="LiveId" clId="{601E285A-E621-49FD-8F85-22886B190BDC}" dt="2025-03-20T04:15:31.416" v="5520" actId="20577"/>
        <pc:sldMkLst>
          <pc:docMk/>
          <pc:sldMk cId="2534770552" sldId="308"/>
        </pc:sldMkLst>
        <pc:spChg chg="mod">
          <ac:chgData name="Shilpa BV" userId="48fbb3e7aeb449f5" providerId="LiveId" clId="{601E285A-E621-49FD-8F85-22886B190BDC}" dt="2025-03-19T10:56:41.492" v="5326" actId="14100"/>
          <ac:spMkLst>
            <pc:docMk/>
            <pc:sldMk cId="2534770552" sldId="308"/>
            <ac:spMk id="3" creationId="{8BF2726C-A91F-EE18-2884-07337496048C}"/>
          </ac:spMkLst>
        </pc:spChg>
        <pc:graphicFrameChg chg="add mod modGraphic">
          <ac:chgData name="Shilpa BV" userId="48fbb3e7aeb449f5" providerId="LiveId" clId="{601E285A-E621-49FD-8F85-22886B190BDC}" dt="2025-03-20T04:15:31.416" v="5520" actId="20577"/>
          <ac:graphicFrameMkLst>
            <pc:docMk/>
            <pc:sldMk cId="2534770552" sldId="308"/>
            <ac:graphicFrameMk id="5" creationId="{A5E12583-C103-03B4-7E62-CAD03E5D3AF9}"/>
          </ac:graphicFrameMkLst>
        </pc:graphicFrameChg>
        <pc:picChg chg="add mod">
          <ac:chgData name="Shilpa BV" userId="48fbb3e7aeb449f5" providerId="LiveId" clId="{601E285A-E621-49FD-8F85-22886B190BDC}" dt="2025-03-19T10:56:57.343" v="5333" actId="1037"/>
          <ac:picMkLst>
            <pc:docMk/>
            <pc:sldMk cId="2534770552" sldId="308"/>
            <ac:picMk id="7" creationId="{B7A14AF8-6F2D-0271-3B35-1EA7B7B5D0B0}"/>
          </ac:picMkLst>
        </pc:picChg>
        <pc:picChg chg="add mod">
          <ac:chgData name="Shilpa BV" userId="48fbb3e7aeb449f5" providerId="LiveId" clId="{601E285A-E621-49FD-8F85-22886B190BDC}" dt="2025-03-19T10:59:02.303" v="5471" actId="1035"/>
          <ac:picMkLst>
            <pc:docMk/>
            <pc:sldMk cId="2534770552" sldId="308"/>
            <ac:picMk id="9" creationId="{180304AC-1E88-230C-FE7D-F7533357AA9F}"/>
          </ac:picMkLst>
        </pc:picChg>
      </pc:sldChg>
      <pc:sldChg chg="addSp modSp new mod">
        <pc:chgData name="Shilpa BV" userId="48fbb3e7aeb449f5" providerId="LiveId" clId="{601E285A-E621-49FD-8F85-22886B190BDC}" dt="2025-03-20T04:54:14.757" v="6352" actId="1037"/>
        <pc:sldMkLst>
          <pc:docMk/>
          <pc:sldMk cId="2250012042" sldId="309"/>
        </pc:sldMkLst>
        <pc:spChg chg="mod">
          <ac:chgData name="Shilpa BV" userId="48fbb3e7aeb449f5" providerId="LiveId" clId="{601E285A-E621-49FD-8F85-22886B190BDC}" dt="2025-03-20T04:54:14.757" v="6352" actId="1037"/>
          <ac:spMkLst>
            <pc:docMk/>
            <pc:sldMk cId="2250012042" sldId="309"/>
            <ac:spMk id="2" creationId="{D27C9690-A257-6C5A-1CC6-46215F6C7AEE}"/>
          </ac:spMkLst>
        </pc:spChg>
        <pc:spChg chg="mod">
          <ac:chgData name="Shilpa BV" userId="48fbb3e7aeb449f5" providerId="LiveId" clId="{601E285A-E621-49FD-8F85-22886B190BDC}" dt="2025-03-20T04:50:38.628" v="6214" actId="20577"/>
          <ac:spMkLst>
            <pc:docMk/>
            <pc:sldMk cId="2250012042" sldId="309"/>
            <ac:spMk id="3" creationId="{2A0BD1C7-15CB-3446-A713-EDCCB67BC264}"/>
          </ac:spMkLst>
        </pc:spChg>
        <pc:spChg chg="add mod ord">
          <ac:chgData name="Shilpa BV" userId="48fbb3e7aeb449f5" providerId="LiveId" clId="{601E285A-E621-49FD-8F85-22886B190BDC}" dt="2025-03-20T04:53:04.562" v="6322" actId="14100"/>
          <ac:spMkLst>
            <pc:docMk/>
            <pc:sldMk cId="2250012042" sldId="309"/>
            <ac:spMk id="8" creationId="{18749A94-E200-37AC-B980-3C1A881458F9}"/>
          </ac:spMkLst>
        </pc:spChg>
        <pc:spChg chg="add mod">
          <ac:chgData name="Shilpa BV" userId="48fbb3e7aeb449f5" providerId="LiveId" clId="{601E285A-E621-49FD-8F85-22886B190BDC}" dt="2025-03-20T04:49:31.256" v="6154" actId="164"/>
          <ac:spMkLst>
            <pc:docMk/>
            <pc:sldMk cId="2250012042" sldId="309"/>
            <ac:spMk id="11" creationId="{F5C48194-F479-E540-40B1-BDD69C42EAF3}"/>
          </ac:spMkLst>
        </pc:spChg>
        <pc:grpChg chg="add mod">
          <ac:chgData name="Shilpa BV" userId="48fbb3e7aeb449f5" providerId="LiveId" clId="{601E285A-E621-49FD-8F85-22886B190BDC}" dt="2025-03-20T04:52:59.369" v="6321" actId="1076"/>
          <ac:grpSpMkLst>
            <pc:docMk/>
            <pc:sldMk cId="2250012042" sldId="309"/>
            <ac:grpSpMk id="12" creationId="{E90AC996-5E55-6071-E627-69DD844A985F}"/>
          </ac:grpSpMkLst>
        </pc:grpChg>
        <pc:picChg chg="add mod">
          <ac:chgData name="Shilpa BV" userId="48fbb3e7aeb449f5" providerId="LiveId" clId="{601E285A-E621-49FD-8F85-22886B190BDC}" dt="2025-03-20T04:53:11.947" v="6323" actId="1076"/>
          <ac:picMkLst>
            <pc:docMk/>
            <pc:sldMk cId="2250012042" sldId="309"/>
            <ac:picMk id="5" creationId="{DD33B101-92B9-2FF7-FE19-2349C0B91C62}"/>
          </ac:picMkLst>
        </pc:picChg>
        <pc:picChg chg="add mod">
          <ac:chgData name="Shilpa BV" userId="48fbb3e7aeb449f5" providerId="LiveId" clId="{601E285A-E621-49FD-8F85-22886B190BDC}" dt="2025-03-20T04:54:08.565" v="6337" actId="1038"/>
          <ac:picMkLst>
            <pc:docMk/>
            <pc:sldMk cId="2250012042" sldId="309"/>
            <ac:picMk id="7" creationId="{A44EAEE8-3B2C-7D79-9E23-E3B24E444E7F}"/>
          </ac:picMkLst>
        </pc:picChg>
        <pc:picChg chg="add mod">
          <ac:chgData name="Shilpa BV" userId="48fbb3e7aeb449f5" providerId="LiveId" clId="{601E285A-E621-49FD-8F85-22886B190BDC}" dt="2025-03-20T04:52:14.401" v="6317" actId="14100"/>
          <ac:picMkLst>
            <pc:docMk/>
            <pc:sldMk cId="2250012042" sldId="309"/>
            <ac:picMk id="14" creationId="{A9CDB348-F0E2-EDFF-8D81-76EF2F0B569E}"/>
          </ac:picMkLst>
        </pc:picChg>
        <pc:cxnChg chg="add mod">
          <ac:chgData name="Shilpa BV" userId="48fbb3e7aeb449f5" providerId="LiveId" clId="{601E285A-E621-49FD-8F85-22886B190BDC}" dt="2025-03-20T04:49:31.256" v="6154" actId="164"/>
          <ac:cxnSpMkLst>
            <pc:docMk/>
            <pc:sldMk cId="2250012042" sldId="309"/>
            <ac:cxnSpMk id="10" creationId="{7BA794CA-7735-F33E-5975-3CD1FEAC6264}"/>
          </ac:cxnSpMkLst>
        </pc:cxnChg>
      </pc:sldChg>
      <pc:sldChg chg="addSp delSp modSp new mod">
        <pc:chgData name="Shilpa BV" userId="48fbb3e7aeb449f5" providerId="LiveId" clId="{601E285A-E621-49FD-8F85-22886B190BDC}" dt="2025-03-31T08:45:11.398" v="8869" actId="14100"/>
        <pc:sldMkLst>
          <pc:docMk/>
          <pc:sldMk cId="830210765" sldId="310"/>
        </pc:sldMkLst>
        <pc:spChg chg="mod">
          <ac:chgData name="Shilpa BV" userId="48fbb3e7aeb449f5" providerId="LiveId" clId="{601E285A-E621-49FD-8F85-22886B190BDC}" dt="2025-03-31T08:28:45.491" v="8423" actId="14100"/>
          <ac:spMkLst>
            <pc:docMk/>
            <pc:sldMk cId="830210765" sldId="310"/>
            <ac:spMk id="2" creationId="{4E3DDF7A-D609-4CF6-3C54-31CB1428E71E}"/>
          </ac:spMkLst>
        </pc:spChg>
        <pc:spChg chg="mod">
          <ac:chgData name="Shilpa BV" userId="48fbb3e7aeb449f5" providerId="LiveId" clId="{601E285A-E621-49FD-8F85-22886B190BDC}" dt="2025-03-26T07:17:38.896" v="8271" actId="6549"/>
          <ac:spMkLst>
            <pc:docMk/>
            <pc:sldMk cId="830210765" sldId="310"/>
            <ac:spMk id="3" creationId="{A6C1E1F0-1D57-E0FF-C1F4-A07303E8E677}"/>
          </ac:spMkLst>
        </pc:spChg>
        <pc:spChg chg="add mod">
          <ac:chgData name="Shilpa BV" userId="48fbb3e7aeb449f5" providerId="LiveId" clId="{601E285A-E621-49FD-8F85-22886B190BDC}" dt="2025-03-31T08:44:54.366" v="8821" actId="1035"/>
          <ac:spMkLst>
            <pc:docMk/>
            <pc:sldMk cId="830210765" sldId="310"/>
            <ac:spMk id="4" creationId="{52A75DAF-3347-3C0E-F802-A407145643BB}"/>
          </ac:spMkLst>
        </pc:spChg>
        <pc:picChg chg="add mod">
          <ac:chgData name="Shilpa BV" userId="48fbb3e7aeb449f5" providerId="LiveId" clId="{601E285A-E621-49FD-8F85-22886B190BDC}" dt="2025-03-31T08:45:11.398" v="8869" actId="14100"/>
          <ac:picMkLst>
            <pc:docMk/>
            <pc:sldMk cId="830210765" sldId="310"/>
            <ac:picMk id="5" creationId="{39C9626C-FD7F-39E7-9BD9-BBDC535BC79F}"/>
          </ac:picMkLst>
        </pc:picChg>
        <pc:picChg chg="add mod">
          <ac:chgData name="Shilpa BV" userId="48fbb3e7aeb449f5" providerId="LiveId" clId="{601E285A-E621-49FD-8F85-22886B190BDC}" dt="2025-03-31T08:45:02.472" v="8832" actId="1037"/>
          <ac:picMkLst>
            <pc:docMk/>
            <pc:sldMk cId="830210765" sldId="310"/>
            <ac:picMk id="1026" creationId="{C0FB28DA-DC70-7444-18CC-741EB72496C1}"/>
          </ac:picMkLst>
        </pc:picChg>
      </pc:sldChg>
      <pc:sldChg chg="modSp new del mod">
        <pc:chgData name="Shilpa BV" userId="48fbb3e7aeb449f5" providerId="LiveId" clId="{601E285A-E621-49FD-8F85-22886B190BDC}" dt="2025-03-20T04:37:07.947" v="5745" actId="680"/>
        <pc:sldMkLst>
          <pc:docMk/>
          <pc:sldMk cId="987376585" sldId="310"/>
        </pc:sldMkLst>
      </pc:sldChg>
      <pc:sldChg chg="addSp delSp modSp new mod ord">
        <pc:chgData name="Shilpa BV" userId="48fbb3e7aeb449f5" providerId="LiveId" clId="{601E285A-E621-49FD-8F85-22886B190BDC}" dt="2025-03-31T08:35:13.197" v="8588" actId="1035"/>
        <pc:sldMkLst>
          <pc:docMk/>
          <pc:sldMk cId="3425743469" sldId="311"/>
        </pc:sldMkLst>
        <pc:spChg chg="mod">
          <ac:chgData name="Shilpa BV" userId="48fbb3e7aeb449f5" providerId="LiveId" clId="{601E285A-E621-49FD-8F85-22886B190BDC}" dt="2025-03-26T07:10:08.968" v="8028" actId="20577"/>
          <ac:spMkLst>
            <pc:docMk/>
            <pc:sldMk cId="3425743469" sldId="311"/>
            <ac:spMk id="2" creationId="{FEC0657E-252A-AB52-D30D-BAFAAAA030F9}"/>
          </ac:spMkLst>
        </pc:spChg>
        <pc:spChg chg="add del mod">
          <ac:chgData name="Shilpa BV" userId="48fbb3e7aeb449f5" providerId="LiveId" clId="{601E285A-E621-49FD-8F85-22886B190BDC}" dt="2025-03-26T07:15:12.631" v="8264" actId="12"/>
          <ac:spMkLst>
            <pc:docMk/>
            <pc:sldMk cId="3425743469" sldId="311"/>
            <ac:spMk id="3" creationId="{650C2AEF-A934-BE9E-FD91-43A0D2066E1D}"/>
          </ac:spMkLst>
        </pc:spChg>
        <pc:picChg chg="add mod">
          <ac:chgData name="Shilpa BV" userId="48fbb3e7aeb449f5" providerId="LiveId" clId="{601E285A-E621-49FD-8F85-22886B190BDC}" dt="2025-03-31T08:35:03.556" v="8576" actId="1076"/>
          <ac:picMkLst>
            <pc:docMk/>
            <pc:sldMk cId="3425743469" sldId="311"/>
            <ac:picMk id="5" creationId="{8D4BBD22-64C0-37B5-589E-A7148DD99CC5}"/>
          </ac:picMkLst>
        </pc:picChg>
        <pc:picChg chg="add mod">
          <ac:chgData name="Shilpa BV" userId="48fbb3e7aeb449f5" providerId="LiveId" clId="{601E285A-E621-49FD-8F85-22886B190BDC}" dt="2025-03-31T08:35:13.197" v="8588" actId="1035"/>
          <ac:picMkLst>
            <pc:docMk/>
            <pc:sldMk cId="3425743469" sldId="311"/>
            <ac:picMk id="7" creationId="{2E9D8724-EFE7-6C3A-5844-EF09A6C7442F}"/>
          </ac:picMkLst>
        </pc:picChg>
        <pc:picChg chg="add mod">
          <ac:chgData name="Shilpa BV" userId="48fbb3e7aeb449f5" providerId="LiveId" clId="{601E285A-E621-49FD-8F85-22886B190BDC}" dt="2025-03-26T07:12:30.175" v="8158" actId="1076"/>
          <ac:picMkLst>
            <pc:docMk/>
            <pc:sldMk cId="3425743469" sldId="311"/>
            <ac:picMk id="9" creationId="{23308B96-6852-1CEB-3022-E3038D607256}"/>
          </ac:picMkLst>
        </pc:picChg>
        <pc:picChg chg="add mod">
          <ac:chgData name="Shilpa BV" userId="48fbb3e7aeb449f5" providerId="LiveId" clId="{601E285A-E621-49FD-8F85-22886B190BDC}" dt="2025-03-26T07:13:34.361" v="8236" actId="1076"/>
          <ac:picMkLst>
            <pc:docMk/>
            <pc:sldMk cId="3425743469" sldId="311"/>
            <ac:picMk id="11" creationId="{A5E9EA67-F2B5-111C-31BA-B61D9FFFFC89}"/>
          </ac:picMkLst>
        </pc:picChg>
      </pc:sldChg>
      <pc:sldChg chg="addSp modSp new del">
        <pc:chgData name="Shilpa BV" userId="48fbb3e7aeb449f5" providerId="LiveId" clId="{601E285A-E621-49FD-8F85-22886B190BDC}" dt="2025-03-20T09:16:21.684" v="6562" actId="680"/>
        <pc:sldMkLst>
          <pc:docMk/>
          <pc:sldMk cId="550729946" sldId="312"/>
        </pc:sldMkLst>
      </pc:sldChg>
      <pc:sldChg chg="modSp add mod">
        <pc:chgData name="Shilpa BV" userId="48fbb3e7aeb449f5" providerId="LiveId" clId="{601E285A-E621-49FD-8F85-22886B190BDC}" dt="2025-03-20T09:25:11.418" v="6632" actId="20577"/>
        <pc:sldMkLst>
          <pc:docMk/>
          <pc:sldMk cId="3568535095" sldId="312"/>
        </pc:sldMkLst>
        <pc:spChg chg="mod">
          <ac:chgData name="Shilpa BV" userId="48fbb3e7aeb449f5" providerId="LiveId" clId="{601E285A-E621-49FD-8F85-22886B190BDC}" dt="2025-03-20T09:25:11.418" v="6632" actId="20577"/>
          <ac:spMkLst>
            <pc:docMk/>
            <pc:sldMk cId="3568535095" sldId="312"/>
            <ac:spMk id="3" creationId="{E962EA32-A1C4-F7B1-06DB-2198520357B2}"/>
          </ac:spMkLst>
        </pc:spChg>
        <pc:graphicFrameChg chg="mod modGraphic">
          <ac:chgData name="Shilpa BV" userId="48fbb3e7aeb449f5" providerId="LiveId" clId="{601E285A-E621-49FD-8F85-22886B190BDC}" dt="2025-03-20T09:24:53.977" v="6626" actId="20577"/>
          <ac:graphicFrameMkLst>
            <pc:docMk/>
            <pc:sldMk cId="3568535095" sldId="312"/>
            <ac:graphicFrameMk id="4" creationId="{865434D5-91FA-7513-4821-928377A63068}"/>
          </ac:graphicFrameMkLst>
        </pc:graphicFrameChg>
      </pc:sldChg>
      <pc:sldChg chg="modSp add mod">
        <pc:chgData name="Shilpa BV" userId="48fbb3e7aeb449f5" providerId="LiveId" clId="{601E285A-E621-49FD-8F85-22886B190BDC}" dt="2025-03-20T09:31:16.181" v="6772" actId="20577"/>
        <pc:sldMkLst>
          <pc:docMk/>
          <pc:sldMk cId="4179254186" sldId="313"/>
        </pc:sldMkLst>
        <pc:spChg chg="mod">
          <ac:chgData name="Shilpa BV" userId="48fbb3e7aeb449f5" providerId="LiveId" clId="{601E285A-E621-49FD-8F85-22886B190BDC}" dt="2025-03-20T09:31:16.181" v="6772" actId="20577"/>
          <ac:spMkLst>
            <pc:docMk/>
            <pc:sldMk cId="4179254186" sldId="313"/>
            <ac:spMk id="3" creationId="{F108F491-9DCE-7716-67D6-9810DA32C3DE}"/>
          </ac:spMkLst>
        </pc:spChg>
        <pc:graphicFrameChg chg="mod modGraphic">
          <ac:chgData name="Shilpa BV" userId="48fbb3e7aeb449f5" providerId="LiveId" clId="{601E285A-E621-49FD-8F85-22886B190BDC}" dt="2025-03-20T09:31:12.398" v="6770" actId="1035"/>
          <ac:graphicFrameMkLst>
            <pc:docMk/>
            <pc:sldMk cId="4179254186" sldId="313"/>
            <ac:graphicFrameMk id="4" creationId="{BAEA02D1-A070-D162-56CC-AB1FD0E735DF}"/>
          </ac:graphicFrameMkLst>
        </pc:graphicFrameChg>
      </pc:sldChg>
      <pc:sldChg chg="addSp delSp modSp new del">
        <pc:chgData name="Shilpa BV" userId="48fbb3e7aeb449f5" providerId="LiveId" clId="{601E285A-E621-49FD-8F85-22886B190BDC}" dt="2025-03-31T08:46:04.640" v="8882" actId="47"/>
        <pc:sldMkLst>
          <pc:docMk/>
          <pc:sldMk cId="2914654556" sldId="314"/>
        </pc:sldMkLst>
        <pc:spChg chg="add mod">
          <ac:chgData name="Shilpa BV" userId="48fbb3e7aeb449f5" providerId="LiveId" clId="{601E285A-E621-49FD-8F85-22886B190BDC}" dt="2025-03-31T08:44:32.672" v="8805" actId="21"/>
          <ac:spMkLst>
            <pc:docMk/>
            <pc:sldMk cId="2914654556" sldId="314"/>
            <ac:spMk id="3" creationId="{9A1E9766-F3BC-2024-AD71-45B2D84BB885}"/>
          </ac:spMkLst>
        </pc:spChg>
        <pc:picChg chg="add del mod">
          <ac:chgData name="Shilpa BV" userId="48fbb3e7aeb449f5" providerId="LiveId" clId="{601E285A-E621-49FD-8F85-22886B190BDC}" dt="2025-03-31T08:44:32.672" v="8805" actId="21"/>
          <ac:picMkLst>
            <pc:docMk/>
            <pc:sldMk cId="2914654556" sldId="314"/>
            <ac:picMk id="1026" creationId="{C0FB28DA-DC70-7444-18CC-741EB72496C1}"/>
          </ac:picMkLst>
        </pc:picChg>
      </pc:sldChg>
      <pc:sldChg chg="addSp modSp new mod">
        <pc:chgData name="Shilpa BV" userId="48fbb3e7aeb449f5" providerId="LiveId" clId="{601E285A-E621-49FD-8F85-22886B190BDC}" dt="2025-03-20T09:57:20.883" v="7311" actId="20577"/>
        <pc:sldMkLst>
          <pc:docMk/>
          <pc:sldMk cId="1109409213" sldId="315"/>
        </pc:sldMkLst>
        <pc:spChg chg="mod">
          <ac:chgData name="Shilpa BV" userId="48fbb3e7aeb449f5" providerId="LiveId" clId="{601E285A-E621-49FD-8F85-22886B190BDC}" dt="2025-03-20T09:57:20.883" v="7311" actId="20577"/>
          <ac:spMkLst>
            <pc:docMk/>
            <pc:sldMk cId="1109409213" sldId="315"/>
            <ac:spMk id="3" creationId="{D0BA6FA3-5829-02EA-7CFA-0790E78FBD4C}"/>
          </ac:spMkLst>
        </pc:spChg>
        <pc:picChg chg="add mod">
          <ac:chgData name="Shilpa BV" userId="48fbb3e7aeb449f5" providerId="LiveId" clId="{601E285A-E621-49FD-8F85-22886B190BDC}" dt="2025-03-20T09:44:16.799" v="7014" actId="1076"/>
          <ac:picMkLst>
            <pc:docMk/>
            <pc:sldMk cId="1109409213" sldId="315"/>
            <ac:picMk id="2050" creationId="{0EF253F8-678C-F43E-5BE0-3AE4355F5078}"/>
          </ac:picMkLst>
        </pc:picChg>
      </pc:sldChg>
      <pc:sldChg chg="addSp delSp modSp new mod">
        <pc:chgData name="Shilpa BV" userId="48fbb3e7aeb449f5" providerId="LiveId" clId="{601E285A-E621-49FD-8F85-22886B190BDC}" dt="2025-03-20T09:56:44.073" v="7310" actId="1035"/>
        <pc:sldMkLst>
          <pc:docMk/>
          <pc:sldMk cId="2728335920" sldId="316"/>
        </pc:sldMkLst>
        <pc:spChg chg="add mod">
          <ac:chgData name="Shilpa BV" userId="48fbb3e7aeb449f5" providerId="LiveId" clId="{601E285A-E621-49FD-8F85-22886B190BDC}" dt="2025-03-20T09:56:44.073" v="7310" actId="1035"/>
          <ac:spMkLst>
            <pc:docMk/>
            <pc:sldMk cId="2728335920" sldId="316"/>
            <ac:spMk id="4" creationId="{A71D22E0-FF77-DBA8-578F-71D1D13BD7BF}"/>
          </ac:spMkLst>
        </pc:spChg>
        <pc:picChg chg="add mod">
          <ac:chgData name="Shilpa BV" userId="48fbb3e7aeb449f5" providerId="LiveId" clId="{601E285A-E621-49FD-8F85-22886B190BDC}" dt="2025-03-20T09:56:11.256" v="7296" actId="1038"/>
          <ac:picMkLst>
            <pc:docMk/>
            <pc:sldMk cId="2728335920" sldId="316"/>
            <ac:picMk id="3074" creationId="{3C138769-49AB-F545-0C7D-26E3E6A62AC8}"/>
          </ac:picMkLst>
        </pc:picChg>
      </pc:sldChg>
      <pc:sldChg chg="addSp delSp modSp new mod">
        <pc:chgData name="Shilpa BV" userId="48fbb3e7aeb449f5" providerId="LiveId" clId="{601E285A-E621-49FD-8F85-22886B190BDC}" dt="2025-03-31T08:46:41.207" v="8891" actId="20577"/>
        <pc:sldMkLst>
          <pc:docMk/>
          <pc:sldMk cId="1435608636" sldId="317"/>
        </pc:sldMkLst>
        <pc:spChg chg="mod">
          <ac:chgData name="Shilpa BV" userId="48fbb3e7aeb449f5" providerId="LiveId" clId="{601E285A-E621-49FD-8F85-22886B190BDC}" dt="2025-03-31T08:46:41.207" v="8891" actId="20577"/>
          <ac:spMkLst>
            <pc:docMk/>
            <pc:sldMk cId="1435608636" sldId="317"/>
            <ac:spMk id="2" creationId="{5AE46092-6B79-F602-D2C5-DB5B32668DC0}"/>
          </ac:spMkLst>
        </pc:spChg>
        <pc:spChg chg="add mod">
          <ac:chgData name="Shilpa BV" userId="48fbb3e7aeb449f5" providerId="LiveId" clId="{601E285A-E621-49FD-8F85-22886B190BDC}" dt="2025-03-26T10:10:13.816" v="8399" actId="113"/>
          <ac:spMkLst>
            <pc:docMk/>
            <pc:sldMk cId="1435608636" sldId="317"/>
            <ac:spMk id="4" creationId="{B6DA0CA4-073C-F320-CC68-1CB6E8D78933}"/>
          </ac:spMkLst>
        </pc:spChg>
        <pc:picChg chg="add mod">
          <ac:chgData name="Shilpa BV" userId="48fbb3e7aeb449f5" providerId="LiveId" clId="{601E285A-E621-49FD-8F85-22886B190BDC}" dt="2025-03-26T10:03:01.925" v="8389" actId="1076"/>
          <ac:picMkLst>
            <pc:docMk/>
            <pc:sldMk cId="1435608636" sldId="317"/>
            <ac:picMk id="6" creationId="{D7C4E339-7FC9-162F-D432-BF226F14377B}"/>
          </ac:picMkLst>
        </pc:picChg>
      </pc:sldChg>
      <pc:sldChg chg="delSp modSp new del mod">
        <pc:chgData name="Shilpa BV" userId="48fbb3e7aeb449f5" providerId="LiveId" clId="{601E285A-E621-49FD-8F85-22886B190BDC}" dt="2025-03-26T06:08:57.799" v="7774" actId="47"/>
        <pc:sldMkLst>
          <pc:docMk/>
          <pc:sldMk cId="1551965403" sldId="317"/>
        </pc:sldMkLst>
      </pc:sldChg>
      <pc:sldChg chg="addSp delSp modSp new del mod">
        <pc:chgData name="Shilpa BV" userId="48fbb3e7aeb449f5" providerId="LiveId" clId="{601E285A-E621-49FD-8F85-22886B190BDC}" dt="2025-03-26T09:56:43.536" v="8303" actId="47"/>
        <pc:sldMkLst>
          <pc:docMk/>
          <pc:sldMk cId="3777329768" sldId="317"/>
        </pc:sldMkLst>
      </pc:sldChg>
      <pc:sldChg chg="modSp new del mod">
        <pc:chgData name="Shilpa BV" userId="48fbb3e7aeb449f5" providerId="LiveId" clId="{601E285A-E621-49FD-8F85-22886B190BDC}" dt="2025-03-31T08:31:15.964" v="8487" actId="47"/>
        <pc:sldMkLst>
          <pc:docMk/>
          <pc:sldMk cId="1271023986" sldId="318"/>
        </pc:sldMkLst>
      </pc:sldChg>
      <pc:sldChg chg="add del">
        <pc:chgData name="Shilpa BV" userId="48fbb3e7aeb449f5" providerId="LiveId" clId="{601E285A-E621-49FD-8F85-22886B190BDC}" dt="2025-03-31T08:29:20" v="8448" actId="47"/>
        <pc:sldMkLst>
          <pc:docMk/>
          <pc:sldMk cId="0" sldId="319"/>
        </pc:sldMkLst>
      </pc:sldChg>
      <pc:sldChg chg="delSp modSp add mod">
        <pc:chgData name="Shilpa BV" userId="48fbb3e7aeb449f5" providerId="LiveId" clId="{601E285A-E621-49FD-8F85-22886B190BDC}" dt="2025-03-31T08:30:44.337" v="8486" actId="1036"/>
        <pc:sldMkLst>
          <pc:docMk/>
          <pc:sldMk cId="0" sldId="320"/>
        </pc:sldMkLst>
        <pc:spChg chg="mod">
          <ac:chgData name="Shilpa BV" userId="48fbb3e7aeb449f5" providerId="LiveId" clId="{601E285A-E621-49FD-8F85-22886B190BDC}" dt="2025-03-31T08:30:44.337" v="8486" actId="1036"/>
          <ac:spMkLst>
            <pc:docMk/>
            <pc:sldMk cId="0" sldId="320"/>
            <ac:spMk id="2" creationId="{00000000-0000-0000-0000-000000000000}"/>
          </ac:spMkLst>
        </pc:spChg>
        <pc:spChg chg="del mod">
          <ac:chgData name="Shilpa BV" userId="48fbb3e7aeb449f5" providerId="LiveId" clId="{601E285A-E621-49FD-8F85-22886B190BDC}" dt="2025-03-31T08:29:56.471" v="8450" actId="478"/>
          <ac:spMkLst>
            <pc:docMk/>
            <pc:sldMk cId="0" sldId="320"/>
            <ac:spMk id="4" creationId="{5CB0601B-FED6-4882-9E48-330D23A9212E}"/>
          </ac:spMkLst>
        </pc:spChg>
        <pc:spChg chg="del mod">
          <ac:chgData name="Shilpa BV" userId="48fbb3e7aeb449f5" providerId="LiveId" clId="{601E285A-E621-49FD-8F85-22886B190BDC}" dt="2025-03-31T08:30:00.054" v="8451" actId="478"/>
          <ac:spMkLst>
            <pc:docMk/>
            <pc:sldMk cId="0" sldId="320"/>
            <ac:spMk id="5" creationId="{54C03869-2DFD-42FE-AA2F-0D62E6201AA6}"/>
          </ac:spMkLst>
        </pc:spChg>
        <pc:picChg chg="mod">
          <ac:chgData name="Shilpa BV" userId="48fbb3e7aeb449f5" providerId="LiveId" clId="{601E285A-E621-49FD-8F85-22886B190BDC}" dt="2025-03-31T08:30:22.686" v="8466" actId="1036"/>
          <ac:picMkLst>
            <pc:docMk/>
            <pc:sldMk cId="0" sldId="320"/>
            <ac:picMk id="3" creationId="{00000000-0000-0000-0000-000000000000}"/>
          </ac:picMkLst>
        </pc:picChg>
      </pc:sldChg>
      <pc:sldChg chg="delSp modSp add del mod">
        <pc:chgData name="Shilpa BV" userId="48fbb3e7aeb449f5" providerId="LiveId" clId="{601E285A-E621-49FD-8F85-22886B190BDC}" dt="2025-03-31T08:33:38.448" v="8572" actId="47"/>
        <pc:sldMkLst>
          <pc:docMk/>
          <pc:sldMk cId="0" sldId="321"/>
        </pc:sldMkLst>
        <pc:spChg chg="mod">
          <ac:chgData name="Shilpa BV" userId="48fbb3e7aeb449f5" providerId="LiveId" clId="{601E285A-E621-49FD-8F85-22886B190BDC}" dt="2025-03-31T08:32:51.239" v="8562" actId="1035"/>
          <ac:spMkLst>
            <pc:docMk/>
            <pc:sldMk cId="0" sldId="321"/>
            <ac:spMk id="2" creationId="{00000000-0000-0000-0000-000000000000}"/>
          </ac:spMkLst>
        </pc:spChg>
        <pc:spChg chg="mod">
          <ac:chgData name="Shilpa BV" userId="48fbb3e7aeb449f5" providerId="LiveId" clId="{601E285A-E621-49FD-8F85-22886B190BDC}" dt="2025-03-31T08:32:55.672" v="8571" actId="1035"/>
          <ac:spMkLst>
            <pc:docMk/>
            <pc:sldMk cId="0" sldId="321"/>
            <ac:spMk id="3" creationId="{00000000-0000-0000-0000-000000000000}"/>
          </ac:spMkLst>
        </pc:spChg>
        <pc:spChg chg="mod">
          <ac:chgData name="Shilpa BV" userId="48fbb3e7aeb449f5" providerId="LiveId" clId="{601E285A-E621-49FD-8F85-22886B190BDC}" dt="2025-03-31T08:32:44.591" v="8552" actId="1037"/>
          <ac:spMkLst>
            <pc:docMk/>
            <pc:sldMk cId="0" sldId="321"/>
            <ac:spMk id="4" creationId="{00000000-0000-0000-0000-000000000000}"/>
          </ac:spMkLst>
        </pc:spChg>
        <pc:spChg chg="del mod">
          <ac:chgData name="Shilpa BV" userId="48fbb3e7aeb449f5" providerId="LiveId" clId="{601E285A-E621-49FD-8F85-22886B190BDC}" dt="2025-03-31T08:32:26.374" v="8523" actId="478"/>
          <ac:spMkLst>
            <pc:docMk/>
            <pc:sldMk cId="0" sldId="321"/>
            <ac:spMk id="6" creationId="{F2421541-6815-4376-ABA2-3EFBE89DF62E}"/>
          </ac:spMkLst>
        </pc:spChg>
        <pc:spChg chg="del mod">
          <ac:chgData name="Shilpa BV" userId="48fbb3e7aeb449f5" providerId="LiveId" clId="{601E285A-E621-49FD-8F85-22886B190BDC}" dt="2025-03-31T08:32:29.524" v="8524" actId="478"/>
          <ac:spMkLst>
            <pc:docMk/>
            <pc:sldMk cId="0" sldId="321"/>
            <ac:spMk id="7" creationId="{E99073AE-4318-42D7-A681-C7241697647D}"/>
          </ac:spMkLst>
        </pc:spChg>
      </pc:sldChg>
      <pc:sldChg chg="delSp modSp add del mod">
        <pc:chgData name="Shilpa BV" userId="48fbb3e7aeb449f5" providerId="LiveId" clId="{601E285A-E621-49FD-8F85-22886B190BDC}" dt="2025-03-31T08:34:13.210" v="8574" actId="47"/>
        <pc:sldMkLst>
          <pc:docMk/>
          <pc:sldMk cId="0" sldId="322"/>
        </pc:sldMkLst>
        <pc:spChg chg="mod">
          <ac:chgData name="Shilpa BV" userId="48fbb3e7aeb449f5" providerId="LiveId" clId="{601E285A-E621-49FD-8F85-22886B190BDC}" dt="2025-03-31T08:28:13.743" v="8420"/>
          <ac:spMkLst>
            <pc:docMk/>
            <pc:sldMk cId="0" sldId="322"/>
            <ac:spMk id="3" creationId="{CBC69D6B-A281-429C-8D0F-F8B93D7DFA3B}"/>
          </ac:spMkLst>
        </pc:spChg>
        <pc:spChg chg="mod">
          <ac:chgData name="Shilpa BV" userId="48fbb3e7aeb449f5" providerId="LiveId" clId="{601E285A-E621-49FD-8F85-22886B190BDC}" dt="2025-03-31T08:28:13.743" v="8420"/>
          <ac:spMkLst>
            <pc:docMk/>
            <pc:sldMk cId="0" sldId="322"/>
            <ac:spMk id="4" creationId="{0387054D-86D3-42DB-B8A6-D9E6F7DC3316}"/>
          </ac:spMkLst>
        </pc:spChg>
        <pc:picChg chg="del">
          <ac:chgData name="Shilpa BV" userId="48fbb3e7aeb449f5" providerId="LiveId" clId="{601E285A-E621-49FD-8F85-22886B190BDC}" dt="2025-03-31T08:34:08.929" v="8573" actId="21"/>
          <ac:picMkLst>
            <pc:docMk/>
            <pc:sldMk cId="0" sldId="322"/>
            <ac:picMk id="2" creationId="{00000000-0000-0000-0000-000000000000}"/>
          </ac:picMkLst>
        </pc:picChg>
      </pc:sldChg>
      <pc:sldChg chg="delSp modSp add mod">
        <pc:chgData name="Shilpa BV" userId="48fbb3e7aeb449f5" providerId="LiveId" clId="{601E285A-E621-49FD-8F85-22886B190BDC}" dt="2025-03-31T08:43:38.020" v="8797" actId="14100"/>
        <pc:sldMkLst>
          <pc:docMk/>
          <pc:sldMk cId="0" sldId="323"/>
        </pc:sldMkLst>
        <pc:spChg chg="mod">
          <ac:chgData name="Shilpa BV" userId="48fbb3e7aeb449f5" providerId="LiveId" clId="{601E285A-E621-49FD-8F85-22886B190BDC}" dt="2025-03-31T08:43:33.277" v="8796" actId="2710"/>
          <ac:spMkLst>
            <pc:docMk/>
            <pc:sldMk cId="0" sldId="323"/>
            <ac:spMk id="2" creationId="{00000000-0000-0000-0000-000000000000}"/>
          </ac:spMkLst>
        </pc:spChg>
        <pc:spChg chg="del mod">
          <ac:chgData name="Shilpa BV" userId="48fbb3e7aeb449f5" providerId="LiveId" clId="{601E285A-E621-49FD-8F85-22886B190BDC}" dt="2025-03-31T08:42:59.238" v="8751" actId="478"/>
          <ac:spMkLst>
            <pc:docMk/>
            <pc:sldMk cId="0" sldId="323"/>
            <ac:spMk id="4" creationId="{F6D6FFB7-A6C7-4119-A29D-5E0D665399D0}"/>
          </ac:spMkLst>
        </pc:spChg>
        <pc:spChg chg="del mod">
          <ac:chgData name="Shilpa BV" userId="48fbb3e7aeb449f5" providerId="LiveId" clId="{601E285A-E621-49FD-8F85-22886B190BDC}" dt="2025-03-31T08:43:01.900" v="8752" actId="478"/>
          <ac:spMkLst>
            <pc:docMk/>
            <pc:sldMk cId="0" sldId="323"/>
            <ac:spMk id="5" creationId="{5AE71CA4-E891-427B-8A8F-768D88104831}"/>
          </ac:spMkLst>
        </pc:spChg>
        <pc:picChg chg="mod">
          <ac:chgData name="Shilpa BV" userId="48fbb3e7aeb449f5" providerId="LiveId" clId="{601E285A-E621-49FD-8F85-22886B190BDC}" dt="2025-03-31T08:43:38.020" v="8797" actId="14100"/>
          <ac:picMkLst>
            <pc:docMk/>
            <pc:sldMk cId="0" sldId="323"/>
            <ac:picMk id="3" creationId="{00000000-0000-0000-0000-000000000000}"/>
          </ac:picMkLst>
        </pc:picChg>
      </pc:sldChg>
      <pc:sldChg chg="delSp modSp add mod">
        <pc:chgData name="Shilpa BV" userId="48fbb3e7aeb449f5" providerId="LiveId" clId="{601E285A-E621-49FD-8F85-22886B190BDC}" dt="2025-03-31T08:43:53.587" v="8800" actId="14100"/>
        <pc:sldMkLst>
          <pc:docMk/>
          <pc:sldMk cId="0" sldId="324"/>
        </pc:sldMkLst>
        <pc:spChg chg="del mod">
          <ac:chgData name="Shilpa BV" userId="48fbb3e7aeb449f5" providerId="LiveId" clId="{601E285A-E621-49FD-8F85-22886B190BDC}" dt="2025-03-31T08:43:47.140" v="8798" actId="478"/>
          <ac:spMkLst>
            <pc:docMk/>
            <pc:sldMk cId="0" sldId="324"/>
            <ac:spMk id="3" creationId="{4296DA22-3C84-4E69-8FA2-C804641FAE7A}"/>
          </ac:spMkLst>
        </pc:spChg>
        <pc:spChg chg="del mod">
          <ac:chgData name="Shilpa BV" userId="48fbb3e7aeb449f5" providerId="LiveId" clId="{601E285A-E621-49FD-8F85-22886B190BDC}" dt="2025-03-31T08:43:49.986" v="8799" actId="478"/>
          <ac:spMkLst>
            <pc:docMk/>
            <pc:sldMk cId="0" sldId="324"/>
            <ac:spMk id="4" creationId="{63528976-BA28-4C3F-A4AE-86329BEAA072}"/>
          </ac:spMkLst>
        </pc:spChg>
        <pc:picChg chg="mod">
          <ac:chgData name="Shilpa BV" userId="48fbb3e7aeb449f5" providerId="LiveId" clId="{601E285A-E621-49FD-8F85-22886B190BDC}" dt="2025-03-31T08:43:53.587" v="8800" actId="14100"/>
          <ac:picMkLst>
            <pc:docMk/>
            <pc:sldMk cId="0" sldId="324"/>
            <ac:picMk id="2" creationId="{00000000-0000-0000-0000-000000000000}"/>
          </ac:picMkLst>
        </pc:picChg>
      </pc:sldChg>
      <pc:sldChg chg="delSp modSp add mod">
        <pc:chgData name="Shilpa BV" userId="48fbb3e7aeb449f5" providerId="LiveId" clId="{601E285A-E621-49FD-8F85-22886B190BDC}" dt="2025-03-31T08:48:08.555" v="8901" actId="20577"/>
        <pc:sldMkLst>
          <pc:docMk/>
          <pc:sldMk cId="0" sldId="325"/>
        </pc:sldMkLst>
        <pc:spChg chg="mod">
          <ac:chgData name="Shilpa BV" userId="48fbb3e7aeb449f5" providerId="LiveId" clId="{601E285A-E621-49FD-8F85-22886B190BDC}" dt="2025-03-31T08:48:08.555" v="8901" actId="20577"/>
          <ac:spMkLst>
            <pc:docMk/>
            <pc:sldMk cId="0" sldId="325"/>
            <ac:spMk id="2" creationId="{00000000-0000-0000-0000-000000000000}"/>
          </ac:spMkLst>
        </pc:spChg>
        <pc:spChg chg="del mod">
          <ac:chgData name="Shilpa BV" userId="48fbb3e7aeb449f5" providerId="LiveId" clId="{601E285A-E621-49FD-8F85-22886B190BDC}" dt="2025-03-31T08:43:59.554" v="8801" actId="478"/>
          <ac:spMkLst>
            <pc:docMk/>
            <pc:sldMk cId="0" sldId="325"/>
            <ac:spMk id="3" creationId="{269C999C-854B-414C-8ECE-3B06E65AA03C}"/>
          </ac:spMkLst>
        </pc:spChg>
        <pc:spChg chg="mod">
          <ac:chgData name="Shilpa BV" userId="48fbb3e7aeb449f5" providerId="LiveId" clId="{601E285A-E621-49FD-8F85-22886B190BDC}" dt="2025-03-31T08:28:13.743" v="8420"/>
          <ac:spMkLst>
            <pc:docMk/>
            <pc:sldMk cId="0" sldId="325"/>
            <ac:spMk id="4" creationId="{6CE406B1-41FA-4231-87E0-D1FAF2C50E15}"/>
          </ac:spMkLst>
        </pc:spChg>
      </pc:sldChg>
      <pc:sldChg chg="delSp modSp add mod">
        <pc:chgData name="Shilpa BV" userId="48fbb3e7aeb449f5" providerId="LiveId" clId="{601E285A-E621-49FD-8F85-22886B190BDC}" dt="2025-03-31T08:45:59.145" v="8881" actId="1036"/>
        <pc:sldMkLst>
          <pc:docMk/>
          <pc:sldMk cId="0" sldId="326"/>
        </pc:sldMkLst>
        <pc:spChg chg="del mod">
          <ac:chgData name="Shilpa BV" userId="48fbb3e7aeb449f5" providerId="LiveId" clId="{601E285A-E621-49FD-8F85-22886B190BDC}" dt="2025-03-31T08:45:43.943" v="8871" actId="478"/>
          <ac:spMkLst>
            <pc:docMk/>
            <pc:sldMk cId="0" sldId="326"/>
            <ac:spMk id="3" creationId="{111866A0-038F-4D09-970B-015E99145A0B}"/>
          </ac:spMkLst>
        </pc:spChg>
        <pc:spChg chg="del mod">
          <ac:chgData name="Shilpa BV" userId="48fbb3e7aeb449f5" providerId="LiveId" clId="{601E285A-E621-49FD-8F85-22886B190BDC}" dt="2025-03-31T08:45:46.481" v="8872" actId="478"/>
          <ac:spMkLst>
            <pc:docMk/>
            <pc:sldMk cId="0" sldId="326"/>
            <ac:spMk id="4" creationId="{CB81A51B-9F1D-449D-A1B7-8B3C9038C8A5}"/>
          </ac:spMkLst>
        </pc:spChg>
        <pc:picChg chg="mod">
          <ac:chgData name="Shilpa BV" userId="48fbb3e7aeb449f5" providerId="LiveId" clId="{601E285A-E621-49FD-8F85-22886B190BDC}" dt="2025-03-31T08:45:59.145" v="8881" actId="1036"/>
          <ac:picMkLst>
            <pc:docMk/>
            <pc:sldMk cId="0" sldId="326"/>
            <ac:picMk id="2" creationId="{00000000-0000-0000-0000-000000000000}"/>
          </ac:picMkLst>
        </pc:picChg>
      </pc:sldChg>
      <pc:sldChg chg="modSp add">
        <pc:chgData name="Shilpa BV" userId="48fbb3e7aeb449f5" providerId="LiveId" clId="{601E285A-E621-49FD-8F85-22886B190BDC}" dt="2025-03-31T08:28:13.743" v="8420"/>
        <pc:sldMkLst>
          <pc:docMk/>
          <pc:sldMk cId="2049766926" sldId="362"/>
        </pc:sldMkLst>
        <pc:spChg chg="mod">
          <ac:chgData name="Shilpa BV" userId="48fbb3e7aeb449f5" providerId="LiveId" clId="{601E285A-E621-49FD-8F85-22886B190BDC}" dt="2025-03-31T08:28:13.743" v="8420"/>
          <ac:spMkLst>
            <pc:docMk/>
            <pc:sldMk cId="2049766926" sldId="362"/>
            <ac:spMk id="4" creationId="{374A88E4-C259-DBF5-EE60-7EDCEEE8CADE}"/>
          </ac:spMkLst>
        </pc:spChg>
        <pc:spChg chg="mod">
          <ac:chgData name="Shilpa BV" userId="48fbb3e7aeb449f5" providerId="LiveId" clId="{601E285A-E621-49FD-8F85-22886B190BDC}" dt="2025-03-31T08:28:13.743" v="8420"/>
          <ac:spMkLst>
            <pc:docMk/>
            <pc:sldMk cId="2049766926" sldId="362"/>
            <ac:spMk id="5" creationId="{5059683B-BA98-576C-875E-CBE9E3877C0A}"/>
          </ac:spMkLst>
        </pc:spChg>
      </pc:sldChg>
      <pc:sldChg chg="delSp modSp add mod">
        <pc:chgData name="Shilpa BV" userId="48fbb3e7aeb449f5" providerId="LiveId" clId="{601E285A-E621-49FD-8F85-22886B190BDC}" dt="2025-03-31T08:36:08.846" v="8591" actId="478"/>
        <pc:sldMkLst>
          <pc:docMk/>
          <pc:sldMk cId="804620217" sldId="363"/>
        </pc:sldMkLst>
        <pc:spChg chg="del mod">
          <ac:chgData name="Shilpa BV" userId="48fbb3e7aeb449f5" providerId="LiveId" clId="{601E285A-E621-49FD-8F85-22886B190BDC}" dt="2025-03-31T08:36:05.403" v="8590" actId="478"/>
          <ac:spMkLst>
            <pc:docMk/>
            <pc:sldMk cId="804620217" sldId="363"/>
            <ac:spMk id="4" creationId="{2EA000DF-0721-4C16-7C3A-9F8ACA3B5340}"/>
          </ac:spMkLst>
        </pc:spChg>
        <pc:spChg chg="del mod">
          <ac:chgData name="Shilpa BV" userId="48fbb3e7aeb449f5" providerId="LiveId" clId="{601E285A-E621-49FD-8F85-22886B190BDC}" dt="2025-03-31T08:36:08.846" v="8591" actId="478"/>
          <ac:spMkLst>
            <pc:docMk/>
            <pc:sldMk cId="804620217" sldId="363"/>
            <ac:spMk id="5" creationId="{AE12A397-716B-9432-318F-A8F72F436A5A}"/>
          </ac:spMkLst>
        </pc:spChg>
      </pc:sldChg>
      <pc:sldChg chg="delSp modSp add mod">
        <pc:chgData name="Shilpa BV" userId="48fbb3e7aeb449f5" providerId="LiveId" clId="{601E285A-E621-49FD-8F85-22886B190BDC}" dt="2025-03-31T08:46:57.832" v="8893" actId="478"/>
        <pc:sldMkLst>
          <pc:docMk/>
          <pc:sldMk cId="409314533" sldId="364"/>
        </pc:sldMkLst>
        <pc:spChg chg="del mod">
          <ac:chgData name="Shilpa BV" userId="48fbb3e7aeb449f5" providerId="LiveId" clId="{601E285A-E621-49FD-8F85-22886B190BDC}" dt="2025-03-31T08:46:54.108" v="8892" actId="478"/>
          <ac:spMkLst>
            <pc:docMk/>
            <pc:sldMk cId="409314533" sldId="364"/>
            <ac:spMk id="4" creationId="{5609AE16-4203-FBF3-2484-47148A3ACB8C}"/>
          </ac:spMkLst>
        </pc:spChg>
        <pc:spChg chg="del mod">
          <ac:chgData name="Shilpa BV" userId="48fbb3e7aeb449f5" providerId="LiveId" clId="{601E285A-E621-49FD-8F85-22886B190BDC}" dt="2025-03-31T08:46:57.832" v="8893" actId="478"/>
          <ac:spMkLst>
            <pc:docMk/>
            <pc:sldMk cId="409314533" sldId="364"/>
            <ac:spMk id="5" creationId="{682633CB-E8D8-BFDB-AAD0-A25248F585E7}"/>
          </ac:spMkLst>
        </pc:spChg>
      </pc:sldChg>
      <pc:sldChg chg="delSp modSp add mod">
        <pc:chgData name="Shilpa BV" userId="48fbb3e7aeb449f5" providerId="LiveId" clId="{601E285A-E621-49FD-8F85-22886B190BDC}" dt="2025-03-31T08:37:52.884" v="8644" actId="14100"/>
        <pc:sldMkLst>
          <pc:docMk/>
          <pc:sldMk cId="0" sldId="365"/>
        </pc:sldMkLst>
        <pc:spChg chg="mod">
          <ac:chgData name="Shilpa BV" userId="48fbb3e7aeb449f5" providerId="LiveId" clId="{601E285A-E621-49FD-8F85-22886B190BDC}" dt="2025-03-31T08:36:38.372" v="8599" actId="403"/>
          <ac:spMkLst>
            <pc:docMk/>
            <pc:sldMk cId="0" sldId="365"/>
            <ac:spMk id="2" creationId="{00000000-0000-0000-0000-000000000000}"/>
          </ac:spMkLst>
        </pc:spChg>
        <pc:spChg chg="mod">
          <ac:chgData name="Shilpa BV" userId="48fbb3e7aeb449f5" providerId="LiveId" clId="{601E285A-E621-49FD-8F85-22886B190BDC}" dt="2025-03-31T08:36:57.601" v="8612" actId="403"/>
          <ac:spMkLst>
            <pc:docMk/>
            <pc:sldMk cId="0" sldId="365"/>
            <ac:spMk id="3" creationId="{00000000-0000-0000-0000-000000000000}"/>
          </ac:spMkLst>
        </pc:spChg>
        <pc:spChg chg="mod">
          <ac:chgData name="Shilpa BV" userId="48fbb3e7aeb449f5" providerId="LiveId" clId="{601E285A-E621-49FD-8F85-22886B190BDC}" dt="2025-03-31T08:37:52.884" v="8644" actId="14100"/>
          <ac:spMkLst>
            <pc:docMk/>
            <pc:sldMk cId="0" sldId="365"/>
            <ac:spMk id="4" creationId="{00000000-0000-0000-0000-000000000000}"/>
          </ac:spMkLst>
        </pc:spChg>
        <pc:spChg chg="del mod">
          <ac:chgData name="Shilpa BV" userId="48fbb3e7aeb449f5" providerId="LiveId" clId="{601E285A-E621-49FD-8F85-22886B190BDC}" dt="2025-03-31T08:36:19.956" v="8592" actId="478"/>
          <ac:spMkLst>
            <pc:docMk/>
            <pc:sldMk cId="0" sldId="365"/>
            <ac:spMk id="6" creationId="{76F0E595-335E-42AE-8444-FF28FDE0944A}"/>
          </ac:spMkLst>
        </pc:spChg>
        <pc:spChg chg="del mod">
          <ac:chgData name="Shilpa BV" userId="48fbb3e7aeb449f5" providerId="LiveId" clId="{601E285A-E621-49FD-8F85-22886B190BDC}" dt="2025-03-31T08:36:23.409" v="8593" actId="478"/>
          <ac:spMkLst>
            <pc:docMk/>
            <pc:sldMk cId="0" sldId="365"/>
            <ac:spMk id="7" creationId="{68A224CA-9750-41F7-83E0-F6F45D94F22F}"/>
          </ac:spMkLst>
        </pc:spChg>
        <pc:picChg chg="mod">
          <ac:chgData name="Shilpa BV" userId="48fbb3e7aeb449f5" providerId="LiveId" clId="{601E285A-E621-49FD-8F85-22886B190BDC}" dt="2025-03-31T08:37:17.719" v="8616" actId="1076"/>
          <ac:picMkLst>
            <pc:docMk/>
            <pc:sldMk cId="0" sldId="365"/>
            <ac:picMk id="5" creationId="{00000000-0000-0000-0000-000000000000}"/>
          </ac:picMkLst>
        </pc:picChg>
      </pc:sldChg>
      <pc:sldChg chg="delSp modSp add mod">
        <pc:chgData name="Shilpa BV" userId="48fbb3e7aeb449f5" providerId="LiveId" clId="{601E285A-E621-49FD-8F85-22886B190BDC}" dt="2025-03-31T08:38:18.079" v="8649" actId="14100"/>
        <pc:sldMkLst>
          <pc:docMk/>
          <pc:sldMk cId="0" sldId="366"/>
        </pc:sldMkLst>
        <pc:spChg chg="del mod">
          <ac:chgData name="Shilpa BV" userId="48fbb3e7aeb449f5" providerId="LiveId" clId="{601E285A-E621-49FD-8F85-22886B190BDC}" dt="2025-03-31T08:38:05.155" v="8645" actId="478"/>
          <ac:spMkLst>
            <pc:docMk/>
            <pc:sldMk cId="0" sldId="366"/>
            <ac:spMk id="3" creationId="{6C3F6659-B63A-48AF-9776-70372934DE5D}"/>
          </ac:spMkLst>
        </pc:spChg>
        <pc:spChg chg="del mod">
          <ac:chgData name="Shilpa BV" userId="48fbb3e7aeb449f5" providerId="LiveId" clId="{601E285A-E621-49FD-8F85-22886B190BDC}" dt="2025-03-31T08:38:07.536" v="8646" actId="478"/>
          <ac:spMkLst>
            <pc:docMk/>
            <pc:sldMk cId="0" sldId="366"/>
            <ac:spMk id="4" creationId="{C7F22830-7281-424F-87CC-6A6EA3BDB449}"/>
          </ac:spMkLst>
        </pc:spChg>
        <pc:picChg chg="mod">
          <ac:chgData name="Shilpa BV" userId="48fbb3e7aeb449f5" providerId="LiveId" clId="{601E285A-E621-49FD-8F85-22886B190BDC}" dt="2025-03-31T08:38:18.079" v="8649" actId="14100"/>
          <ac:picMkLst>
            <pc:docMk/>
            <pc:sldMk cId="0" sldId="366"/>
            <ac:picMk id="2" creationId="{00000000-0000-0000-0000-000000000000}"/>
          </ac:picMkLst>
        </pc:picChg>
      </pc:sldChg>
      <pc:sldChg chg="delSp modSp add mod">
        <pc:chgData name="Shilpa BV" userId="48fbb3e7aeb449f5" providerId="LiveId" clId="{601E285A-E621-49FD-8F85-22886B190BDC}" dt="2025-03-31T08:38:49.453" v="8653" actId="14100"/>
        <pc:sldMkLst>
          <pc:docMk/>
          <pc:sldMk cId="0" sldId="367"/>
        </pc:sldMkLst>
        <pc:spChg chg="del mod">
          <ac:chgData name="Shilpa BV" userId="48fbb3e7aeb449f5" providerId="LiveId" clId="{601E285A-E621-49FD-8F85-22886B190BDC}" dt="2025-03-31T08:38:40.853" v="8650" actId="478"/>
          <ac:spMkLst>
            <pc:docMk/>
            <pc:sldMk cId="0" sldId="367"/>
            <ac:spMk id="3" creationId="{C71B9BB7-D07B-41D5-B63A-BFEEF5A540D0}"/>
          </ac:spMkLst>
        </pc:spChg>
        <pc:spChg chg="del mod">
          <ac:chgData name="Shilpa BV" userId="48fbb3e7aeb449f5" providerId="LiveId" clId="{601E285A-E621-49FD-8F85-22886B190BDC}" dt="2025-03-31T08:38:44.034" v="8651" actId="478"/>
          <ac:spMkLst>
            <pc:docMk/>
            <pc:sldMk cId="0" sldId="367"/>
            <ac:spMk id="4" creationId="{28B31CBA-787F-4DF4-95A0-44FF1FAA459B}"/>
          </ac:spMkLst>
        </pc:spChg>
        <pc:picChg chg="mod">
          <ac:chgData name="Shilpa BV" userId="48fbb3e7aeb449f5" providerId="LiveId" clId="{601E285A-E621-49FD-8F85-22886B190BDC}" dt="2025-03-31T08:38:49.453" v="8653" actId="14100"/>
          <ac:picMkLst>
            <pc:docMk/>
            <pc:sldMk cId="0" sldId="367"/>
            <ac:picMk id="2" creationId="{00000000-0000-0000-0000-000000000000}"/>
          </ac:picMkLst>
        </pc:picChg>
      </pc:sldChg>
      <pc:sldChg chg="addSp delSp modSp add mod">
        <pc:chgData name="Shilpa BV" userId="48fbb3e7aeb449f5" providerId="LiveId" clId="{601E285A-E621-49FD-8F85-22886B190BDC}" dt="2025-03-31T08:47:21.908" v="8894" actId="113"/>
        <pc:sldMkLst>
          <pc:docMk/>
          <pc:sldMk cId="0" sldId="368"/>
        </pc:sldMkLst>
        <pc:spChg chg="mod">
          <ac:chgData name="Shilpa BV" userId="48fbb3e7aeb449f5" providerId="LiveId" clId="{601E285A-E621-49FD-8F85-22886B190BDC}" dt="2025-03-31T08:39:25.811" v="8662" actId="14100"/>
          <ac:spMkLst>
            <pc:docMk/>
            <pc:sldMk cId="0" sldId="368"/>
            <ac:spMk id="2" creationId="{00000000-0000-0000-0000-000000000000}"/>
          </ac:spMkLst>
        </pc:spChg>
        <pc:spChg chg="mod">
          <ac:chgData name="Shilpa BV" userId="48fbb3e7aeb449f5" providerId="LiveId" clId="{601E285A-E621-49FD-8F85-22886B190BDC}" dt="2025-03-31T08:47:21.908" v="8894" actId="113"/>
          <ac:spMkLst>
            <pc:docMk/>
            <pc:sldMk cId="0" sldId="368"/>
            <ac:spMk id="3" creationId="{00000000-0000-0000-0000-000000000000}"/>
          </ac:spMkLst>
        </pc:spChg>
        <pc:spChg chg="mod">
          <ac:chgData name="Shilpa BV" userId="48fbb3e7aeb449f5" providerId="LiveId" clId="{601E285A-E621-49FD-8F85-22886B190BDC}" dt="2025-03-31T08:40:36.742" v="8688" actId="164"/>
          <ac:spMkLst>
            <pc:docMk/>
            <pc:sldMk cId="0" sldId="368"/>
            <ac:spMk id="4" creationId="{00000000-0000-0000-0000-000000000000}"/>
          </ac:spMkLst>
        </pc:spChg>
        <pc:spChg chg="del mod">
          <ac:chgData name="Shilpa BV" userId="48fbb3e7aeb449f5" providerId="LiveId" clId="{601E285A-E621-49FD-8F85-22886B190BDC}" dt="2025-03-31T08:39:07.392" v="8655" actId="478"/>
          <ac:spMkLst>
            <pc:docMk/>
            <pc:sldMk cId="0" sldId="368"/>
            <ac:spMk id="6" creationId="{4C5FD1D4-7D74-4DCB-8736-E0F36EF0E550}"/>
          </ac:spMkLst>
        </pc:spChg>
        <pc:spChg chg="del mod">
          <ac:chgData name="Shilpa BV" userId="48fbb3e7aeb449f5" providerId="LiveId" clId="{601E285A-E621-49FD-8F85-22886B190BDC}" dt="2025-03-31T08:39:11.325" v="8656" actId="478"/>
          <ac:spMkLst>
            <pc:docMk/>
            <pc:sldMk cId="0" sldId="368"/>
            <ac:spMk id="7" creationId="{25C7E6DC-4211-41BA-B74D-6E8FF5BA2D37}"/>
          </ac:spMkLst>
        </pc:spChg>
        <pc:grpChg chg="add mod">
          <ac:chgData name="Shilpa BV" userId="48fbb3e7aeb449f5" providerId="LiveId" clId="{601E285A-E621-49FD-8F85-22886B190BDC}" dt="2025-03-31T08:40:36.742" v="8688" actId="164"/>
          <ac:grpSpMkLst>
            <pc:docMk/>
            <pc:sldMk cId="0" sldId="368"/>
            <ac:grpSpMk id="8" creationId="{0415C737-4AD1-D636-9F3F-C11285AC60E5}"/>
          </ac:grpSpMkLst>
        </pc:grpChg>
        <pc:grpChg chg="add mod">
          <ac:chgData name="Shilpa BV" userId="48fbb3e7aeb449f5" providerId="LiveId" clId="{601E285A-E621-49FD-8F85-22886B190BDC}" dt="2025-03-31T08:40:43.300" v="8691" actId="1038"/>
          <ac:grpSpMkLst>
            <pc:docMk/>
            <pc:sldMk cId="0" sldId="368"/>
            <ac:grpSpMk id="9" creationId="{4316C0A1-C65D-B3DC-7DE2-21CE5E4E4FC0}"/>
          </ac:grpSpMkLst>
        </pc:grpChg>
        <pc:picChg chg="mod">
          <ac:chgData name="Shilpa BV" userId="48fbb3e7aeb449f5" providerId="LiveId" clId="{601E285A-E621-49FD-8F85-22886B190BDC}" dt="2025-03-31T08:40:29.403" v="8687" actId="164"/>
          <ac:picMkLst>
            <pc:docMk/>
            <pc:sldMk cId="0" sldId="368"/>
            <ac:picMk id="5" creationId="{00000000-0000-0000-0000-000000000000}"/>
          </ac:picMkLst>
        </pc:picChg>
      </pc:sldChg>
      <pc:sldChg chg="delSp modSp add mod">
        <pc:chgData name="Shilpa BV" userId="48fbb3e7aeb449f5" providerId="LiveId" clId="{601E285A-E621-49FD-8F85-22886B190BDC}" dt="2025-03-31T08:47:36.410" v="8898" actId="2710"/>
        <pc:sldMkLst>
          <pc:docMk/>
          <pc:sldMk cId="0" sldId="369"/>
        </pc:sldMkLst>
        <pc:spChg chg="mod">
          <ac:chgData name="Shilpa BV" userId="48fbb3e7aeb449f5" providerId="LiveId" clId="{601E285A-E621-49FD-8F85-22886B190BDC}" dt="2025-03-31T08:47:36.410" v="8898" actId="2710"/>
          <ac:spMkLst>
            <pc:docMk/>
            <pc:sldMk cId="0" sldId="369"/>
            <ac:spMk id="2" creationId="{00000000-0000-0000-0000-000000000000}"/>
          </ac:spMkLst>
        </pc:spChg>
        <pc:spChg chg="del mod">
          <ac:chgData name="Shilpa BV" userId="48fbb3e7aeb449f5" providerId="LiveId" clId="{601E285A-E621-49FD-8F85-22886B190BDC}" dt="2025-03-31T08:40:57.129" v="8694" actId="478"/>
          <ac:spMkLst>
            <pc:docMk/>
            <pc:sldMk cId="0" sldId="369"/>
            <ac:spMk id="3" creationId="{506E56C8-54A2-4A42-B867-0DFE2C84B357}"/>
          </ac:spMkLst>
        </pc:spChg>
        <pc:spChg chg="del mod">
          <ac:chgData name="Shilpa BV" userId="48fbb3e7aeb449f5" providerId="LiveId" clId="{601E285A-E621-49FD-8F85-22886B190BDC}" dt="2025-03-31T08:41:01.515" v="8695" actId="478"/>
          <ac:spMkLst>
            <pc:docMk/>
            <pc:sldMk cId="0" sldId="369"/>
            <ac:spMk id="4" creationId="{ADDAB573-9D54-41CE-A28C-AA3675554684}"/>
          </ac:spMkLst>
        </pc:spChg>
      </pc:sldChg>
      <pc:sldChg chg="delSp modSp add mod">
        <pc:chgData name="Shilpa BV" userId="48fbb3e7aeb449f5" providerId="LiveId" clId="{601E285A-E621-49FD-8F85-22886B190BDC}" dt="2025-03-31T08:42:51.620" v="8750" actId="14100"/>
        <pc:sldMkLst>
          <pc:docMk/>
          <pc:sldMk cId="0" sldId="370"/>
        </pc:sldMkLst>
        <pc:spChg chg="mod">
          <ac:chgData name="Shilpa BV" userId="48fbb3e7aeb449f5" providerId="LiveId" clId="{601E285A-E621-49FD-8F85-22886B190BDC}" dt="2025-03-31T08:42:39.282" v="8724" actId="1038"/>
          <ac:spMkLst>
            <pc:docMk/>
            <pc:sldMk cId="0" sldId="370"/>
            <ac:spMk id="2" creationId="{00000000-0000-0000-0000-000000000000}"/>
          </ac:spMkLst>
        </pc:spChg>
        <pc:spChg chg="del mod">
          <ac:chgData name="Shilpa BV" userId="48fbb3e7aeb449f5" providerId="LiveId" clId="{601E285A-E621-49FD-8F85-22886B190BDC}" dt="2025-03-31T08:42:08.636" v="8703" actId="478"/>
          <ac:spMkLst>
            <pc:docMk/>
            <pc:sldMk cId="0" sldId="370"/>
            <ac:spMk id="4" creationId="{C8282062-F51F-4DE2-8DAA-8E3662474549}"/>
          </ac:spMkLst>
        </pc:spChg>
        <pc:spChg chg="del mod">
          <ac:chgData name="Shilpa BV" userId="48fbb3e7aeb449f5" providerId="LiveId" clId="{601E285A-E621-49FD-8F85-22886B190BDC}" dt="2025-03-31T08:42:12.256" v="8704" actId="478"/>
          <ac:spMkLst>
            <pc:docMk/>
            <pc:sldMk cId="0" sldId="370"/>
            <ac:spMk id="5" creationId="{7D5815AE-EA28-47ED-80A2-98E09B26DE60}"/>
          </ac:spMkLst>
        </pc:spChg>
        <pc:picChg chg="mod">
          <ac:chgData name="Shilpa BV" userId="48fbb3e7aeb449f5" providerId="LiveId" clId="{601E285A-E621-49FD-8F85-22886B190BDC}" dt="2025-03-31T08:42:51.620" v="8750" actId="14100"/>
          <ac:picMkLst>
            <pc:docMk/>
            <pc:sldMk cId="0" sldId="370"/>
            <ac:picMk id="3" creationId="{00000000-0000-0000-0000-000000000000}"/>
          </ac:picMkLst>
        </pc:picChg>
      </pc:sldChg>
      <pc:sldMasterChg chg="delSldLayout">
        <pc:chgData name="Shilpa BV" userId="48fbb3e7aeb449f5" providerId="LiveId" clId="{601E285A-E621-49FD-8F85-22886B190BDC}" dt="2025-03-31T08:29:20" v="8448" actId="47"/>
        <pc:sldMasterMkLst>
          <pc:docMk/>
          <pc:sldMasterMk cId="2924843325" sldId="2147483648"/>
        </pc:sldMasterMkLst>
        <pc:sldLayoutChg chg="del">
          <pc:chgData name="Shilpa BV" userId="48fbb3e7aeb449f5" providerId="LiveId" clId="{601E285A-E621-49FD-8F85-22886B190BDC}" dt="2025-03-31T08:29:20" v="8448" actId="47"/>
          <pc:sldLayoutMkLst>
            <pc:docMk/>
            <pc:sldMasterMk cId="2924843325" sldId="2147483648"/>
            <pc:sldLayoutMk cId="3502125067" sldId="2147483660"/>
          </pc:sldLayoutMkLst>
        </pc:sldLayoutChg>
      </pc:sldMaster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017576D8-5B74-4B38-BC18-667A21421940}" type="datetimeFigureOut">
              <a:rPr lang="en-IN" smtClean="0"/>
              <a:t>31-03-2025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4E0CA7B4-334B-4AE8-858B-6701A0C0822D}" type="slidenum">
              <a:rPr lang="en-IN" smtClean="0"/>
              <a:t>‹#›</a:t>
            </a:fld>
            <a:endParaRPr lang="en-IN"/>
          </a:p>
        </p:txBody>
      </p:sp>
    </p:spTree>
    <p:extLst>
      <p:ext uri="{BB962C8B-B14F-4D97-AF65-F5344CB8AC3E}">
        <p14:creationId xmlns:p14="http://schemas.microsoft.com/office/powerpoint/2010/main" val="343307157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5"/>
          </p:nvPr>
        </p:nvSpPr>
        <p:spPr/>
        <p:txBody>
          <a:bodyPr/>
          <a:lstStyle/>
          <a:p>
            <a:fld id="{4E0CA7B4-334B-4AE8-858B-6701A0C0822D}" type="slidenum">
              <a:rPr lang="en-IN" smtClean="0"/>
              <a:t>22</a:t>
            </a:fld>
            <a:endParaRPr lang="en-IN"/>
          </a:p>
        </p:txBody>
      </p:sp>
    </p:spTree>
    <p:extLst>
      <p:ext uri="{BB962C8B-B14F-4D97-AF65-F5344CB8AC3E}">
        <p14:creationId xmlns:p14="http://schemas.microsoft.com/office/powerpoint/2010/main" val="278918344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8A303-3108-D7C3-CD25-BB8D56436789}"/>
              </a:ext>
            </a:extLst>
          </p:cNvPr>
          <p:cNvSpPr>
            <a:spLocks noGrp="1"/>
          </p:cNvSpPr>
          <p:nvPr>
            <p:ph type="ctrTitle"/>
          </p:nvPr>
        </p:nvSpPr>
        <p:spPr>
          <a:xfrm>
            <a:off x="1524000" y="1122363"/>
            <a:ext cx="9144000" cy="2387600"/>
          </a:xfrm>
        </p:spPr>
        <p:txBody>
          <a:bodyPr anchor="b"/>
          <a:lstStyle>
            <a:lvl1pPr algn="ctr">
              <a:defRPr sz="6000">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Subtitle 2">
            <a:extLst>
              <a:ext uri="{FF2B5EF4-FFF2-40B4-BE49-F238E27FC236}">
                <a16:creationId xmlns:a16="http://schemas.microsoft.com/office/drawing/2014/main" id="{54C48FCE-63CF-1D98-9FF9-61D80B040823}"/>
              </a:ext>
            </a:extLst>
          </p:cNvPr>
          <p:cNvSpPr>
            <a:spLocks noGrp="1"/>
          </p:cNvSpPr>
          <p:nvPr>
            <p:ph type="subTitle" idx="1"/>
          </p:nvPr>
        </p:nvSpPr>
        <p:spPr>
          <a:xfrm>
            <a:off x="1524000" y="3602038"/>
            <a:ext cx="9144000" cy="1655762"/>
          </a:xfrm>
        </p:spPr>
        <p:txBody>
          <a:bodyPr/>
          <a:lstStyle>
            <a:lvl1pPr marL="0" indent="0" algn="ctr">
              <a:buNone/>
              <a:defRPr sz="2400">
                <a:latin typeface="Cambria" panose="02040503050406030204" pitchFamily="18" charset="0"/>
                <a:ea typeface="Cambria" panose="02040503050406030204" pitchFamily="18" charset="0"/>
              </a:defRPr>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E435DD42-7C2D-EA63-59F0-8AE2AFDCC5E3}"/>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31-03-2025</a:t>
            </a:fld>
            <a:endParaRPr lang="en-IN"/>
          </a:p>
        </p:txBody>
      </p:sp>
      <p:sp>
        <p:nvSpPr>
          <p:cNvPr id="5" name="Footer Placeholder 4">
            <a:extLst>
              <a:ext uri="{FF2B5EF4-FFF2-40B4-BE49-F238E27FC236}">
                <a16:creationId xmlns:a16="http://schemas.microsoft.com/office/drawing/2014/main" id="{D528AD21-B788-F1C2-F7E8-F56F264122C0}"/>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E61A70B3-BCC9-A443-1BAC-6DD16CA56754}"/>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206234278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8A85F0C-46AD-7D3A-02FB-FB42FACF70C8}"/>
              </a:ext>
            </a:extLst>
          </p:cNvPr>
          <p:cNvSpPr>
            <a:spLocks noGrp="1"/>
          </p:cNvSpPr>
          <p:nvPr>
            <p:ph type="title"/>
          </p:nvPr>
        </p:nvSpPr>
        <p:spPr>
          <a:xfrm>
            <a:off x="838200" y="88031"/>
            <a:ext cx="10515600" cy="909493"/>
          </a:xfrm>
          <a:solidFill>
            <a:srgbClr val="FFC000"/>
          </a:solidFill>
        </p:spPr>
        <p:txBody>
          <a:bodyPr/>
          <a:lstStyle>
            <a:lvl1pPr>
              <a:defRPr>
                <a:latin typeface="Cambria" panose="02040503050406030204" pitchFamily="18" charset="0"/>
                <a:ea typeface="Cambria" panose="02040503050406030204" pitchFamily="18" charset="0"/>
              </a:defRPr>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ED35B5B6-A94D-7A23-6E0D-A3549F3D5EFC}"/>
              </a:ext>
            </a:extLst>
          </p:cNvPr>
          <p:cNvSpPr>
            <a:spLocks noGrp="1"/>
          </p:cNvSpPr>
          <p:nvPr>
            <p:ph idx="1"/>
          </p:nvPr>
        </p:nvSpPr>
        <p:spPr>
          <a:xfrm>
            <a:off x="152399" y="1246909"/>
            <a:ext cx="11873345" cy="4930054"/>
          </a:xfrm>
        </p:spPr>
        <p:txBody>
          <a:bodyPr/>
          <a:lstStyle>
            <a:lvl1pPr>
              <a:defRPr>
                <a:latin typeface="Cambria" panose="02040503050406030204" pitchFamily="18" charset="0"/>
                <a:ea typeface="Cambria" panose="02040503050406030204" pitchFamily="18" charset="0"/>
              </a:defRPr>
            </a:lvl1pPr>
            <a:lvl2pPr>
              <a:defRPr>
                <a:latin typeface="Cambria" panose="02040503050406030204" pitchFamily="18" charset="0"/>
                <a:ea typeface="Cambria" panose="02040503050406030204" pitchFamily="18" charset="0"/>
              </a:defRPr>
            </a:lvl2pPr>
            <a:lvl3pPr>
              <a:defRPr>
                <a:latin typeface="Cambria" panose="02040503050406030204" pitchFamily="18" charset="0"/>
                <a:ea typeface="Cambria" panose="02040503050406030204" pitchFamily="18" charset="0"/>
              </a:defRPr>
            </a:lvl3pPr>
            <a:lvl4pPr>
              <a:defRPr>
                <a:latin typeface="Cambria" panose="02040503050406030204" pitchFamily="18" charset="0"/>
                <a:ea typeface="Cambria" panose="02040503050406030204" pitchFamily="18" charset="0"/>
              </a:defRPr>
            </a:lvl4pPr>
            <a:lvl5pPr>
              <a:defRPr>
                <a:latin typeface="Cambria" panose="02040503050406030204" pitchFamily="18" charset="0"/>
                <a:ea typeface="Cambria" panose="02040503050406030204" pitchFamily="18" charset="0"/>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9E53D09-8725-9484-701F-33B05A2DA9A4}"/>
              </a:ext>
            </a:extLst>
          </p:cNvPr>
          <p:cNvSpPr>
            <a:spLocks noGrp="1"/>
          </p:cNvSpPr>
          <p:nvPr>
            <p:ph type="dt" sz="half" idx="10"/>
          </p:nvPr>
        </p:nvSpPr>
        <p:spPr/>
        <p:txBody>
          <a:bodyPr/>
          <a:lstStyle>
            <a:lvl1pPr>
              <a:defRPr>
                <a:latin typeface="Cambria" panose="02040503050406030204" pitchFamily="18" charset="0"/>
                <a:ea typeface="Cambria" panose="02040503050406030204" pitchFamily="18" charset="0"/>
              </a:defRPr>
            </a:lvl1pPr>
          </a:lstStyle>
          <a:p>
            <a:fld id="{A60288F2-E411-4717-A2A8-E54361EB3D7C}" type="datetimeFigureOut">
              <a:rPr lang="en-IN" smtClean="0"/>
              <a:pPr/>
              <a:t>31-03-2025</a:t>
            </a:fld>
            <a:endParaRPr lang="en-IN"/>
          </a:p>
        </p:txBody>
      </p:sp>
      <p:sp>
        <p:nvSpPr>
          <p:cNvPr id="5" name="Footer Placeholder 4">
            <a:extLst>
              <a:ext uri="{FF2B5EF4-FFF2-40B4-BE49-F238E27FC236}">
                <a16:creationId xmlns:a16="http://schemas.microsoft.com/office/drawing/2014/main" id="{5D193219-2E3F-744A-81D6-69AA44D9B368}"/>
              </a:ext>
            </a:extLst>
          </p:cNvPr>
          <p:cNvSpPr>
            <a:spLocks noGrp="1"/>
          </p:cNvSpPr>
          <p:nvPr>
            <p:ph type="ftr" sz="quarter" idx="11"/>
          </p:nvPr>
        </p:nvSpPr>
        <p:spPr/>
        <p:txBody>
          <a:bodyPr/>
          <a:lstStyle>
            <a:lvl1pPr>
              <a:defRPr>
                <a:latin typeface="Cambria" panose="02040503050406030204" pitchFamily="18" charset="0"/>
                <a:ea typeface="Cambria" panose="02040503050406030204" pitchFamily="18" charset="0"/>
              </a:defRPr>
            </a:lvl1pPr>
          </a:lstStyle>
          <a:p>
            <a:endParaRPr lang="en-IN"/>
          </a:p>
        </p:txBody>
      </p:sp>
      <p:sp>
        <p:nvSpPr>
          <p:cNvPr id="6" name="Slide Number Placeholder 5">
            <a:extLst>
              <a:ext uri="{FF2B5EF4-FFF2-40B4-BE49-F238E27FC236}">
                <a16:creationId xmlns:a16="http://schemas.microsoft.com/office/drawing/2014/main" id="{620B4579-1CED-824A-0CA8-F9BCEB369A2D}"/>
              </a:ext>
            </a:extLst>
          </p:cNvPr>
          <p:cNvSpPr>
            <a:spLocks noGrp="1"/>
          </p:cNvSpPr>
          <p:nvPr>
            <p:ph type="sldNum" sz="quarter" idx="12"/>
          </p:nvPr>
        </p:nvSpPr>
        <p:spPr/>
        <p:txBody>
          <a:bodyPr/>
          <a:lstStyle>
            <a:lvl1pPr>
              <a:defRPr>
                <a:latin typeface="Cambria" panose="02040503050406030204" pitchFamily="18" charset="0"/>
                <a:ea typeface="Cambria" panose="02040503050406030204" pitchFamily="18" charset="0"/>
              </a:defRPr>
            </a:lvl1pPr>
          </a:lstStyle>
          <a:p>
            <a:fld id="{3405273E-9AE5-4195-AC9F-FAA5849B8D51}" type="slidenum">
              <a:rPr lang="en-IN" smtClean="0"/>
              <a:pPr/>
              <a:t>‹#›</a:t>
            </a:fld>
            <a:endParaRPr lang="en-IN"/>
          </a:p>
        </p:txBody>
      </p:sp>
    </p:spTree>
    <p:extLst>
      <p:ext uri="{BB962C8B-B14F-4D97-AF65-F5344CB8AC3E}">
        <p14:creationId xmlns:p14="http://schemas.microsoft.com/office/powerpoint/2010/main" val="888176339"/>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6BA45E-892C-E9A8-D293-21A3B99741FC}"/>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97514981-A3C8-5764-AC99-558C6FF79A4C}"/>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216F634B-6A54-FC43-8E8D-085B7F32D1DD}"/>
              </a:ext>
            </a:extLst>
          </p:cNvPr>
          <p:cNvSpPr>
            <a:spLocks noGrp="1"/>
          </p:cNvSpPr>
          <p:nvPr>
            <p:ph type="dt" sz="half" idx="10"/>
          </p:nvPr>
        </p:nvSpPr>
        <p:spPr/>
        <p:txBody>
          <a:bodyPr/>
          <a:lstStyle/>
          <a:p>
            <a:fld id="{A60288F2-E411-4717-A2A8-E54361EB3D7C}" type="datetimeFigureOut">
              <a:rPr lang="en-IN" smtClean="0"/>
              <a:t>31-03-2025</a:t>
            </a:fld>
            <a:endParaRPr lang="en-IN"/>
          </a:p>
        </p:txBody>
      </p:sp>
      <p:sp>
        <p:nvSpPr>
          <p:cNvPr id="5" name="Footer Placeholder 4">
            <a:extLst>
              <a:ext uri="{FF2B5EF4-FFF2-40B4-BE49-F238E27FC236}">
                <a16:creationId xmlns:a16="http://schemas.microsoft.com/office/drawing/2014/main" id="{D5CB788C-F3D7-E2AB-2E49-4AF62510DED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580ECC9A-4849-7D7C-8CF9-7C2AEB54836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84014077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01248AE-D9C8-EF0A-05FB-2C57EEB7D269}"/>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000221CE-916F-CAAD-9655-71DF729EF186}"/>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EAF58360-560D-6A4D-91F9-771D7747AB5B}"/>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253AF5E-C58B-03F8-EED9-634C7C9B1FC4}"/>
              </a:ext>
            </a:extLst>
          </p:cNvPr>
          <p:cNvSpPr>
            <a:spLocks noGrp="1"/>
          </p:cNvSpPr>
          <p:nvPr>
            <p:ph type="dt" sz="half" idx="10"/>
          </p:nvPr>
        </p:nvSpPr>
        <p:spPr/>
        <p:txBody>
          <a:bodyPr/>
          <a:lstStyle/>
          <a:p>
            <a:fld id="{A60288F2-E411-4717-A2A8-E54361EB3D7C}" type="datetimeFigureOut">
              <a:rPr lang="en-IN" smtClean="0"/>
              <a:t>31-03-2025</a:t>
            </a:fld>
            <a:endParaRPr lang="en-IN"/>
          </a:p>
        </p:txBody>
      </p:sp>
      <p:sp>
        <p:nvSpPr>
          <p:cNvPr id="6" name="Footer Placeholder 5">
            <a:extLst>
              <a:ext uri="{FF2B5EF4-FFF2-40B4-BE49-F238E27FC236}">
                <a16:creationId xmlns:a16="http://schemas.microsoft.com/office/drawing/2014/main" id="{B3D77E1F-C07A-185D-4E68-106CBD8E51F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1582CD07-6578-DA71-910E-F1E3EB6A2C1A}"/>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426308296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E1D307A-E8E3-5127-A049-E6A3677EA6B7}"/>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FFEB44B7-BB0D-5954-251D-0F12BC400CB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4162E69B-2CDC-E4FB-B18B-875D7F43B607}"/>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25A1C115-A98A-5001-0BF8-3EBC9C42BE99}"/>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C0F9E718-D9F9-6AE3-B68F-D6508F125D2D}"/>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96EF024F-CBF4-D143-ABF6-EB2EB00745E7}"/>
              </a:ext>
            </a:extLst>
          </p:cNvPr>
          <p:cNvSpPr>
            <a:spLocks noGrp="1"/>
          </p:cNvSpPr>
          <p:nvPr>
            <p:ph type="dt" sz="half" idx="10"/>
          </p:nvPr>
        </p:nvSpPr>
        <p:spPr/>
        <p:txBody>
          <a:bodyPr/>
          <a:lstStyle/>
          <a:p>
            <a:fld id="{A60288F2-E411-4717-A2A8-E54361EB3D7C}" type="datetimeFigureOut">
              <a:rPr lang="en-IN" smtClean="0"/>
              <a:t>31-03-2025</a:t>
            </a:fld>
            <a:endParaRPr lang="en-IN"/>
          </a:p>
        </p:txBody>
      </p:sp>
      <p:sp>
        <p:nvSpPr>
          <p:cNvPr id="8" name="Footer Placeholder 7">
            <a:extLst>
              <a:ext uri="{FF2B5EF4-FFF2-40B4-BE49-F238E27FC236}">
                <a16:creationId xmlns:a16="http://schemas.microsoft.com/office/drawing/2014/main" id="{172722D3-F786-2519-0543-2EDB55241C0D}"/>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BE766567-834E-1336-594B-AA23464BBE19}"/>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0638503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609373-BB5F-027E-CC3A-8B55EAFEB87C}"/>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FA42576-219C-9794-2869-8484B55F4CDA}"/>
              </a:ext>
            </a:extLst>
          </p:cNvPr>
          <p:cNvSpPr>
            <a:spLocks noGrp="1"/>
          </p:cNvSpPr>
          <p:nvPr>
            <p:ph type="dt" sz="half" idx="10"/>
          </p:nvPr>
        </p:nvSpPr>
        <p:spPr/>
        <p:txBody>
          <a:bodyPr/>
          <a:lstStyle/>
          <a:p>
            <a:fld id="{A60288F2-E411-4717-A2A8-E54361EB3D7C}" type="datetimeFigureOut">
              <a:rPr lang="en-IN" smtClean="0"/>
              <a:t>31-03-2025</a:t>
            </a:fld>
            <a:endParaRPr lang="en-IN"/>
          </a:p>
        </p:txBody>
      </p:sp>
      <p:sp>
        <p:nvSpPr>
          <p:cNvPr id="4" name="Footer Placeholder 3">
            <a:extLst>
              <a:ext uri="{FF2B5EF4-FFF2-40B4-BE49-F238E27FC236}">
                <a16:creationId xmlns:a16="http://schemas.microsoft.com/office/drawing/2014/main" id="{876572F2-8DA3-70AC-762E-B48629DD61C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8D79076-613E-AC63-3B08-8EB2CEAA861C}"/>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362234631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636BB582-1A1E-B166-9AA1-429FBB728570}"/>
              </a:ext>
            </a:extLst>
          </p:cNvPr>
          <p:cNvSpPr>
            <a:spLocks noGrp="1"/>
          </p:cNvSpPr>
          <p:nvPr>
            <p:ph type="dt" sz="half" idx="10"/>
          </p:nvPr>
        </p:nvSpPr>
        <p:spPr/>
        <p:txBody>
          <a:bodyPr/>
          <a:lstStyle/>
          <a:p>
            <a:fld id="{A60288F2-E411-4717-A2A8-E54361EB3D7C}" type="datetimeFigureOut">
              <a:rPr lang="en-IN" smtClean="0"/>
              <a:t>31-03-2025</a:t>
            </a:fld>
            <a:endParaRPr lang="en-IN"/>
          </a:p>
        </p:txBody>
      </p:sp>
      <p:sp>
        <p:nvSpPr>
          <p:cNvPr id="3" name="Footer Placeholder 2">
            <a:extLst>
              <a:ext uri="{FF2B5EF4-FFF2-40B4-BE49-F238E27FC236}">
                <a16:creationId xmlns:a16="http://schemas.microsoft.com/office/drawing/2014/main" id="{9D492330-436F-CD11-5364-FE407FBDB56B}"/>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F87B4C21-DDAC-4404-8F4A-3876166D86D8}"/>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87343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354BA60-9417-655B-8981-B4A24E52B339}"/>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05100C1-4AF7-A545-177E-F0EBB194E681}"/>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074EEDF1-8D06-B9D0-423A-297F036E3D4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92E55DA-C5B9-2E76-B1BA-14BFE9E2FF9A}"/>
              </a:ext>
            </a:extLst>
          </p:cNvPr>
          <p:cNvSpPr>
            <a:spLocks noGrp="1"/>
          </p:cNvSpPr>
          <p:nvPr>
            <p:ph type="dt" sz="half" idx="10"/>
          </p:nvPr>
        </p:nvSpPr>
        <p:spPr/>
        <p:txBody>
          <a:bodyPr/>
          <a:lstStyle/>
          <a:p>
            <a:fld id="{A60288F2-E411-4717-A2A8-E54361EB3D7C}" type="datetimeFigureOut">
              <a:rPr lang="en-IN" smtClean="0"/>
              <a:t>31-03-2025</a:t>
            </a:fld>
            <a:endParaRPr lang="en-IN"/>
          </a:p>
        </p:txBody>
      </p:sp>
      <p:sp>
        <p:nvSpPr>
          <p:cNvPr id="6" name="Footer Placeholder 5">
            <a:extLst>
              <a:ext uri="{FF2B5EF4-FFF2-40B4-BE49-F238E27FC236}">
                <a16:creationId xmlns:a16="http://schemas.microsoft.com/office/drawing/2014/main" id="{7E4F3EBF-CDE3-B285-C427-69FCD6F2FC36}"/>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48FB4E15-2329-E0EF-1D4C-2F93664C0EF3}"/>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8095037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958C58F-D2D3-4F10-CE88-39722A7E4C5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A66D4479-E2DD-56FF-D5BB-DE04CF754504}"/>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8B2478BA-66AF-702F-CDB3-A0347900F10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153A4622-D12A-4FAE-B828-E9E1E4DE2836}"/>
              </a:ext>
            </a:extLst>
          </p:cNvPr>
          <p:cNvSpPr>
            <a:spLocks noGrp="1"/>
          </p:cNvSpPr>
          <p:nvPr>
            <p:ph type="dt" sz="half" idx="10"/>
          </p:nvPr>
        </p:nvSpPr>
        <p:spPr/>
        <p:txBody>
          <a:bodyPr/>
          <a:lstStyle/>
          <a:p>
            <a:fld id="{A60288F2-E411-4717-A2A8-E54361EB3D7C}" type="datetimeFigureOut">
              <a:rPr lang="en-IN" smtClean="0"/>
              <a:t>31-03-2025</a:t>
            </a:fld>
            <a:endParaRPr lang="en-IN"/>
          </a:p>
        </p:txBody>
      </p:sp>
      <p:sp>
        <p:nvSpPr>
          <p:cNvPr id="6" name="Footer Placeholder 5">
            <a:extLst>
              <a:ext uri="{FF2B5EF4-FFF2-40B4-BE49-F238E27FC236}">
                <a16:creationId xmlns:a16="http://schemas.microsoft.com/office/drawing/2014/main" id="{5D4CAF42-36F3-F313-6025-6B6703BFDFD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FB040534-695E-3271-4B36-46B66B8C5381}"/>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84385230"/>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0C92F08-EF02-9A10-5BE0-FBB747272DEF}"/>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0B693A67-5F4E-687C-34D8-840235068C18}"/>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A2D12992-1770-2302-9B0A-963FC4996713}"/>
              </a:ext>
            </a:extLst>
          </p:cNvPr>
          <p:cNvSpPr>
            <a:spLocks noGrp="1"/>
          </p:cNvSpPr>
          <p:nvPr>
            <p:ph type="dt" sz="half" idx="10"/>
          </p:nvPr>
        </p:nvSpPr>
        <p:spPr/>
        <p:txBody>
          <a:bodyPr/>
          <a:lstStyle/>
          <a:p>
            <a:fld id="{A60288F2-E411-4717-A2A8-E54361EB3D7C}" type="datetimeFigureOut">
              <a:rPr lang="en-IN" smtClean="0"/>
              <a:t>31-03-2025</a:t>
            </a:fld>
            <a:endParaRPr lang="en-IN"/>
          </a:p>
        </p:txBody>
      </p:sp>
      <p:sp>
        <p:nvSpPr>
          <p:cNvPr id="5" name="Footer Placeholder 4">
            <a:extLst>
              <a:ext uri="{FF2B5EF4-FFF2-40B4-BE49-F238E27FC236}">
                <a16:creationId xmlns:a16="http://schemas.microsoft.com/office/drawing/2014/main" id="{595A8A54-9719-A685-A934-F4C7CDA0EF72}"/>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DEF81B6-1918-BC5F-BD53-8777A4081D15}"/>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51361243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C90D1D8F-C3ED-7F5F-D0F2-78340582B955}"/>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6CCBE43C-09D6-D3A6-A2B2-0F8B7EB2CF2D}"/>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1E5CA9E-2DCA-EBB5-D010-BFB742BB1C67}"/>
              </a:ext>
            </a:extLst>
          </p:cNvPr>
          <p:cNvSpPr>
            <a:spLocks noGrp="1"/>
          </p:cNvSpPr>
          <p:nvPr>
            <p:ph type="dt" sz="half" idx="10"/>
          </p:nvPr>
        </p:nvSpPr>
        <p:spPr/>
        <p:txBody>
          <a:bodyPr/>
          <a:lstStyle/>
          <a:p>
            <a:fld id="{A60288F2-E411-4717-A2A8-E54361EB3D7C}" type="datetimeFigureOut">
              <a:rPr lang="en-IN" smtClean="0"/>
              <a:t>31-03-2025</a:t>
            </a:fld>
            <a:endParaRPr lang="en-IN"/>
          </a:p>
        </p:txBody>
      </p:sp>
      <p:sp>
        <p:nvSpPr>
          <p:cNvPr id="5" name="Footer Placeholder 4">
            <a:extLst>
              <a:ext uri="{FF2B5EF4-FFF2-40B4-BE49-F238E27FC236}">
                <a16:creationId xmlns:a16="http://schemas.microsoft.com/office/drawing/2014/main" id="{B5260D38-6161-ECB2-24C3-77483B14F91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06730B45-FFB5-E55C-6A58-163AC0F1E44E}"/>
              </a:ext>
            </a:extLst>
          </p:cNvPr>
          <p:cNvSpPr>
            <a:spLocks noGrp="1"/>
          </p:cNvSpPr>
          <p:nvPr>
            <p:ph type="sldNum" sz="quarter" idx="12"/>
          </p:nvPr>
        </p:nvSpPr>
        <p:spPr/>
        <p:txBody>
          <a:bodyPr/>
          <a:lstStyle/>
          <a:p>
            <a:fld id="{3405273E-9AE5-4195-AC9F-FAA5849B8D51}" type="slidenum">
              <a:rPr lang="en-IN" smtClean="0"/>
              <a:t>‹#›</a:t>
            </a:fld>
            <a:endParaRPr lang="en-IN"/>
          </a:p>
        </p:txBody>
      </p:sp>
    </p:spTree>
    <p:extLst>
      <p:ext uri="{BB962C8B-B14F-4D97-AF65-F5344CB8AC3E}">
        <p14:creationId xmlns:p14="http://schemas.microsoft.com/office/powerpoint/2010/main" val="704069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7BF12E4B-E40A-EC5C-6075-0A960006EDBB}"/>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C3FA478-3464-1B7A-C14A-B80A0C8F579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6C36FB4-793C-EC97-FC06-69238CA6340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A60288F2-E411-4717-A2A8-E54361EB3D7C}" type="datetimeFigureOut">
              <a:rPr lang="en-IN" smtClean="0"/>
              <a:t>31-03-2025</a:t>
            </a:fld>
            <a:endParaRPr lang="en-IN"/>
          </a:p>
        </p:txBody>
      </p:sp>
      <p:sp>
        <p:nvSpPr>
          <p:cNvPr id="5" name="Footer Placeholder 4">
            <a:extLst>
              <a:ext uri="{FF2B5EF4-FFF2-40B4-BE49-F238E27FC236}">
                <a16:creationId xmlns:a16="http://schemas.microsoft.com/office/drawing/2014/main" id="{F75CB672-F07D-641C-512B-5A2BF3194A09}"/>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2EE99F51-A57F-1B93-4FC5-2976DDACD0C4}"/>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405273E-9AE5-4195-AC9F-FAA5849B8D51}" type="slidenum">
              <a:rPr lang="en-IN" smtClean="0"/>
              <a:t>‹#›</a:t>
            </a:fld>
            <a:endParaRPr lang="en-IN"/>
          </a:p>
        </p:txBody>
      </p:sp>
    </p:spTree>
    <p:extLst>
      <p:ext uri="{BB962C8B-B14F-4D97-AF65-F5344CB8AC3E}">
        <p14:creationId xmlns:p14="http://schemas.microsoft.com/office/powerpoint/2010/main" val="2924843325"/>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emf"/><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6.emf"/><Relationship Id="rId2" Type="http://schemas.openxmlformats.org/officeDocument/2006/relationships/image" Target="../media/image5.emf"/><Relationship Id="rId1" Type="http://schemas.openxmlformats.org/officeDocument/2006/relationships/slideLayout" Target="../slideLayouts/slideLayout2.xml"/><Relationship Id="rId6" Type="http://schemas.openxmlformats.org/officeDocument/2006/relationships/image" Target="../media/image9.emf"/><Relationship Id="rId5" Type="http://schemas.openxmlformats.org/officeDocument/2006/relationships/image" Target="../media/image8.emf"/><Relationship Id="rId4" Type="http://schemas.openxmlformats.org/officeDocument/2006/relationships/image" Target="../media/image7.emf"/></Relationships>
</file>

<file path=ppt/slides/_rels/slide13.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1.emf"/><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3" Type="http://schemas.openxmlformats.org/officeDocument/2006/relationships/image" Target="../media/image14.emf"/><Relationship Id="rId2" Type="http://schemas.openxmlformats.org/officeDocument/2006/relationships/notesSlide" Target="../notesSlides/notesSlide1.xml"/><Relationship Id="rId1" Type="http://schemas.openxmlformats.org/officeDocument/2006/relationships/slideLayout" Target="../slideLayouts/slideLayout2.xml"/><Relationship Id="rId5" Type="http://schemas.openxmlformats.org/officeDocument/2006/relationships/image" Target="../media/image5.emf"/><Relationship Id="rId4" Type="http://schemas.openxmlformats.org/officeDocument/2006/relationships/image" Target="../media/image15.emf"/></Relationships>
</file>

<file path=ppt/slides/_rels/slide23.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6.emf"/><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18.emf"/><Relationship Id="rId2" Type="http://schemas.openxmlformats.org/officeDocument/2006/relationships/image" Target="../media/image17.emf"/><Relationship Id="rId1" Type="http://schemas.openxmlformats.org/officeDocument/2006/relationships/slideLayout" Target="../slideLayouts/slideLayout2.xml"/><Relationship Id="rId4" Type="http://schemas.openxmlformats.org/officeDocument/2006/relationships/image" Target="../media/image19.emf"/></Relationships>
</file>

<file path=ppt/slides/_rels/slide27.xml.rels><?xml version="1.0" encoding="UTF-8" standalone="yes"?>
<Relationships xmlns="http://schemas.openxmlformats.org/package/2006/relationships"><Relationship Id="rId3" Type="http://schemas.openxmlformats.org/officeDocument/2006/relationships/image" Target="../media/image21.emf"/><Relationship Id="rId2" Type="http://schemas.openxmlformats.org/officeDocument/2006/relationships/image" Target="../media/image20.emf"/><Relationship Id="rId1" Type="http://schemas.openxmlformats.org/officeDocument/2006/relationships/slideLayout" Target="../slideLayouts/slideLayout2.xml"/><Relationship Id="rId5" Type="http://schemas.openxmlformats.org/officeDocument/2006/relationships/image" Target="../media/image23.emf"/><Relationship Id="rId4" Type="http://schemas.openxmlformats.org/officeDocument/2006/relationships/image" Target="../media/image22.emf"/></Relationships>
</file>

<file path=ppt/slides/_rels/slide28.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image" Target="../media/image23.emf"/><Relationship Id="rId1" Type="http://schemas.openxmlformats.org/officeDocument/2006/relationships/slideLayout" Target="../slideLayouts/slideLayout2.xml"/><Relationship Id="rId5" Type="http://schemas.openxmlformats.org/officeDocument/2006/relationships/image" Target="../media/image24.emf"/><Relationship Id="rId4" Type="http://schemas.openxmlformats.org/officeDocument/2006/relationships/image" Target="../media/image14.emf"/></Relationships>
</file>

<file path=ppt/slides/_rels/slide29.xml.rels><?xml version="1.0" encoding="UTF-8" standalone="yes"?>
<Relationships xmlns="http://schemas.openxmlformats.org/package/2006/relationships"><Relationship Id="rId3" Type="http://schemas.openxmlformats.org/officeDocument/2006/relationships/image" Target="../media/image26.emf"/><Relationship Id="rId2" Type="http://schemas.openxmlformats.org/officeDocument/2006/relationships/image" Target="../media/image25.emf"/><Relationship Id="rId1" Type="http://schemas.openxmlformats.org/officeDocument/2006/relationships/slideLayout" Target="../slideLayouts/slideLayout2.xml"/><Relationship Id="rId4" Type="http://schemas.openxmlformats.org/officeDocument/2006/relationships/image" Target="../media/image27.emf"/></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2" Type="http://schemas.openxmlformats.org/officeDocument/2006/relationships/image" Target="../media/image32.emf"/><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3" Type="http://schemas.openxmlformats.org/officeDocument/2006/relationships/image" Target="../media/image34.emf"/><Relationship Id="rId2" Type="http://schemas.openxmlformats.org/officeDocument/2006/relationships/image" Target="../media/image33.emf"/><Relationship Id="rId1" Type="http://schemas.openxmlformats.org/officeDocument/2006/relationships/slideLayout" Target="../slideLayouts/slideLayout2.xml"/><Relationship Id="rId4" Type="http://schemas.openxmlformats.org/officeDocument/2006/relationships/image" Target="../media/image35.emf"/></Relationships>
</file>

<file path=ppt/slides/_rels/slide52.xml.rels><?xml version="1.0" encoding="UTF-8" standalone="yes"?>
<Relationships xmlns="http://schemas.openxmlformats.org/package/2006/relationships"><Relationship Id="rId3" Type="http://schemas.openxmlformats.org/officeDocument/2006/relationships/image" Target="../media/image37.emf"/><Relationship Id="rId2" Type="http://schemas.openxmlformats.org/officeDocument/2006/relationships/image" Target="../media/image36.emf"/><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3" Type="http://schemas.openxmlformats.org/officeDocument/2006/relationships/image" Target="../media/image38.emf"/><Relationship Id="rId2" Type="http://schemas.openxmlformats.org/officeDocument/2006/relationships/image" Target="../media/image26.emf"/><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40.png"/><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56.xml.rels><?xml version="1.0" encoding="UTF-8" standalone="yes"?>
<Relationships xmlns="http://schemas.openxmlformats.org/package/2006/relationships"><Relationship Id="rId3" Type="http://schemas.openxmlformats.org/officeDocument/2006/relationships/image" Target="../media/image43.jpeg"/><Relationship Id="rId2" Type="http://schemas.openxmlformats.org/officeDocument/2006/relationships/image" Target="../media/image42.jpg"/><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2" Type="http://schemas.openxmlformats.org/officeDocument/2006/relationships/image" Target="../media/image44.emf"/><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2" Type="http://schemas.openxmlformats.org/officeDocument/2006/relationships/image" Target="../media/image45.jpg"/><Relationship Id="rId1" Type="http://schemas.openxmlformats.org/officeDocument/2006/relationships/slideLayout" Target="../slideLayouts/slideLayout7.xml"/></Relationships>
</file>

<file path=ppt/slides/_rels/slide59.xml.rels><?xml version="1.0" encoding="UTF-8" standalone="yes"?>
<Relationships xmlns="http://schemas.openxmlformats.org/package/2006/relationships"><Relationship Id="rId3" Type="http://schemas.openxmlformats.org/officeDocument/2006/relationships/image" Target="../media/image47.emf"/><Relationship Id="rId2" Type="http://schemas.openxmlformats.org/officeDocument/2006/relationships/image" Target="../media/image46.emf"/><Relationship Id="rId1" Type="http://schemas.openxmlformats.org/officeDocument/2006/relationships/slideLayout" Target="../slideLayouts/slideLayout2.xml"/><Relationship Id="rId5" Type="http://schemas.openxmlformats.org/officeDocument/2006/relationships/image" Target="../media/image49.png"/><Relationship Id="rId4" Type="http://schemas.openxmlformats.org/officeDocument/2006/relationships/image" Target="../media/image48.emf"/></Relationships>
</file>

<file path=ppt/slides/_rels/slide60.xml.rels><?xml version="1.0" encoding="UTF-8" standalone="yes"?>
<Relationships xmlns="http://schemas.openxmlformats.org/package/2006/relationships"><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2" Type="http://schemas.openxmlformats.org/officeDocument/2006/relationships/image" Target="../media/image51.png"/><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2" Type="http://schemas.openxmlformats.org/officeDocument/2006/relationships/image" Target="../media/image53.png"/><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2" Type="http://schemas.openxmlformats.org/officeDocument/2006/relationships/image" Target="../media/image54.jpg"/><Relationship Id="rId1" Type="http://schemas.openxmlformats.org/officeDocument/2006/relationships/slideLayout" Target="../slideLayouts/slideLayout7.xml"/></Relationships>
</file>

<file path=ppt/slides/_rels/slide65.xml.rels><?xml version="1.0" encoding="UTF-8" standalone="yes"?>
<Relationships xmlns="http://schemas.openxmlformats.org/package/2006/relationships"><Relationship Id="rId2" Type="http://schemas.openxmlformats.org/officeDocument/2006/relationships/image" Target="../media/image55.jpg"/><Relationship Id="rId1" Type="http://schemas.openxmlformats.org/officeDocument/2006/relationships/slideLayout" Target="../slideLayouts/slideLayout7.xml"/></Relationships>
</file>

<file path=ppt/slides/_rels/slide66.xml.rels><?xml version="1.0" encoding="UTF-8" standalone="yes"?>
<Relationships xmlns="http://schemas.openxmlformats.org/package/2006/relationships"><Relationship Id="rId2" Type="http://schemas.openxmlformats.org/officeDocument/2006/relationships/image" Target="../media/image56.png"/><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8.xml.rels><?xml version="1.0" encoding="UTF-8" standalone="yes"?>
<Relationships xmlns="http://schemas.openxmlformats.org/package/2006/relationships"><Relationship Id="rId2" Type="http://schemas.openxmlformats.org/officeDocument/2006/relationships/image" Target="../media/image57.jpg"/><Relationship Id="rId1" Type="http://schemas.openxmlformats.org/officeDocument/2006/relationships/slideLayout" Target="../slideLayouts/slideLayout7.xml"/></Relationships>
</file>

<file path=ppt/slides/_rels/slide69.xml.rels><?xml version="1.0" encoding="UTF-8" standalone="yes"?>
<Relationships xmlns="http://schemas.openxmlformats.org/package/2006/relationships"><Relationship Id="rId2" Type="http://schemas.openxmlformats.org/officeDocument/2006/relationships/image" Target="../media/image58.jpg"/><Relationship Id="rId1" Type="http://schemas.openxmlformats.org/officeDocument/2006/relationships/slideLayout" Target="../slideLayouts/slideLayout7.xml"/></Relationships>
</file>

<file path=ppt/slides/_rels/slide70.xml.rels><?xml version="1.0" encoding="UTF-8" standalone="yes"?>
<Relationships xmlns="http://schemas.openxmlformats.org/package/2006/relationships"><Relationship Id="rId2" Type="http://schemas.openxmlformats.org/officeDocument/2006/relationships/image" Target="../media/image59.png"/><Relationship Id="rId1" Type="http://schemas.openxmlformats.org/officeDocument/2006/relationships/slideLayout" Target="../slideLayouts/slideLayout7.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2.xml.rels><?xml version="1.0" encoding="UTF-8" standalone="yes"?>
<Relationships xmlns="http://schemas.openxmlformats.org/package/2006/relationships"><Relationship Id="rId2" Type="http://schemas.openxmlformats.org/officeDocument/2006/relationships/image" Target="../media/image60.jpg"/><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0CA0659-2DFE-0711-0E26-9B048D68D174}"/>
              </a:ext>
            </a:extLst>
          </p:cNvPr>
          <p:cNvSpPr>
            <a:spLocks noGrp="1"/>
          </p:cNvSpPr>
          <p:nvPr>
            <p:ph type="ctrTitle"/>
          </p:nvPr>
        </p:nvSpPr>
        <p:spPr/>
        <p:txBody>
          <a:bodyPr>
            <a:normAutofit/>
          </a:bodyPr>
          <a:lstStyle/>
          <a:p>
            <a:r>
              <a:rPr lang="en-US" dirty="0"/>
              <a:t>Machine Learning</a:t>
            </a:r>
            <a:endParaRPr lang="en-IN" dirty="0"/>
          </a:p>
        </p:txBody>
      </p:sp>
      <p:sp>
        <p:nvSpPr>
          <p:cNvPr id="3" name="Subtitle 2">
            <a:extLst>
              <a:ext uri="{FF2B5EF4-FFF2-40B4-BE49-F238E27FC236}">
                <a16:creationId xmlns:a16="http://schemas.microsoft.com/office/drawing/2014/main" id="{BF2194AA-C2BE-3204-206E-E42A2753F78B}"/>
              </a:ext>
            </a:extLst>
          </p:cNvPr>
          <p:cNvSpPr>
            <a:spLocks noGrp="1"/>
          </p:cNvSpPr>
          <p:nvPr>
            <p:ph type="subTitle" idx="1"/>
          </p:nvPr>
        </p:nvSpPr>
        <p:spPr/>
        <p:txBody>
          <a:bodyPr>
            <a:normAutofit/>
          </a:bodyPr>
          <a:lstStyle/>
          <a:p>
            <a:r>
              <a:rPr lang="en-US" sz="4400" dirty="0"/>
              <a:t>BCSML601</a:t>
            </a:r>
          </a:p>
          <a:p>
            <a:r>
              <a:rPr lang="en-US" sz="4400" dirty="0"/>
              <a:t>3:0:2</a:t>
            </a:r>
            <a:endParaRPr lang="en-IN" sz="4400" dirty="0"/>
          </a:p>
        </p:txBody>
      </p:sp>
    </p:spTree>
    <p:extLst>
      <p:ext uri="{BB962C8B-B14F-4D97-AF65-F5344CB8AC3E}">
        <p14:creationId xmlns:p14="http://schemas.microsoft.com/office/powerpoint/2010/main" val="173259112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D7A7992-1A3A-6A68-93BA-53D34BF741D8}"/>
              </a:ext>
            </a:extLst>
          </p:cNvPr>
          <p:cNvSpPr>
            <a:spLocks noGrp="1"/>
          </p:cNvSpPr>
          <p:nvPr>
            <p:ph type="title"/>
          </p:nvPr>
        </p:nvSpPr>
        <p:spPr/>
        <p:txBody>
          <a:bodyPr/>
          <a:lstStyle/>
          <a:p>
            <a:r>
              <a:rPr lang="en-US" dirty="0"/>
              <a:t>Pre- requisites</a:t>
            </a:r>
            <a:endParaRPr lang="en-IN" dirty="0"/>
          </a:p>
        </p:txBody>
      </p:sp>
      <p:sp>
        <p:nvSpPr>
          <p:cNvPr id="3" name="Content Placeholder 2">
            <a:extLst>
              <a:ext uri="{FF2B5EF4-FFF2-40B4-BE49-F238E27FC236}">
                <a16:creationId xmlns:a16="http://schemas.microsoft.com/office/drawing/2014/main" id="{7FB2A1E3-9E4B-6A38-0796-73EE6E231C0D}"/>
              </a:ext>
            </a:extLst>
          </p:cNvPr>
          <p:cNvSpPr>
            <a:spLocks noGrp="1"/>
          </p:cNvSpPr>
          <p:nvPr>
            <p:ph idx="1"/>
          </p:nvPr>
        </p:nvSpPr>
        <p:spPr/>
        <p:txBody>
          <a:bodyPr/>
          <a:lstStyle/>
          <a:p>
            <a:r>
              <a:rPr lang="en-US" dirty="0"/>
              <a:t>Linear Equations</a:t>
            </a:r>
          </a:p>
          <a:p>
            <a:r>
              <a:rPr lang="en-US" dirty="0"/>
              <a:t>Probability and Statistics</a:t>
            </a:r>
          </a:p>
          <a:p>
            <a:r>
              <a:rPr lang="en-US" dirty="0"/>
              <a:t>Graphs of Functions</a:t>
            </a:r>
            <a:endParaRPr lang="en-IN" dirty="0"/>
          </a:p>
        </p:txBody>
      </p:sp>
    </p:spTree>
    <p:extLst>
      <p:ext uri="{BB962C8B-B14F-4D97-AF65-F5344CB8AC3E}">
        <p14:creationId xmlns:p14="http://schemas.microsoft.com/office/powerpoint/2010/main" val="1526965681"/>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7BA3F08-A41A-3D71-435E-90A0E7C816CA}"/>
              </a:ext>
            </a:extLst>
          </p:cNvPr>
          <p:cNvSpPr>
            <a:spLocks noGrp="1"/>
          </p:cNvSpPr>
          <p:nvPr>
            <p:ph type="title"/>
          </p:nvPr>
        </p:nvSpPr>
        <p:spPr/>
        <p:txBody>
          <a:bodyPr/>
          <a:lstStyle/>
          <a:p>
            <a:r>
              <a:rPr lang="en-US" dirty="0"/>
              <a:t>Course Learning Objectives (CLO)</a:t>
            </a:r>
            <a:endParaRPr lang="en-IN" dirty="0"/>
          </a:p>
        </p:txBody>
      </p:sp>
      <p:sp>
        <p:nvSpPr>
          <p:cNvPr id="3" name="Content Placeholder 2">
            <a:extLst>
              <a:ext uri="{FF2B5EF4-FFF2-40B4-BE49-F238E27FC236}">
                <a16:creationId xmlns:a16="http://schemas.microsoft.com/office/drawing/2014/main" id="{A26067F8-FC56-C26E-1C2A-0DEBAD577C31}"/>
              </a:ext>
            </a:extLst>
          </p:cNvPr>
          <p:cNvSpPr>
            <a:spLocks noGrp="1"/>
          </p:cNvSpPr>
          <p:nvPr>
            <p:ph idx="1"/>
          </p:nvPr>
        </p:nvSpPr>
        <p:spPr/>
        <p:txBody>
          <a:bodyPr/>
          <a:lstStyle/>
          <a:p>
            <a:r>
              <a:rPr lang="en-US" dirty="0"/>
              <a:t>This course will enable students to,</a:t>
            </a:r>
          </a:p>
          <a:p>
            <a:r>
              <a:rPr lang="en-US" dirty="0"/>
              <a:t>Define machine learning and understand the basic theory underlying machine learning.</a:t>
            </a:r>
          </a:p>
          <a:p>
            <a:r>
              <a:rPr lang="en-US" dirty="0"/>
              <a:t>Differentiate supervised, unsupervised and reinforcement learning</a:t>
            </a:r>
          </a:p>
          <a:p>
            <a:r>
              <a:rPr lang="en-US" dirty="0"/>
              <a:t>Understand the basic concepts of learning and decision trees.</a:t>
            </a:r>
          </a:p>
          <a:p>
            <a:r>
              <a:rPr lang="en-US" dirty="0"/>
              <a:t>Understand neural networks and Bayesian techniques for problems appear in machine learning</a:t>
            </a:r>
          </a:p>
          <a:p>
            <a:r>
              <a:rPr lang="en-US" dirty="0"/>
              <a:t>Understand the instant based learning and statistical analysis of machine learning techniques.</a:t>
            </a:r>
            <a:endParaRPr lang="en-IN" dirty="0"/>
          </a:p>
        </p:txBody>
      </p:sp>
    </p:spTree>
    <p:extLst>
      <p:ext uri="{BB962C8B-B14F-4D97-AF65-F5344CB8AC3E}">
        <p14:creationId xmlns:p14="http://schemas.microsoft.com/office/powerpoint/2010/main" val="210539091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0CF878-55B4-5A10-FF90-3CDE6F0FB4EA}"/>
              </a:ext>
            </a:extLst>
          </p:cNvPr>
          <p:cNvSpPr>
            <a:spLocks noGrp="1"/>
          </p:cNvSpPr>
          <p:nvPr>
            <p:ph type="title"/>
          </p:nvPr>
        </p:nvSpPr>
        <p:spPr>
          <a:xfrm>
            <a:off x="838200" y="0"/>
            <a:ext cx="10515600" cy="819098"/>
          </a:xfrm>
        </p:spPr>
        <p:txBody>
          <a:bodyPr/>
          <a:lstStyle/>
          <a:p>
            <a:pPr algn="ctr"/>
            <a:r>
              <a:rPr lang="en-US" dirty="0"/>
              <a:t>MODULE 3</a:t>
            </a:r>
            <a:endParaRPr lang="en-IN" dirty="0"/>
          </a:p>
        </p:txBody>
      </p:sp>
      <p:sp>
        <p:nvSpPr>
          <p:cNvPr id="3" name="Content Placeholder 2">
            <a:extLst>
              <a:ext uri="{FF2B5EF4-FFF2-40B4-BE49-F238E27FC236}">
                <a16:creationId xmlns:a16="http://schemas.microsoft.com/office/drawing/2014/main" id="{CD2994F0-E930-B691-9A33-D6CB82B43A6B}"/>
              </a:ext>
            </a:extLst>
          </p:cNvPr>
          <p:cNvSpPr>
            <a:spLocks noGrp="1"/>
          </p:cNvSpPr>
          <p:nvPr>
            <p:ph idx="1"/>
          </p:nvPr>
        </p:nvSpPr>
        <p:spPr>
          <a:xfrm>
            <a:off x="359763" y="1004340"/>
            <a:ext cx="11467475" cy="5664473"/>
          </a:xfrm>
        </p:spPr>
        <p:txBody>
          <a:bodyPr>
            <a:normAutofit/>
          </a:bodyPr>
          <a:lstStyle/>
          <a:p>
            <a:r>
              <a:rPr lang="en-IN" dirty="0"/>
              <a:t>Artificial Neural Networks</a:t>
            </a:r>
          </a:p>
          <a:p>
            <a:pPr lvl="1"/>
            <a:r>
              <a:rPr lang="en-IN" dirty="0"/>
              <a:t>Introduction, </a:t>
            </a:r>
          </a:p>
          <a:p>
            <a:pPr lvl="1"/>
            <a:r>
              <a:rPr lang="en-IN" dirty="0"/>
              <a:t>Neural Network representation, </a:t>
            </a:r>
          </a:p>
          <a:p>
            <a:pPr lvl="1"/>
            <a:r>
              <a:rPr lang="en-IN" dirty="0"/>
              <a:t>Perceptrons, </a:t>
            </a:r>
          </a:p>
          <a:p>
            <a:pPr lvl="1"/>
            <a:r>
              <a:rPr lang="en-IN" dirty="0"/>
              <a:t>Backpropagation algorithm,</a:t>
            </a:r>
          </a:p>
          <a:p>
            <a:pPr lvl="1"/>
            <a:r>
              <a:rPr lang="en-IN" dirty="0"/>
              <a:t>Remarks on the Backpropagation algorithm</a:t>
            </a:r>
          </a:p>
        </p:txBody>
      </p:sp>
    </p:spTree>
    <p:extLst>
      <p:ext uri="{BB962C8B-B14F-4D97-AF65-F5344CB8AC3E}">
        <p14:creationId xmlns:p14="http://schemas.microsoft.com/office/powerpoint/2010/main" val="285229285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Neural Networks Architecture">
            <a:extLst>
              <a:ext uri="{FF2B5EF4-FFF2-40B4-BE49-F238E27FC236}">
                <a16:creationId xmlns:a16="http://schemas.microsoft.com/office/drawing/2014/main" id="{F5D018E3-8EC3-9A23-DE89-F9A8FA4EFACD}"/>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439103" y="3554449"/>
            <a:ext cx="5249917" cy="3307448"/>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1E5376B-1C74-8330-1E5D-771D70153059}"/>
              </a:ext>
            </a:extLst>
          </p:cNvPr>
          <p:cNvSpPr>
            <a:spLocks noGrp="1"/>
          </p:cNvSpPr>
          <p:nvPr>
            <p:ph type="title"/>
          </p:nvPr>
        </p:nvSpPr>
        <p:spPr>
          <a:xfrm>
            <a:off x="838200" y="88031"/>
            <a:ext cx="10515600" cy="574121"/>
          </a:xfrm>
        </p:spPr>
        <p:txBody>
          <a:bodyPr>
            <a:normAutofit fontScale="90000"/>
          </a:bodyPr>
          <a:lstStyle/>
          <a:p>
            <a:r>
              <a:rPr lang="en-US" dirty="0"/>
              <a:t>Introduction</a:t>
            </a:r>
            <a:endParaRPr lang="en-IN" dirty="0"/>
          </a:p>
        </p:txBody>
      </p:sp>
      <p:sp>
        <p:nvSpPr>
          <p:cNvPr id="3" name="Content Placeholder 2">
            <a:extLst>
              <a:ext uri="{FF2B5EF4-FFF2-40B4-BE49-F238E27FC236}">
                <a16:creationId xmlns:a16="http://schemas.microsoft.com/office/drawing/2014/main" id="{FF024E61-2B54-292F-528D-4832A2A9A3ED}"/>
              </a:ext>
            </a:extLst>
          </p:cNvPr>
          <p:cNvSpPr>
            <a:spLocks noGrp="1"/>
          </p:cNvSpPr>
          <p:nvPr>
            <p:ph idx="1"/>
          </p:nvPr>
        </p:nvSpPr>
        <p:spPr>
          <a:xfrm>
            <a:off x="152399" y="717313"/>
            <a:ext cx="12039601" cy="6052656"/>
          </a:xfrm>
        </p:spPr>
        <p:txBody>
          <a:bodyPr>
            <a:normAutofit/>
          </a:bodyPr>
          <a:lstStyle/>
          <a:p>
            <a:pPr algn="l"/>
            <a:r>
              <a:rPr lang="en-US" b="0" i="0" u="none" strike="noStrike" baseline="0" dirty="0">
                <a:latin typeface="Times New Roman" panose="02020603050405020304" pitchFamily="18" charset="0"/>
              </a:rPr>
              <a:t>Artificial neural networks (ANNs) provide a general, practical method for learning real-valued, discrete-valued, and vector-valued functions from examples. </a:t>
            </a:r>
          </a:p>
          <a:p>
            <a:pPr algn="l"/>
            <a:r>
              <a:rPr lang="en-US" b="0" i="0" u="none" strike="noStrike" baseline="0" dirty="0">
                <a:latin typeface="Times New Roman" panose="02020603050405020304" pitchFamily="18" charset="0"/>
              </a:rPr>
              <a:t>Algorithms such as BACKPROPAGATION use gradient descent to tune network parameters to best fit a training set of input-output pairs. </a:t>
            </a:r>
          </a:p>
          <a:p>
            <a:pPr algn="l"/>
            <a:r>
              <a:rPr lang="en-US" b="0" i="0" u="none" strike="noStrike" baseline="0" dirty="0">
                <a:latin typeface="Times New Roman" panose="02020603050405020304" pitchFamily="18" charset="0"/>
              </a:rPr>
              <a:t>ANN learning is robust to errors in the training data and has been successfully applied to problems such as interpreting visual scenes, speech recognition, and learning robot control strategies.</a:t>
            </a:r>
            <a:endParaRPr lang="en-IN" sz="4000" dirty="0"/>
          </a:p>
        </p:txBody>
      </p:sp>
    </p:spTree>
    <p:extLst>
      <p:ext uri="{BB962C8B-B14F-4D97-AF65-F5344CB8AC3E}">
        <p14:creationId xmlns:p14="http://schemas.microsoft.com/office/powerpoint/2010/main" val="112128793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F429EC0-A585-BA9D-F79C-858A91CAD50A}"/>
              </a:ext>
            </a:extLst>
          </p:cNvPr>
          <p:cNvSpPr>
            <a:spLocks noGrp="1"/>
          </p:cNvSpPr>
          <p:nvPr>
            <p:ph idx="1"/>
          </p:nvPr>
        </p:nvSpPr>
        <p:spPr>
          <a:xfrm>
            <a:off x="152399" y="1106905"/>
            <a:ext cx="11873345" cy="5751094"/>
          </a:xfrm>
        </p:spPr>
        <p:txBody>
          <a:bodyPr>
            <a:normAutofit/>
          </a:bodyPr>
          <a:lstStyle/>
          <a:p>
            <a:pPr algn="l"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Artificial Neural Networks contain artificial neurons which are called </a:t>
            </a:r>
            <a:r>
              <a:rPr lang="en-US" b="1" i="0" dirty="0">
                <a:solidFill>
                  <a:srgbClr val="273239"/>
                </a:solidFill>
                <a:effectLst/>
                <a:latin typeface="Times New Roman" panose="02020603050405020304" pitchFamily="18" charset="0"/>
                <a:cs typeface="Times New Roman" panose="02020603050405020304" pitchFamily="18" charset="0"/>
              </a:rPr>
              <a:t>units </a:t>
            </a:r>
            <a:r>
              <a:rPr lang="en-US" b="0" i="0" dirty="0">
                <a:solidFill>
                  <a:srgbClr val="273239"/>
                </a:solidFill>
                <a:effectLst/>
                <a:latin typeface="Times New Roman" panose="02020603050405020304" pitchFamily="18" charset="0"/>
                <a:cs typeface="Times New Roman" panose="02020603050405020304" pitchFamily="18" charset="0"/>
              </a:rPr>
              <a:t>. </a:t>
            </a:r>
          </a:p>
          <a:p>
            <a:pPr algn="l"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These units are arranged in a series of layers that together constitute the whole Artificial Neural Network in a system. </a:t>
            </a:r>
          </a:p>
          <a:p>
            <a:pPr algn="l"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Artificial Neural Network has an input layer, an output layer as well as hidden layers. </a:t>
            </a:r>
          </a:p>
          <a:p>
            <a:pPr algn="l"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The input layer receives data from the outside world which the neural network needs to analyze or learn about. </a:t>
            </a:r>
          </a:p>
          <a:p>
            <a:pPr algn="l"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Then this data passes through one or multiple hidden layers that transform the input into data that is valuable for the output layer. </a:t>
            </a:r>
          </a:p>
          <a:p>
            <a:pPr algn="l" rtl="0" fontAlgn="base">
              <a:spcAft>
                <a:spcPts val="750"/>
              </a:spcAft>
            </a:pPr>
            <a:r>
              <a:rPr lang="en-US" b="0" i="0" dirty="0">
                <a:solidFill>
                  <a:srgbClr val="273239"/>
                </a:solidFill>
                <a:effectLst/>
                <a:latin typeface="Times New Roman" panose="02020603050405020304" pitchFamily="18" charset="0"/>
                <a:cs typeface="Times New Roman" panose="02020603050405020304" pitchFamily="18" charset="0"/>
              </a:rPr>
              <a:t>Finally, the output layer provides an output in the form of a response of the Artificial Neural Networks to input data provided.</a:t>
            </a:r>
          </a:p>
        </p:txBody>
      </p:sp>
      <p:sp>
        <p:nvSpPr>
          <p:cNvPr id="2" name="Title 1">
            <a:extLst>
              <a:ext uri="{FF2B5EF4-FFF2-40B4-BE49-F238E27FC236}">
                <a16:creationId xmlns:a16="http://schemas.microsoft.com/office/drawing/2014/main" id="{39F8D5BF-B3C8-0172-13E9-4BB823E62934}"/>
              </a:ext>
            </a:extLst>
          </p:cNvPr>
          <p:cNvSpPr>
            <a:spLocks noGrp="1"/>
          </p:cNvSpPr>
          <p:nvPr>
            <p:ph type="title"/>
          </p:nvPr>
        </p:nvSpPr>
        <p:spPr>
          <a:xfrm>
            <a:off x="838200" y="88031"/>
            <a:ext cx="10515600" cy="574121"/>
          </a:xfrm>
        </p:spPr>
        <p:txBody>
          <a:bodyPr>
            <a:normAutofit fontScale="90000"/>
          </a:bodyPr>
          <a:lstStyle/>
          <a:p>
            <a:r>
              <a:rPr lang="en-US" dirty="0"/>
              <a:t>Neural Network Representation</a:t>
            </a:r>
            <a:endParaRPr lang="en-IN" dirty="0"/>
          </a:p>
        </p:txBody>
      </p:sp>
    </p:spTree>
    <p:extLst>
      <p:ext uri="{BB962C8B-B14F-4D97-AF65-F5344CB8AC3E}">
        <p14:creationId xmlns:p14="http://schemas.microsoft.com/office/powerpoint/2010/main" val="375914412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3C83B30-B8BC-3DB2-DD68-7FB0310D33EC}"/>
              </a:ext>
            </a:extLst>
          </p:cNvPr>
          <p:cNvSpPr>
            <a:spLocks noGrp="1"/>
          </p:cNvSpPr>
          <p:nvPr>
            <p:ph idx="1"/>
          </p:nvPr>
        </p:nvSpPr>
        <p:spPr>
          <a:xfrm>
            <a:off x="152399" y="0"/>
            <a:ext cx="11873345" cy="6176963"/>
          </a:xfrm>
        </p:spPr>
        <p:txBody>
          <a:bodyPr/>
          <a:lstStyle/>
          <a:p>
            <a:r>
              <a:rPr lang="en-US" b="0" i="0" dirty="0">
                <a:solidFill>
                  <a:srgbClr val="273239"/>
                </a:solidFill>
                <a:effectLst/>
                <a:latin typeface="Times New Roman" panose="02020603050405020304" pitchFamily="18" charset="0"/>
                <a:cs typeface="Times New Roman" panose="02020603050405020304" pitchFamily="18" charset="0"/>
              </a:rPr>
              <a:t>In the majority of neural networks, </a:t>
            </a:r>
            <a:r>
              <a:rPr lang="en-US" b="1" i="0" dirty="0">
                <a:solidFill>
                  <a:srgbClr val="273239"/>
                </a:solidFill>
                <a:effectLst/>
                <a:latin typeface="Times New Roman" panose="02020603050405020304" pitchFamily="18" charset="0"/>
                <a:cs typeface="Times New Roman" panose="02020603050405020304" pitchFamily="18" charset="0"/>
              </a:rPr>
              <a:t>units are interconnected from one layer to another</a:t>
            </a:r>
            <a:r>
              <a:rPr lang="en-US" b="0" i="0" dirty="0">
                <a:solidFill>
                  <a:srgbClr val="273239"/>
                </a:solidFill>
                <a:effectLst/>
                <a:latin typeface="Times New Roman" panose="02020603050405020304" pitchFamily="18" charset="0"/>
                <a:cs typeface="Times New Roman" panose="02020603050405020304" pitchFamily="18" charset="0"/>
              </a:rPr>
              <a:t> that is </a:t>
            </a:r>
            <a:r>
              <a:rPr lang="en-US" b="1" i="0" dirty="0">
                <a:solidFill>
                  <a:srgbClr val="273239"/>
                </a:solidFill>
                <a:effectLst/>
                <a:latin typeface="Times New Roman" panose="02020603050405020304" pitchFamily="18" charset="0"/>
                <a:cs typeface="Times New Roman" panose="02020603050405020304" pitchFamily="18" charset="0"/>
              </a:rPr>
              <a:t>directed/undirected cyclic/acyclic graph</a:t>
            </a:r>
            <a:r>
              <a:rPr lang="en-US" b="0" i="0" dirty="0">
                <a:solidFill>
                  <a:srgbClr val="273239"/>
                </a:solidFill>
                <a:effectLst/>
                <a:latin typeface="Times New Roman" panose="02020603050405020304" pitchFamily="18" charset="0"/>
                <a:cs typeface="Times New Roman" panose="02020603050405020304" pitchFamily="18" charset="0"/>
              </a:rPr>
              <a:t>. </a:t>
            </a:r>
          </a:p>
          <a:p>
            <a:pPr algn="l"/>
            <a:r>
              <a:rPr lang="en-US" b="0" i="0" dirty="0">
                <a:solidFill>
                  <a:srgbClr val="273239"/>
                </a:solidFill>
                <a:effectLst/>
                <a:latin typeface="Times New Roman" panose="02020603050405020304" pitchFamily="18" charset="0"/>
                <a:cs typeface="Times New Roman" panose="02020603050405020304" pitchFamily="18" charset="0"/>
              </a:rPr>
              <a:t>Each of </a:t>
            </a:r>
            <a:r>
              <a:rPr lang="en-US" b="1" i="0" dirty="0">
                <a:solidFill>
                  <a:srgbClr val="273239"/>
                </a:solidFill>
                <a:effectLst/>
                <a:latin typeface="Times New Roman" panose="02020603050405020304" pitchFamily="18" charset="0"/>
                <a:cs typeface="Times New Roman" panose="02020603050405020304" pitchFamily="18" charset="0"/>
              </a:rPr>
              <a:t>these connections has weights </a:t>
            </a:r>
            <a:r>
              <a:rPr lang="en-US" b="0" i="0" dirty="0">
                <a:solidFill>
                  <a:srgbClr val="273239"/>
                </a:solidFill>
                <a:effectLst/>
                <a:latin typeface="Times New Roman" panose="02020603050405020304" pitchFamily="18" charset="0"/>
                <a:cs typeface="Times New Roman" panose="02020603050405020304" pitchFamily="18" charset="0"/>
              </a:rPr>
              <a:t>that determine the influence of one unit on another unit. </a:t>
            </a:r>
          </a:p>
          <a:p>
            <a:pPr algn="l"/>
            <a:r>
              <a:rPr lang="en-IN" b="1" i="0" u="none" strike="noStrike" baseline="0" dirty="0">
                <a:latin typeface="Times New Roman" panose="02020603050405020304" pitchFamily="18" charset="0"/>
              </a:rPr>
              <a:t>Learning</a:t>
            </a:r>
            <a:r>
              <a:rPr lang="en-IN" b="0" i="0" u="none" strike="noStrike" baseline="0" dirty="0">
                <a:latin typeface="Times New Roman" panose="02020603050405020304" pitchFamily="18" charset="0"/>
              </a:rPr>
              <a:t> corresponds to </a:t>
            </a:r>
            <a:r>
              <a:rPr lang="en-IN" b="1" i="0" u="none" strike="noStrike" baseline="0" dirty="0">
                <a:latin typeface="Times New Roman" panose="02020603050405020304" pitchFamily="18" charset="0"/>
              </a:rPr>
              <a:t>choosing </a:t>
            </a:r>
            <a:r>
              <a:rPr lang="en-US" b="1" i="0" u="none" strike="noStrike" baseline="0" dirty="0">
                <a:latin typeface="Times New Roman" panose="02020603050405020304" pitchFamily="18" charset="0"/>
              </a:rPr>
              <a:t>a weight </a:t>
            </a:r>
            <a:r>
              <a:rPr lang="en-US" b="0" i="0" u="none" strike="noStrike" baseline="0" dirty="0">
                <a:latin typeface="Times New Roman" panose="02020603050405020304" pitchFamily="18" charset="0"/>
              </a:rPr>
              <a:t>value for each edge in the graph.</a:t>
            </a:r>
            <a:endParaRPr lang="en-US" sz="4000" b="0" i="0" dirty="0">
              <a:solidFill>
                <a:srgbClr val="273239"/>
              </a:solidFill>
              <a:effectLst/>
              <a:latin typeface="Times New Roman" panose="02020603050405020304" pitchFamily="18" charset="0"/>
              <a:cs typeface="Times New Roman" panose="02020603050405020304" pitchFamily="18" charset="0"/>
            </a:endParaRPr>
          </a:p>
          <a:p>
            <a:r>
              <a:rPr lang="en-US" b="0" i="0" dirty="0">
                <a:solidFill>
                  <a:srgbClr val="273239"/>
                </a:solidFill>
                <a:effectLst/>
                <a:latin typeface="Times New Roman" panose="02020603050405020304" pitchFamily="18" charset="0"/>
                <a:cs typeface="Times New Roman" panose="02020603050405020304" pitchFamily="18" charset="0"/>
              </a:rPr>
              <a:t>As the data transfers from one unit to another, the neural network learns more and more about the data which eventually results in an output from the output layer.</a:t>
            </a:r>
          </a:p>
          <a:p>
            <a:endParaRPr lang="en-IN" dirty="0"/>
          </a:p>
        </p:txBody>
      </p:sp>
      <p:pic>
        <p:nvPicPr>
          <p:cNvPr id="4" name="Picture 2" descr="Neural Networks Architecture">
            <a:extLst>
              <a:ext uri="{FF2B5EF4-FFF2-40B4-BE49-F238E27FC236}">
                <a16:creationId xmlns:a16="http://schemas.microsoft.com/office/drawing/2014/main" id="{635780AC-259B-7939-F311-54457663D59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296229" y="3429000"/>
            <a:ext cx="5442858" cy="3429000"/>
          </a:xfrm>
          <a:prstGeom prst="rect">
            <a:avLst/>
          </a:prstGeom>
          <a:noFill/>
          <a:extLst>
            <a:ext uri="{909E8E84-426E-40DD-AFC4-6F175D3DCCD1}">
              <a14:hiddenFill xmlns:a14="http://schemas.microsoft.com/office/drawing/2010/main">
                <a:solidFill>
                  <a:srgbClr val="FFFFFF"/>
                </a:solidFill>
              </a14:hiddenFill>
            </a:ext>
          </a:extLst>
        </p:spPr>
      </p:pic>
      <p:pic>
        <p:nvPicPr>
          <p:cNvPr id="8" name="Picture 7">
            <a:extLst>
              <a:ext uri="{FF2B5EF4-FFF2-40B4-BE49-F238E27FC236}">
                <a16:creationId xmlns:a16="http://schemas.microsoft.com/office/drawing/2014/main" id="{589C4AE2-0A42-ADDA-53E4-E863F05710F8}"/>
              </a:ext>
            </a:extLst>
          </p:cNvPr>
          <p:cNvPicPr>
            <a:picLocks noChangeAspect="1"/>
          </p:cNvPicPr>
          <p:nvPr/>
        </p:nvPicPr>
        <p:blipFill>
          <a:blip r:embed="rId3"/>
          <a:stretch>
            <a:fillRect/>
          </a:stretch>
        </p:blipFill>
        <p:spPr>
          <a:xfrm>
            <a:off x="6541844" y="3266574"/>
            <a:ext cx="3639058" cy="3591426"/>
          </a:xfrm>
          <a:prstGeom prst="rect">
            <a:avLst/>
          </a:prstGeom>
        </p:spPr>
      </p:pic>
    </p:spTree>
    <p:extLst>
      <p:ext uri="{BB962C8B-B14F-4D97-AF65-F5344CB8AC3E}">
        <p14:creationId xmlns:p14="http://schemas.microsoft.com/office/powerpoint/2010/main" val="407577075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8886893-A919-EE29-3556-3741839F86F5}"/>
              </a:ext>
            </a:extLst>
          </p:cNvPr>
          <p:cNvSpPr>
            <a:spLocks noGrp="1"/>
          </p:cNvSpPr>
          <p:nvPr>
            <p:ph idx="1"/>
          </p:nvPr>
        </p:nvSpPr>
        <p:spPr>
          <a:xfrm>
            <a:off x="24064" y="48128"/>
            <a:ext cx="5941192" cy="4636168"/>
          </a:xfrm>
        </p:spPr>
        <p:txBody>
          <a:bodyPr>
            <a:normAutofit/>
          </a:bodyPr>
          <a:lstStyle/>
          <a:p>
            <a:r>
              <a:rPr lang="en-US" dirty="0"/>
              <a:t>Basic building block of every artificial neural network is artificial neuron, that is, a simple mathematical model (function). </a:t>
            </a:r>
          </a:p>
          <a:p>
            <a:r>
              <a:rPr lang="en-US" dirty="0"/>
              <a:t>Such a model has three simple sets of rules: multiplication, summation and activation. </a:t>
            </a:r>
          </a:p>
          <a:p>
            <a:r>
              <a:rPr lang="en-US" dirty="0"/>
              <a:t>At the entrance of artificial neuron the inputs are weighted what means that every input value is multiplied with individual weight. </a:t>
            </a:r>
          </a:p>
        </p:txBody>
      </p:sp>
      <p:pic>
        <p:nvPicPr>
          <p:cNvPr id="11" name="Picture 10">
            <a:extLst>
              <a:ext uri="{FF2B5EF4-FFF2-40B4-BE49-F238E27FC236}">
                <a16:creationId xmlns:a16="http://schemas.microsoft.com/office/drawing/2014/main" id="{ADABDC6A-F2C6-D0D8-4E8E-3BC7CAB97DEF}"/>
              </a:ext>
            </a:extLst>
          </p:cNvPr>
          <p:cNvPicPr>
            <a:picLocks noChangeAspect="1"/>
          </p:cNvPicPr>
          <p:nvPr/>
        </p:nvPicPr>
        <p:blipFill>
          <a:blip r:embed="rId2"/>
          <a:stretch>
            <a:fillRect/>
          </a:stretch>
        </p:blipFill>
        <p:spPr>
          <a:xfrm>
            <a:off x="5833157" y="56151"/>
            <a:ext cx="6382610" cy="4500559"/>
          </a:xfrm>
          <a:prstGeom prst="rect">
            <a:avLst/>
          </a:prstGeom>
        </p:spPr>
      </p:pic>
      <p:sp>
        <p:nvSpPr>
          <p:cNvPr id="12" name="Content Placeholder 2">
            <a:extLst>
              <a:ext uri="{FF2B5EF4-FFF2-40B4-BE49-F238E27FC236}">
                <a16:creationId xmlns:a16="http://schemas.microsoft.com/office/drawing/2014/main" id="{C2C7134A-C16E-0629-47BB-9C29BD4FAEAC}"/>
              </a:ext>
            </a:extLst>
          </p:cNvPr>
          <p:cNvSpPr txBox="1">
            <a:spLocks/>
          </p:cNvSpPr>
          <p:nvPr/>
        </p:nvSpPr>
        <p:spPr>
          <a:xfrm>
            <a:off x="24064" y="4828670"/>
            <a:ext cx="12015536" cy="1973179"/>
          </a:xfrm>
          <a:prstGeom prst="rect">
            <a:avLst/>
          </a:prstGeom>
        </p:spPr>
        <p:txBody>
          <a:bodyPr vert="horz" lIns="91440" tIns="45720" rIns="91440" bIns="45720" rtlCol="0">
            <a:normAutofit lnSpcReduction="10000"/>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r>
              <a:rPr lang="en-US" dirty="0"/>
              <a:t>In the middle section of artificial neuron is sum function that sums all weighted inputs and bias. </a:t>
            </a:r>
          </a:p>
          <a:p>
            <a:r>
              <a:rPr lang="en-US" dirty="0"/>
              <a:t>At the exit of artificial neuron the sum of previously weighted inputs and bias is passing through activation function that is also called transfer function.</a:t>
            </a:r>
            <a:endParaRPr lang="en-IN" dirty="0"/>
          </a:p>
        </p:txBody>
      </p:sp>
    </p:spTree>
    <p:extLst>
      <p:ext uri="{BB962C8B-B14F-4D97-AF65-F5344CB8AC3E}">
        <p14:creationId xmlns:p14="http://schemas.microsoft.com/office/powerpoint/2010/main" val="117807878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838C256-0A29-7F32-E158-FC684EB89EC5}"/>
              </a:ext>
            </a:extLst>
          </p:cNvPr>
          <p:cNvSpPr>
            <a:spLocks noGrp="1"/>
          </p:cNvSpPr>
          <p:nvPr>
            <p:ph type="title"/>
          </p:nvPr>
        </p:nvSpPr>
        <p:spPr>
          <a:xfrm>
            <a:off x="152399" y="88031"/>
            <a:ext cx="11873345" cy="909493"/>
          </a:xfrm>
        </p:spPr>
        <p:txBody>
          <a:bodyPr>
            <a:noAutofit/>
          </a:bodyPr>
          <a:lstStyle/>
          <a:p>
            <a:r>
              <a:rPr lang="en-US" sz="3600" b="1" i="0" u="none" strike="noStrike" baseline="0" dirty="0">
                <a:latin typeface="Times New Roman" panose="02020603050405020304" pitchFamily="18" charset="0"/>
              </a:rPr>
              <a:t>APPROPRIATE PROBLEMS FOR NEURAL NETWORK </a:t>
            </a:r>
            <a:r>
              <a:rPr lang="en-IN" sz="3600" b="1" i="0" u="none" strike="noStrike" baseline="0" dirty="0">
                <a:latin typeface="Times New Roman" panose="02020603050405020304" pitchFamily="18" charset="0"/>
              </a:rPr>
              <a:t>LEARNING</a:t>
            </a:r>
            <a:endParaRPr lang="en-IN" sz="3600" dirty="0"/>
          </a:p>
        </p:txBody>
      </p:sp>
      <p:sp>
        <p:nvSpPr>
          <p:cNvPr id="3" name="Content Placeholder 2">
            <a:extLst>
              <a:ext uri="{FF2B5EF4-FFF2-40B4-BE49-F238E27FC236}">
                <a16:creationId xmlns:a16="http://schemas.microsoft.com/office/drawing/2014/main" id="{224886B7-1B96-7501-D8F1-EF1D4953E557}"/>
              </a:ext>
            </a:extLst>
          </p:cNvPr>
          <p:cNvSpPr>
            <a:spLocks noGrp="1"/>
          </p:cNvSpPr>
          <p:nvPr>
            <p:ph idx="1"/>
          </p:nvPr>
        </p:nvSpPr>
        <p:spPr>
          <a:xfrm>
            <a:off x="152399" y="1155032"/>
            <a:ext cx="11873345" cy="5702967"/>
          </a:xfrm>
        </p:spPr>
        <p:txBody>
          <a:bodyPr>
            <a:normAutofit/>
          </a:bodyPr>
          <a:lstStyle/>
          <a:p>
            <a:pPr algn="l"/>
            <a:r>
              <a:rPr lang="en-US" b="0" i="0" u="none" strike="noStrike" baseline="0" dirty="0">
                <a:latin typeface="Times New Roman" panose="02020603050405020304" pitchFamily="18" charset="0"/>
              </a:rPr>
              <a:t>ANN learning is well-suited to problems in which the training data corresponds to noisy, complex sensor data, such as inputs from cameras and microphones.</a:t>
            </a:r>
          </a:p>
          <a:p>
            <a:pPr algn="l"/>
            <a:r>
              <a:rPr lang="en-IN" b="0" i="0" u="none" strike="noStrike" baseline="0" dirty="0">
                <a:latin typeface="Times New Roman" panose="02020603050405020304" pitchFamily="18" charset="0"/>
              </a:rPr>
              <a:t>It is appropriate </a:t>
            </a:r>
            <a:r>
              <a:rPr lang="en-US" b="0" i="0" u="none" strike="noStrike" baseline="0" dirty="0">
                <a:latin typeface="Times New Roman" panose="02020603050405020304" pitchFamily="18" charset="0"/>
              </a:rPr>
              <a:t>for problems with the following characteristics:</a:t>
            </a:r>
          </a:p>
          <a:p>
            <a:pPr algn="l"/>
            <a:r>
              <a:rPr lang="en-US" b="1" i="1" u="none" strike="noStrike" baseline="0" dirty="0">
                <a:latin typeface="Times New Roman" panose="02020603050405020304" pitchFamily="18" charset="0"/>
              </a:rPr>
              <a:t>Instances are represented by many attribute-value pairs. </a:t>
            </a:r>
            <a:r>
              <a:rPr lang="en-US" b="0" i="0" u="none" strike="noStrike" baseline="0" dirty="0">
                <a:latin typeface="Times New Roman" panose="02020603050405020304" pitchFamily="18" charset="0"/>
              </a:rPr>
              <a:t>The target function to be learned is defined over instances that can be described by a vector of predefined features, such as the pixel values in the ALVINN example. </a:t>
            </a:r>
          </a:p>
          <a:p>
            <a:pPr algn="l"/>
            <a:r>
              <a:rPr lang="en-US" b="0" i="0" u="none" strike="noStrike" baseline="0" dirty="0">
                <a:latin typeface="Times New Roman" panose="02020603050405020304" pitchFamily="18" charset="0"/>
              </a:rPr>
              <a:t>These input attributes may be highly correlated or independent of one another.</a:t>
            </a:r>
          </a:p>
          <a:p>
            <a:pPr algn="l"/>
            <a:r>
              <a:rPr lang="en-US" b="0" i="0" u="none" strike="noStrike" baseline="0" dirty="0">
                <a:latin typeface="Times New Roman" panose="02020603050405020304" pitchFamily="18" charset="0"/>
              </a:rPr>
              <a:t>Input values can be any real values.</a:t>
            </a:r>
          </a:p>
          <a:p>
            <a:pPr algn="l"/>
            <a:r>
              <a:rPr lang="en-US" b="1" i="1" u="none" strike="noStrike" baseline="0" dirty="0">
                <a:latin typeface="Times New Roman" panose="02020603050405020304" pitchFamily="18" charset="0"/>
              </a:rPr>
              <a:t>The target function output may be discrete-valued, real-valued, or a vector of several real- or discrete-valued attributes.</a:t>
            </a:r>
          </a:p>
          <a:p>
            <a:pPr algn="l"/>
            <a:r>
              <a:rPr lang="en-US" b="1" i="1" u="none" strike="noStrike" baseline="0" dirty="0">
                <a:latin typeface="Times New Roman" panose="02020603050405020304" pitchFamily="18" charset="0"/>
              </a:rPr>
              <a:t>The training examples may contain errors - </a:t>
            </a:r>
            <a:r>
              <a:rPr lang="en-US" b="0" i="0" u="none" strike="noStrike" baseline="0" dirty="0">
                <a:latin typeface="Times New Roman" panose="02020603050405020304" pitchFamily="18" charset="0"/>
              </a:rPr>
              <a:t>ANN learning methods are quite robust to noise in the training data.</a:t>
            </a:r>
          </a:p>
        </p:txBody>
      </p:sp>
    </p:spTree>
    <p:extLst>
      <p:ext uri="{BB962C8B-B14F-4D97-AF65-F5344CB8AC3E}">
        <p14:creationId xmlns:p14="http://schemas.microsoft.com/office/powerpoint/2010/main" val="389575895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606C54-6C01-B832-9573-4FF5525135D1}"/>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C64E0004-BE78-A548-807A-866AD269B160}"/>
              </a:ext>
            </a:extLst>
          </p:cNvPr>
          <p:cNvSpPr>
            <a:spLocks noGrp="1"/>
          </p:cNvSpPr>
          <p:nvPr>
            <p:ph idx="1"/>
          </p:nvPr>
        </p:nvSpPr>
        <p:spPr/>
        <p:txBody>
          <a:bodyPr>
            <a:noAutofit/>
          </a:bodyPr>
          <a:lstStyle/>
          <a:p>
            <a:pPr algn="l"/>
            <a:r>
              <a:rPr lang="en-US" b="1" i="1" u="none" strike="noStrike" baseline="0" dirty="0">
                <a:latin typeface="Times New Roman" panose="02020603050405020304" pitchFamily="18" charset="0"/>
                <a:cs typeface="Times New Roman" panose="02020603050405020304" pitchFamily="18" charset="0"/>
              </a:rPr>
              <a:t>Long training times are acceptable. </a:t>
            </a:r>
            <a:r>
              <a:rPr lang="en-US" b="0" i="0" u="none" strike="noStrike" baseline="0" dirty="0">
                <a:latin typeface="Times New Roman" panose="02020603050405020304" pitchFamily="18" charset="0"/>
                <a:cs typeface="Times New Roman" panose="02020603050405020304" pitchFamily="18" charset="0"/>
              </a:rPr>
              <a:t>Network training algorithms typically require longer training times ranging from a few seconds to many hours, depending on factors such as the number of weights in the network, the number of training examples considered, and the settings of various learning algorithm </a:t>
            </a:r>
            <a:r>
              <a:rPr lang="en-IN" b="0" i="0" u="none" strike="noStrike" baseline="0" dirty="0">
                <a:latin typeface="Times New Roman" panose="02020603050405020304" pitchFamily="18" charset="0"/>
                <a:cs typeface="Times New Roman" panose="02020603050405020304" pitchFamily="18" charset="0"/>
              </a:rPr>
              <a:t>parameters.</a:t>
            </a:r>
            <a:r>
              <a:rPr lang="en-US" b="1" i="1" u="none" strike="noStrike" baseline="0" dirty="0">
                <a:latin typeface="Times New Roman" panose="02020603050405020304" pitchFamily="18" charset="0"/>
                <a:cs typeface="Times New Roman" panose="02020603050405020304" pitchFamily="18" charset="0"/>
              </a:rPr>
              <a:t> </a:t>
            </a:r>
          </a:p>
          <a:p>
            <a:pPr algn="l"/>
            <a:r>
              <a:rPr lang="en-US" b="1" i="1" u="none" strike="noStrike" baseline="0" dirty="0">
                <a:latin typeface="Times New Roman" panose="02020603050405020304" pitchFamily="18" charset="0"/>
                <a:cs typeface="Times New Roman" panose="02020603050405020304" pitchFamily="18" charset="0"/>
              </a:rPr>
              <a:t>Fast evaluation of the learned target function may be required. </a:t>
            </a:r>
            <a:r>
              <a:rPr lang="en-US" b="0" i="0" u="none" strike="noStrike" baseline="0" dirty="0">
                <a:latin typeface="Times New Roman" panose="02020603050405020304" pitchFamily="18" charset="0"/>
                <a:cs typeface="Times New Roman" panose="02020603050405020304" pitchFamily="18" charset="0"/>
              </a:rPr>
              <a:t>Although ANN learning times are relatively long, evaluating the learned network, in order to apply it to a subsequent instance, is typically very fast.  </a:t>
            </a:r>
          </a:p>
          <a:p>
            <a:pPr algn="l"/>
            <a:r>
              <a:rPr lang="en-US" b="1" i="1" u="none" strike="noStrike" baseline="0" dirty="0">
                <a:latin typeface="Times New Roman" panose="02020603050405020304" pitchFamily="18" charset="0"/>
                <a:cs typeface="Times New Roman" panose="02020603050405020304" pitchFamily="18" charset="0"/>
              </a:rPr>
              <a:t>The ability of humans to understand the learned target function is not important. </a:t>
            </a:r>
            <a:r>
              <a:rPr lang="en-US" b="0" i="0" u="none" strike="noStrike" baseline="0" dirty="0">
                <a:latin typeface="Times New Roman" panose="02020603050405020304" pitchFamily="18" charset="0"/>
                <a:cs typeface="Times New Roman" panose="02020603050405020304" pitchFamily="18" charset="0"/>
              </a:rPr>
              <a:t>The weights learned by neural networks are often difficult for humans to interpret. </a:t>
            </a:r>
          </a:p>
          <a:p>
            <a:pPr algn="l"/>
            <a:r>
              <a:rPr lang="en-US" b="0" i="0" u="none" strike="noStrike" baseline="0" dirty="0">
                <a:latin typeface="Times New Roman" panose="02020603050405020304" pitchFamily="18" charset="0"/>
                <a:cs typeface="Times New Roman" panose="02020603050405020304" pitchFamily="18" charset="0"/>
              </a:rPr>
              <a:t>Learned neural networks are less easily communicated to humans </a:t>
            </a:r>
            <a:r>
              <a:rPr lang="en-IN" b="0" i="0" u="none" strike="noStrike" baseline="0" dirty="0">
                <a:latin typeface="Times New Roman" panose="02020603050405020304" pitchFamily="18" charset="0"/>
                <a:cs typeface="Times New Roman" panose="02020603050405020304" pitchFamily="18" charset="0"/>
              </a:rPr>
              <a:t>than learned rules.</a:t>
            </a:r>
            <a:endParaRPr lang="en-IN" dirty="0">
              <a:latin typeface="Times New Roman" panose="02020603050405020304" pitchFamily="18" charset="0"/>
              <a:cs typeface="Times New Roman" panose="02020603050405020304" pitchFamily="18" charset="0"/>
            </a:endParaRPr>
          </a:p>
          <a:p>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7674128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DFDB4EA-1B3A-F5BC-D4B7-5FD4017D06FC}"/>
              </a:ext>
            </a:extLst>
          </p:cNvPr>
          <p:cNvSpPr>
            <a:spLocks noGrp="1"/>
          </p:cNvSpPr>
          <p:nvPr>
            <p:ph type="title"/>
          </p:nvPr>
        </p:nvSpPr>
        <p:spPr>
          <a:xfrm>
            <a:off x="759368" y="24968"/>
            <a:ext cx="10515600" cy="779072"/>
          </a:xfrm>
        </p:spPr>
        <p:txBody>
          <a:bodyPr>
            <a:normAutofit/>
          </a:bodyPr>
          <a:lstStyle/>
          <a:p>
            <a:r>
              <a:rPr lang="en-IN" b="1" dirty="0">
                <a:latin typeface="Times New Roman" panose="02020603050405020304" pitchFamily="18" charset="0"/>
              </a:rPr>
              <a:t>PERCEPTRONS - Representation</a:t>
            </a:r>
            <a:endParaRPr lang="en-IN" dirty="0"/>
          </a:p>
        </p:txBody>
      </p:sp>
      <p:sp>
        <p:nvSpPr>
          <p:cNvPr id="3" name="Content Placeholder 2">
            <a:extLst>
              <a:ext uri="{FF2B5EF4-FFF2-40B4-BE49-F238E27FC236}">
                <a16:creationId xmlns:a16="http://schemas.microsoft.com/office/drawing/2014/main" id="{6C086B3E-07F8-1ADF-87EB-D29B7C5B33C2}"/>
              </a:ext>
            </a:extLst>
          </p:cNvPr>
          <p:cNvSpPr>
            <a:spLocks noGrp="1"/>
          </p:cNvSpPr>
          <p:nvPr>
            <p:ph idx="1"/>
          </p:nvPr>
        </p:nvSpPr>
        <p:spPr>
          <a:xfrm>
            <a:off x="152399" y="804040"/>
            <a:ext cx="11873345" cy="5965929"/>
          </a:xfrm>
        </p:spPr>
        <p:txBody>
          <a:bodyPr>
            <a:normAutofit lnSpcReduction="10000"/>
          </a:bodyPr>
          <a:lstStyle/>
          <a:p>
            <a:pPr algn="l"/>
            <a:r>
              <a:rPr lang="en-US" b="0" i="0" u="none" strike="noStrike" baseline="0" dirty="0">
                <a:latin typeface="Times New Roman" panose="02020603050405020304" pitchFamily="18" charset="0"/>
                <a:cs typeface="Times New Roman" panose="02020603050405020304" pitchFamily="18" charset="0"/>
              </a:rPr>
              <a:t>One type of ANN system is based on a unit called a perceptron, shown in Figure. </a:t>
            </a:r>
          </a:p>
          <a:p>
            <a:pPr algn="l"/>
            <a:endParaRPr lang="en-US" dirty="0">
              <a:latin typeface="Times New Roman" panose="02020603050405020304" pitchFamily="18" charset="0"/>
              <a:cs typeface="Times New Roman" panose="02020603050405020304" pitchFamily="18" charset="0"/>
            </a:endParaRPr>
          </a:p>
          <a:p>
            <a:pPr algn="l"/>
            <a:endParaRPr lang="en-US" b="0" i="0" u="none" strike="noStrike" baseline="0" dirty="0">
              <a:latin typeface="Times New Roman" panose="02020603050405020304" pitchFamily="18" charset="0"/>
              <a:cs typeface="Times New Roman" panose="02020603050405020304" pitchFamily="18" charset="0"/>
            </a:endParaRPr>
          </a:p>
          <a:p>
            <a:pPr algn="l"/>
            <a:endParaRPr lang="en-US" b="0" i="0" u="none" strike="noStrike" baseline="0" dirty="0">
              <a:latin typeface="Times New Roman" panose="02020603050405020304" pitchFamily="18" charset="0"/>
              <a:cs typeface="Times New Roman" panose="02020603050405020304" pitchFamily="18" charset="0"/>
            </a:endParaRPr>
          </a:p>
          <a:p>
            <a:pPr algn="l"/>
            <a:endParaRPr lang="en-US" b="0" i="0" u="none" strike="noStrike" baseline="0" dirty="0">
              <a:latin typeface="Times New Roman" panose="02020603050405020304" pitchFamily="18" charset="0"/>
              <a:cs typeface="Times New Roman" panose="02020603050405020304" pitchFamily="18" charset="0"/>
            </a:endParaRPr>
          </a:p>
          <a:p>
            <a:pPr algn="l"/>
            <a:endParaRPr lang="en-US" b="1" i="0" dirty="0">
              <a:solidFill>
                <a:srgbClr val="273239"/>
              </a:solidFill>
              <a:effectLst/>
              <a:latin typeface="Times New Roman" panose="02020603050405020304" pitchFamily="18" charset="0"/>
              <a:cs typeface="Times New Roman" panose="02020603050405020304" pitchFamily="18" charset="0"/>
            </a:endParaRPr>
          </a:p>
          <a:p>
            <a:pPr algn="l"/>
            <a:endParaRPr lang="en-US" b="1" i="0" dirty="0">
              <a:solidFill>
                <a:srgbClr val="273239"/>
              </a:solidFill>
              <a:effectLst/>
              <a:latin typeface="Times New Roman" panose="02020603050405020304" pitchFamily="18" charset="0"/>
              <a:cs typeface="Times New Roman" panose="02020603050405020304" pitchFamily="18" charset="0"/>
            </a:endParaRPr>
          </a:p>
          <a:p>
            <a:pPr algn="l"/>
            <a:r>
              <a:rPr lang="en-US" b="1" i="0" dirty="0">
                <a:solidFill>
                  <a:srgbClr val="273239"/>
                </a:solidFill>
                <a:effectLst/>
                <a:latin typeface="Times New Roman" panose="02020603050405020304" pitchFamily="18" charset="0"/>
                <a:cs typeface="Times New Roman" panose="02020603050405020304" pitchFamily="18" charset="0"/>
              </a:rPr>
              <a:t>Perceptron</a:t>
            </a:r>
            <a:r>
              <a:rPr lang="en-US" b="0" i="0" dirty="0">
                <a:solidFill>
                  <a:srgbClr val="273239"/>
                </a:solidFill>
                <a:effectLst/>
                <a:latin typeface="Times New Roman" panose="02020603050405020304" pitchFamily="18" charset="0"/>
                <a:cs typeface="Times New Roman" panose="02020603050405020304" pitchFamily="18" charset="0"/>
              </a:rPr>
              <a:t> is a type of </a:t>
            </a:r>
            <a:r>
              <a:rPr lang="en-US" b="0" i="0" dirty="0">
                <a:effectLst/>
                <a:latin typeface="Times New Roman" panose="02020603050405020304" pitchFamily="18" charset="0"/>
                <a:cs typeface="Times New Roman" panose="02020603050405020304" pitchFamily="18" charset="0"/>
              </a:rPr>
              <a:t>neural network</a:t>
            </a:r>
            <a:r>
              <a:rPr lang="en-US" b="0" i="0" dirty="0">
                <a:solidFill>
                  <a:srgbClr val="273239"/>
                </a:solidFill>
                <a:effectLst/>
                <a:latin typeface="Times New Roman" panose="02020603050405020304" pitchFamily="18" charset="0"/>
                <a:cs typeface="Times New Roman" panose="02020603050405020304" pitchFamily="18" charset="0"/>
              </a:rPr>
              <a:t> that performs binary classification that maps input features to an output decision, usually classifying data into one of two categories.</a:t>
            </a:r>
            <a:endParaRPr lang="en-US" b="0" i="0" u="none" strike="noStrike" baseline="0"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A perceptron takes a vector of real-valued inputs, calculates a linear combination of these inputs, then outputs a 1 if the result is greater than some </a:t>
            </a:r>
            <a:r>
              <a:rPr lang="en-IN" b="0" i="0" u="none" strike="noStrike" baseline="0" dirty="0">
                <a:latin typeface="Times New Roman" panose="02020603050405020304" pitchFamily="18" charset="0"/>
                <a:cs typeface="Times New Roman" panose="02020603050405020304" pitchFamily="18" charset="0"/>
              </a:rPr>
              <a:t>threshold and -1 otherwise</a:t>
            </a:r>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0498949-74E2-377E-8D16-54CB4DFEB61D}"/>
              </a:ext>
            </a:extLst>
          </p:cNvPr>
          <p:cNvPicPr>
            <a:picLocks noChangeAspect="1"/>
          </p:cNvPicPr>
          <p:nvPr/>
        </p:nvPicPr>
        <p:blipFill>
          <a:blip r:embed="rId2"/>
          <a:stretch>
            <a:fillRect/>
          </a:stretch>
        </p:blipFill>
        <p:spPr>
          <a:xfrm>
            <a:off x="1876091" y="1388485"/>
            <a:ext cx="8336955" cy="2818126"/>
          </a:xfrm>
          <a:prstGeom prst="rect">
            <a:avLst/>
          </a:prstGeom>
        </p:spPr>
      </p:pic>
    </p:spTree>
    <p:extLst>
      <p:ext uri="{BB962C8B-B14F-4D97-AF65-F5344CB8AC3E}">
        <p14:creationId xmlns:p14="http://schemas.microsoft.com/office/powerpoint/2010/main" val="115393349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DF67653-32C0-6AA1-D92D-EAFBF7D84E6F}"/>
              </a:ext>
            </a:extLst>
          </p:cNvPr>
          <p:cNvSpPr>
            <a:spLocks noGrp="1"/>
          </p:cNvSpPr>
          <p:nvPr>
            <p:ph type="title"/>
          </p:nvPr>
        </p:nvSpPr>
        <p:spPr/>
        <p:txBody>
          <a:bodyPr/>
          <a:lstStyle/>
          <a:p>
            <a:r>
              <a:rPr lang="en-US" dirty="0"/>
              <a:t>Continue…</a:t>
            </a:r>
            <a:endParaRPr lang="en-IN" dirty="0"/>
          </a:p>
        </p:txBody>
      </p:sp>
      <p:sp>
        <p:nvSpPr>
          <p:cNvPr id="3" name="Content Placeholder 2">
            <a:extLst>
              <a:ext uri="{FF2B5EF4-FFF2-40B4-BE49-F238E27FC236}">
                <a16:creationId xmlns:a16="http://schemas.microsoft.com/office/drawing/2014/main" id="{BC863313-374F-3D55-C3F2-712628893EC8}"/>
              </a:ext>
            </a:extLst>
          </p:cNvPr>
          <p:cNvSpPr>
            <a:spLocks noGrp="1"/>
          </p:cNvSpPr>
          <p:nvPr>
            <p:ph idx="1"/>
          </p:nvPr>
        </p:nvSpPr>
        <p:spPr>
          <a:xfrm>
            <a:off x="152399" y="1246909"/>
            <a:ext cx="11873345" cy="5349834"/>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More precisely, given inputs </a:t>
            </a:r>
            <a:r>
              <a:rPr lang="en-US" b="1" i="1" u="none" strike="noStrike" baseline="0" dirty="0">
                <a:latin typeface="Times New Roman" panose="02020603050405020304" pitchFamily="18" charset="0"/>
                <a:cs typeface="Times New Roman" panose="02020603050405020304" pitchFamily="18" charset="0"/>
              </a:rPr>
              <a:t>x</a:t>
            </a:r>
            <a:r>
              <a:rPr lang="en-US" b="1" i="1" u="none" strike="noStrike" baseline="-25000" dirty="0">
                <a:latin typeface="Times New Roman" panose="02020603050405020304" pitchFamily="18" charset="0"/>
                <a:cs typeface="Times New Roman" panose="02020603050405020304" pitchFamily="18" charset="0"/>
              </a:rPr>
              <a:t>1</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through </a:t>
            </a:r>
            <a:r>
              <a:rPr lang="en-US" b="1" i="1" u="none" strike="noStrike" baseline="0" dirty="0" err="1">
                <a:latin typeface="Times New Roman" panose="02020603050405020304" pitchFamily="18" charset="0"/>
                <a:cs typeface="Times New Roman" panose="02020603050405020304" pitchFamily="18" charset="0"/>
              </a:rPr>
              <a:t>x</a:t>
            </a:r>
            <a:r>
              <a:rPr lang="en-US" b="1" i="1" u="none" strike="noStrike" baseline="-25000" dirty="0" err="1">
                <a:latin typeface="Times New Roman" panose="02020603050405020304" pitchFamily="18" charset="0"/>
                <a:cs typeface="Times New Roman" panose="02020603050405020304" pitchFamily="18" charset="0"/>
              </a:rPr>
              <a:t>n</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the output </a:t>
            </a:r>
            <a:r>
              <a:rPr lang="en-US" b="1" i="1" u="none" strike="noStrike" baseline="0" dirty="0">
                <a:latin typeface="Times New Roman" panose="02020603050405020304" pitchFamily="18" charset="0"/>
                <a:cs typeface="Times New Roman" panose="02020603050405020304" pitchFamily="18" charset="0"/>
              </a:rPr>
              <a:t>o(x</a:t>
            </a:r>
            <a:r>
              <a:rPr lang="en-US" b="1" i="1" u="none" strike="noStrike" baseline="-25000" dirty="0">
                <a:latin typeface="Times New Roman" panose="02020603050405020304" pitchFamily="18" charset="0"/>
                <a:cs typeface="Times New Roman" panose="02020603050405020304" pitchFamily="18" charset="0"/>
              </a:rPr>
              <a:t>1</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 . . , </a:t>
            </a:r>
            <a:r>
              <a:rPr lang="en-US" b="1" i="1" u="none" strike="noStrike" baseline="0" dirty="0" err="1">
                <a:latin typeface="Times New Roman" panose="02020603050405020304" pitchFamily="18" charset="0"/>
                <a:cs typeface="Times New Roman" panose="02020603050405020304" pitchFamily="18" charset="0"/>
              </a:rPr>
              <a:t>x</a:t>
            </a:r>
            <a:r>
              <a:rPr lang="en-US" b="1" i="1" u="none" strike="noStrike" baseline="-25000" dirty="0" err="1">
                <a:latin typeface="Times New Roman" panose="02020603050405020304" pitchFamily="18" charset="0"/>
                <a:cs typeface="Times New Roman" panose="02020603050405020304" pitchFamily="18" charset="0"/>
              </a:rPr>
              <a:t>n</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computed by the perceptron is</a:t>
            </a:r>
          </a:p>
          <a:p>
            <a:pPr algn="l"/>
            <a:endParaRPr lang="en-US" dirty="0">
              <a:latin typeface="Times New Roman" panose="02020603050405020304" pitchFamily="18" charset="0"/>
              <a:cs typeface="Times New Roman" panose="02020603050405020304" pitchFamily="18" charset="0"/>
            </a:endParaRPr>
          </a:p>
          <a:p>
            <a:pPr algn="l"/>
            <a:endParaRPr lang="en-US"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where each </a:t>
            </a:r>
            <a:r>
              <a:rPr lang="en-US" b="1" i="1" u="none" strike="noStrike" baseline="0" dirty="0" err="1">
                <a:latin typeface="Times New Roman" panose="02020603050405020304" pitchFamily="18" charset="0"/>
                <a:cs typeface="Times New Roman" panose="02020603050405020304" pitchFamily="18" charset="0"/>
              </a:rPr>
              <a:t>w</a:t>
            </a:r>
            <a:r>
              <a:rPr lang="en-US" b="1" i="1" u="none" strike="noStrike" baseline="-25000" dirty="0" err="1">
                <a:latin typeface="Times New Roman" panose="02020603050405020304" pitchFamily="18" charset="0"/>
                <a:cs typeface="Times New Roman" panose="02020603050405020304" pitchFamily="18" charset="0"/>
              </a:rPr>
              <a:t>i</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is a real-valued constant, or weight, that determines the contribution of input </a:t>
            </a:r>
            <a:r>
              <a:rPr lang="en-US" b="1" i="1" u="none" strike="noStrike" baseline="0" dirty="0">
                <a:latin typeface="Times New Roman" panose="02020603050405020304" pitchFamily="18" charset="0"/>
                <a:cs typeface="Times New Roman" panose="02020603050405020304" pitchFamily="18" charset="0"/>
              </a:rPr>
              <a:t>x</a:t>
            </a:r>
            <a:r>
              <a:rPr lang="en-US" b="1" i="1" u="none" strike="noStrike" baseline="-25000" dirty="0">
                <a:latin typeface="Times New Roman" panose="02020603050405020304" pitchFamily="18" charset="0"/>
                <a:cs typeface="Times New Roman" panose="02020603050405020304" pitchFamily="18" charset="0"/>
              </a:rPr>
              <a:t>i</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to the perceptron output</a:t>
            </a:r>
          </a:p>
          <a:p>
            <a:pPr algn="l"/>
            <a:r>
              <a:rPr lang="en-US" b="0" i="0" u="none" strike="noStrike" baseline="0" dirty="0">
                <a:latin typeface="Times New Roman" panose="02020603050405020304" pitchFamily="18" charset="0"/>
                <a:cs typeface="Times New Roman" panose="02020603050405020304" pitchFamily="18" charset="0"/>
              </a:rPr>
              <a:t>To simplify notation, consider an additional constant input </a:t>
            </a:r>
            <a:r>
              <a:rPr lang="en-US" b="1" i="1" u="none" strike="noStrike" baseline="0" dirty="0">
                <a:latin typeface="Times New Roman" panose="02020603050405020304" pitchFamily="18" charset="0"/>
                <a:cs typeface="Times New Roman" panose="02020603050405020304" pitchFamily="18" charset="0"/>
              </a:rPr>
              <a:t>x</a:t>
            </a:r>
            <a:r>
              <a:rPr lang="en-US" b="1" i="1" u="none" strike="noStrike" baseline="-25000" dirty="0">
                <a:latin typeface="Times New Roman" panose="02020603050405020304" pitchFamily="18" charset="0"/>
                <a:cs typeface="Times New Roman" panose="02020603050405020304" pitchFamily="18" charset="0"/>
              </a:rPr>
              <a:t>o</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 1, </a:t>
            </a:r>
            <a:r>
              <a:rPr lang="en-US" dirty="0">
                <a:latin typeface="Times New Roman" panose="02020603050405020304" pitchFamily="18" charset="0"/>
                <a:cs typeface="Times New Roman" panose="02020603050405020304" pitchFamily="18" charset="0"/>
              </a:rPr>
              <a:t>which makes the </a:t>
            </a:r>
            <a:r>
              <a:rPr lang="en-US" b="0" i="0" u="none" strike="noStrike" baseline="0" dirty="0">
                <a:latin typeface="Times New Roman" panose="02020603050405020304" pitchFamily="18" charset="0"/>
                <a:cs typeface="Times New Roman" panose="02020603050405020304" pitchFamily="18" charset="0"/>
              </a:rPr>
              <a:t>above inequality as 				or in vector form as </a:t>
            </a:r>
          </a:p>
          <a:p>
            <a:pPr algn="l"/>
            <a:r>
              <a:rPr lang="en-US" b="0" i="0" u="none" strike="noStrike" baseline="0" dirty="0">
                <a:latin typeface="Times New Roman" panose="02020603050405020304" pitchFamily="18" charset="0"/>
                <a:cs typeface="Times New Roman" panose="02020603050405020304" pitchFamily="18" charset="0"/>
              </a:rPr>
              <a:t>Thus the above equation can be written as </a:t>
            </a:r>
          </a:p>
          <a:p>
            <a:pPr marL="0" indent="0" algn="l">
              <a:buNone/>
            </a:pPr>
            <a:r>
              <a:rPr lang="en-US" b="0" i="0" u="none" strike="noStrike" baseline="0" dirty="0">
                <a:latin typeface="Times New Roman" panose="02020603050405020304" pitchFamily="18" charset="0"/>
                <a:cs typeface="Times New Roman" panose="02020603050405020304" pitchFamily="18" charset="0"/>
              </a:rPr>
              <a:t>                                                   where   </a:t>
            </a:r>
          </a:p>
          <a:p>
            <a:pPr algn="l"/>
            <a:endParaRPr lang="en-US" b="0" i="0" u="none" strike="noStrike" baseline="0"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ECAC5D1F-19BF-8F43-4B5E-26E23013D8FE}"/>
              </a:ext>
            </a:extLst>
          </p:cNvPr>
          <p:cNvPicPr>
            <a:picLocks noChangeAspect="1"/>
          </p:cNvPicPr>
          <p:nvPr/>
        </p:nvPicPr>
        <p:blipFill>
          <a:blip r:embed="rId2"/>
          <a:stretch>
            <a:fillRect/>
          </a:stretch>
        </p:blipFill>
        <p:spPr>
          <a:xfrm>
            <a:off x="1164771" y="2077107"/>
            <a:ext cx="8957721" cy="1013075"/>
          </a:xfrm>
          <a:prstGeom prst="rect">
            <a:avLst/>
          </a:prstGeom>
        </p:spPr>
      </p:pic>
      <p:pic>
        <p:nvPicPr>
          <p:cNvPr id="7" name="Picture 6">
            <a:extLst>
              <a:ext uri="{FF2B5EF4-FFF2-40B4-BE49-F238E27FC236}">
                <a16:creationId xmlns:a16="http://schemas.microsoft.com/office/drawing/2014/main" id="{73FFCFB9-E937-ECCD-71D8-95058BDD54DF}"/>
              </a:ext>
            </a:extLst>
          </p:cNvPr>
          <p:cNvPicPr>
            <a:picLocks noChangeAspect="1"/>
          </p:cNvPicPr>
          <p:nvPr/>
        </p:nvPicPr>
        <p:blipFill>
          <a:blip r:embed="rId3"/>
          <a:stretch>
            <a:fillRect/>
          </a:stretch>
        </p:blipFill>
        <p:spPr>
          <a:xfrm>
            <a:off x="3842657" y="4447005"/>
            <a:ext cx="2656114" cy="484563"/>
          </a:xfrm>
          <a:prstGeom prst="rect">
            <a:avLst/>
          </a:prstGeom>
        </p:spPr>
      </p:pic>
      <p:pic>
        <p:nvPicPr>
          <p:cNvPr id="9" name="Picture 8">
            <a:extLst>
              <a:ext uri="{FF2B5EF4-FFF2-40B4-BE49-F238E27FC236}">
                <a16:creationId xmlns:a16="http://schemas.microsoft.com/office/drawing/2014/main" id="{D45E97E4-9534-2113-11EE-8CD45230B756}"/>
              </a:ext>
            </a:extLst>
          </p:cNvPr>
          <p:cNvPicPr>
            <a:picLocks noChangeAspect="1"/>
          </p:cNvPicPr>
          <p:nvPr/>
        </p:nvPicPr>
        <p:blipFill>
          <a:blip r:embed="rId4"/>
          <a:stretch>
            <a:fillRect/>
          </a:stretch>
        </p:blipFill>
        <p:spPr>
          <a:xfrm>
            <a:off x="9524998" y="4463820"/>
            <a:ext cx="1732395" cy="467747"/>
          </a:xfrm>
          <a:prstGeom prst="rect">
            <a:avLst/>
          </a:prstGeom>
        </p:spPr>
      </p:pic>
      <p:pic>
        <p:nvPicPr>
          <p:cNvPr id="11" name="Picture 10">
            <a:extLst>
              <a:ext uri="{FF2B5EF4-FFF2-40B4-BE49-F238E27FC236}">
                <a16:creationId xmlns:a16="http://schemas.microsoft.com/office/drawing/2014/main" id="{A0CCB503-C5C6-B12E-ACEE-A3E8FC859C09}"/>
              </a:ext>
            </a:extLst>
          </p:cNvPr>
          <p:cNvPicPr>
            <a:picLocks noChangeAspect="1"/>
          </p:cNvPicPr>
          <p:nvPr/>
        </p:nvPicPr>
        <p:blipFill>
          <a:blip r:embed="rId5"/>
          <a:stretch>
            <a:fillRect/>
          </a:stretch>
        </p:blipFill>
        <p:spPr>
          <a:xfrm>
            <a:off x="1311729" y="5480459"/>
            <a:ext cx="3115041" cy="484562"/>
          </a:xfrm>
          <a:prstGeom prst="rect">
            <a:avLst/>
          </a:prstGeom>
        </p:spPr>
      </p:pic>
      <p:pic>
        <p:nvPicPr>
          <p:cNvPr id="13" name="Picture 12">
            <a:extLst>
              <a:ext uri="{FF2B5EF4-FFF2-40B4-BE49-F238E27FC236}">
                <a16:creationId xmlns:a16="http://schemas.microsoft.com/office/drawing/2014/main" id="{6636FD82-B8F1-A677-066F-7D8C35C59C08}"/>
              </a:ext>
            </a:extLst>
          </p:cNvPr>
          <p:cNvPicPr>
            <a:picLocks noChangeAspect="1"/>
          </p:cNvPicPr>
          <p:nvPr/>
        </p:nvPicPr>
        <p:blipFill>
          <a:blip r:embed="rId6"/>
          <a:stretch>
            <a:fillRect/>
          </a:stretch>
        </p:blipFill>
        <p:spPr>
          <a:xfrm>
            <a:off x="6558644" y="5235524"/>
            <a:ext cx="4052295" cy="1013074"/>
          </a:xfrm>
          <a:prstGeom prst="rect">
            <a:avLst/>
          </a:prstGeom>
        </p:spPr>
      </p:pic>
    </p:spTree>
    <p:extLst>
      <p:ext uri="{BB962C8B-B14F-4D97-AF65-F5344CB8AC3E}">
        <p14:creationId xmlns:p14="http://schemas.microsoft.com/office/powerpoint/2010/main" val="30604750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E9EBD18-3F88-E563-27D9-F96D8BFE924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4CFD2588-9DE6-B47E-9300-E35C438016A6}"/>
              </a:ext>
            </a:extLst>
          </p:cNvPr>
          <p:cNvSpPr>
            <a:spLocks noGrp="1"/>
          </p:cNvSpPr>
          <p:nvPr>
            <p:ph idx="1"/>
          </p:nvPr>
        </p:nvSpPr>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Learning a perceptron involves choosing values for the weights </a:t>
            </a:r>
            <a:r>
              <a:rPr lang="en-US" b="1" i="1" u="none" strike="noStrike" baseline="0" dirty="0">
                <a:latin typeface="Times New Roman" panose="02020603050405020304" pitchFamily="18" charset="0"/>
                <a:cs typeface="Times New Roman" panose="02020603050405020304" pitchFamily="18" charset="0"/>
              </a:rPr>
              <a:t>wo, </a:t>
            </a:r>
            <a:r>
              <a:rPr lang="en-US" b="0" i="0" u="none" strike="noStrike" baseline="0" dirty="0">
                <a:latin typeface="Times New Roman" panose="02020603050405020304" pitchFamily="18" charset="0"/>
                <a:cs typeface="Times New Roman" panose="02020603050405020304" pitchFamily="18" charset="0"/>
              </a:rPr>
              <a:t>. . . , </a:t>
            </a:r>
            <a:r>
              <a:rPr lang="en-US" b="1" i="1" u="none" strike="noStrike" baseline="0" dirty="0">
                <a:latin typeface="Times New Roman" panose="02020603050405020304" pitchFamily="18" charset="0"/>
                <a:cs typeface="Times New Roman" panose="02020603050405020304" pitchFamily="18" charset="0"/>
              </a:rPr>
              <a:t>w,.</a:t>
            </a:r>
          </a:p>
          <a:p>
            <a:pPr algn="l"/>
            <a:r>
              <a:rPr lang="en-US" b="0" i="0" u="none" strike="noStrike" baseline="0" dirty="0">
                <a:latin typeface="Times New Roman" panose="02020603050405020304" pitchFamily="18" charset="0"/>
                <a:cs typeface="Times New Roman" panose="02020603050405020304" pitchFamily="18" charset="0"/>
              </a:rPr>
              <a:t>Therefore, the space H of candidate hypotheses considered in perceptron learning is the set of all possible real-valued weight vectors.</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3DA92FB2-781D-C8AF-B56F-28CEC5EF16C9}"/>
              </a:ext>
            </a:extLst>
          </p:cNvPr>
          <p:cNvPicPr>
            <a:picLocks noChangeAspect="1"/>
          </p:cNvPicPr>
          <p:nvPr/>
        </p:nvPicPr>
        <p:blipFill>
          <a:blip r:embed="rId2"/>
          <a:stretch>
            <a:fillRect/>
          </a:stretch>
        </p:blipFill>
        <p:spPr>
          <a:xfrm>
            <a:off x="4463143" y="3037110"/>
            <a:ext cx="3265714" cy="457200"/>
          </a:xfrm>
          <a:prstGeom prst="rect">
            <a:avLst/>
          </a:prstGeom>
        </p:spPr>
      </p:pic>
    </p:spTree>
    <p:extLst>
      <p:ext uri="{BB962C8B-B14F-4D97-AF65-F5344CB8AC3E}">
        <p14:creationId xmlns:p14="http://schemas.microsoft.com/office/powerpoint/2010/main" val="3734944180"/>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3928FA-5E16-ABD4-C66C-DC4F550D3DF1}"/>
              </a:ext>
            </a:extLst>
          </p:cNvPr>
          <p:cNvSpPr>
            <a:spLocks noGrp="1"/>
          </p:cNvSpPr>
          <p:nvPr>
            <p:ph type="title"/>
          </p:nvPr>
        </p:nvSpPr>
        <p:spPr>
          <a:xfrm>
            <a:off x="838200" y="88031"/>
            <a:ext cx="10515600" cy="853307"/>
          </a:xfrm>
        </p:spPr>
        <p:txBody>
          <a:bodyPr>
            <a:normAutofit/>
          </a:bodyPr>
          <a:lstStyle/>
          <a:p>
            <a:r>
              <a:rPr lang="en-IN" b="1" dirty="0">
                <a:latin typeface="Times New Roman" panose="02020603050405020304" pitchFamily="18" charset="0"/>
              </a:rPr>
              <a:t>Representational Power of Perceptrons</a:t>
            </a:r>
            <a:endParaRPr lang="en-IN" dirty="0"/>
          </a:p>
        </p:txBody>
      </p:sp>
      <p:sp>
        <p:nvSpPr>
          <p:cNvPr id="3" name="Content Placeholder 2">
            <a:extLst>
              <a:ext uri="{FF2B5EF4-FFF2-40B4-BE49-F238E27FC236}">
                <a16:creationId xmlns:a16="http://schemas.microsoft.com/office/drawing/2014/main" id="{1D3FB41F-163B-CE81-75FC-DF0688552BCA}"/>
              </a:ext>
            </a:extLst>
          </p:cNvPr>
          <p:cNvSpPr>
            <a:spLocks noGrp="1"/>
          </p:cNvSpPr>
          <p:nvPr>
            <p:ph idx="1"/>
          </p:nvPr>
        </p:nvSpPr>
        <p:spPr>
          <a:xfrm>
            <a:off x="152399" y="997524"/>
            <a:ext cx="11873345" cy="5179439"/>
          </a:xfrm>
        </p:spPr>
        <p:txBody>
          <a:bodyPr>
            <a:normAutofit/>
          </a:bodyPr>
          <a:lstStyle/>
          <a:p>
            <a:pPr algn="l"/>
            <a:r>
              <a:rPr lang="en-US" dirty="0">
                <a:latin typeface="Times New Roman" panose="02020603050405020304" pitchFamily="18" charset="0"/>
              </a:rPr>
              <a:t>T</a:t>
            </a:r>
            <a:r>
              <a:rPr lang="en-US" b="0" i="0" u="none" strike="noStrike" baseline="0" dirty="0">
                <a:latin typeface="Times New Roman" panose="02020603050405020304" pitchFamily="18" charset="0"/>
              </a:rPr>
              <a:t>he perceptron is viewed as representing a hyperplane decision surface in the n-dimensional space of instances (i.e., points). </a:t>
            </a:r>
          </a:p>
          <a:p>
            <a:pPr algn="l"/>
            <a:r>
              <a:rPr lang="en-US" b="0" i="0" u="none" strike="noStrike" baseline="0" dirty="0">
                <a:latin typeface="Times New Roman" panose="02020603050405020304" pitchFamily="18" charset="0"/>
              </a:rPr>
              <a:t>The perceptron outputs a 1 for instances lying on one side of the hyperplane and outputs a -1 for instances lying on the other side, as illustrated in Figure a.</a:t>
            </a:r>
          </a:p>
          <a:p>
            <a:pPr algn="l"/>
            <a:r>
              <a:rPr lang="en-US" dirty="0">
                <a:latin typeface="Times New Roman" panose="02020603050405020304" pitchFamily="18" charset="0"/>
              </a:rPr>
              <a:t>S</a:t>
            </a:r>
            <a:r>
              <a:rPr lang="en-US" b="0" i="0" u="none" strike="noStrike" baseline="0" dirty="0">
                <a:latin typeface="Times New Roman" panose="02020603050405020304" pitchFamily="18" charset="0"/>
              </a:rPr>
              <a:t>ome sets of positive and negative examples that can be separated are called </a:t>
            </a:r>
            <a:r>
              <a:rPr lang="en-US" b="1" i="0" u="none" strike="noStrike" baseline="0" dirty="0">
                <a:latin typeface="Times New Roman" panose="02020603050405020304" pitchFamily="18" charset="0"/>
              </a:rPr>
              <a:t>linearly separable sets of examples </a:t>
            </a:r>
            <a:r>
              <a:rPr lang="en-US" b="0" i="0" u="none" strike="noStrike" baseline="0" dirty="0">
                <a:latin typeface="Times New Roman" panose="02020603050405020304" pitchFamily="18" charset="0"/>
              </a:rPr>
              <a:t>and some sets of positive and negative examples that cannot be separated by any hyperplane are </a:t>
            </a:r>
            <a:r>
              <a:rPr lang="en-US" b="1" i="0" u="none" strike="noStrike" baseline="0" dirty="0">
                <a:latin typeface="Times New Roman" panose="02020603050405020304" pitchFamily="18" charset="0"/>
              </a:rPr>
              <a:t>linearly non separable</a:t>
            </a:r>
            <a:r>
              <a:rPr lang="en-US" b="0" i="0" u="none" strike="noStrike" baseline="0" dirty="0">
                <a:latin typeface="Times New Roman" panose="02020603050405020304" pitchFamily="18" charset="0"/>
              </a:rPr>
              <a:t>.</a:t>
            </a:r>
            <a:endParaRPr lang="en-IN" sz="4000" dirty="0"/>
          </a:p>
        </p:txBody>
      </p:sp>
      <p:pic>
        <p:nvPicPr>
          <p:cNvPr id="5" name="Picture 4">
            <a:extLst>
              <a:ext uri="{FF2B5EF4-FFF2-40B4-BE49-F238E27FC236}">
                <a16:creationId xmlns:a16="http://schemas.microsoft.com/office/drawing/2014/main" id="{57947D48-75AB-A4D1-2FA4-3261BC80DCEF}"/>
              </a:ext>
            </a:extLst>
          </p:cNvPr>
          <p:cNvPicPr>
            <a:picLocks noChangeAspect="1"/>
          </p:cNvPicPr>
          <p:nvPr/>
        </p:nvPicPr>
        <p:blipFill>
          <a:blip r:embed="rId2"/>
          <a:stretch>
            <a:fillRect/>
          </a:stretch>
        </p:blipFill>
        <p:spPr>
          <a:xfrm>
            <a:off x="3764380" y="4215959"/>
            <a:ext cx="5310737" cy="2369731"/>
          </a:xfrm>
          <a:prstGeom prst="rect">
            <a:avLst/>
          </a:prstGeom>
        </p:spPr>
      </p:pic>
    </p:spTree>
    <p:extLst>
      <p:ext uri="{BB962C8B-B14F-4D97-AF65-F5344CB8AC3E}">
        <p14:creationId xmlns:p14="http://schemas.microsoft.com/office/powerpoint/2010/main" val="289201160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33E28B-DFBD-D05A-A9A1-DF806FBF05CE}"/>
              </a:ext>
            </a:extLst>
          </p:cNvPr>
          <p:cNvSpPr>
            <a:spLocks noGrp="1"/>
          </p:cNvSpPr>
          <p:nvPr>
            <p:ph type="title"/>
          </p:nvPr>
        </p:nvSpPr>
        <p:spPr>
          <a:xfrm>
            <a:off x="152399" y="23863"/>
            <a:ext cx="11201401" cy="842411"/>
          </a:xfrm>
        </p:spPr>
        <p:txBody>
          <a:bodyPr>
            <a:normAutofit/>
          </a:bodyPr>
          <a:lstStyle/>
          <a:p>
            <a:r>
              <a:rPr lang="en-IN" b="1" dirty="0">
                <a:latin typeface="Times New Roman" panose="02020603050405020304" pitchFamily="18" charset="0"/>
              </a:rPr>
              <a:t>The Perceptron - Training Rule</a:t>
            </a:r>
            <a:endParaRPr lang="en-IN" dirty="0"/>
          </a:p>
        </p:txBody>
      </p:sp>
      <p:sp>
        <p:nvSpPr>
          <p:cNvPr id="3" name="Content Placeholder 2">
            <a:extLst>
              <a:ext uri="{FF2B5EF4-FFF2-40B4-BE49-F238E27FC236}">
                <a16:creationId xmlns:a16="http://schemas.microsoft.com/office/drawing/2014/main" id="{EB6C0D0E-D715-BC0A-0C07-0A57994A1289}"/>
              </a:ext>
            </a:extLst>
          </p:cNvPr>
          <p:cNvSpPr>
            <a:spLocks noGrp="1"/>
          </p:cNvSpPr>
          <p:nvPr>
            <p:ph idx="1"/>
          </p:nvPr>
        </p:nvSpPr>
        <p:spPr>
          <a:xfrm>
            <a:off x="152399" y="997524"/>
            <a:ext cx="11873345" cy="5772445"/>
          </a:xfrm>
        </p:spPr>
        <p:txBody>
          <a:bodyPr>
            <a:normAutofit fontScale="92500"/>
          </a:bodyPr>
          <a:lstStyle/>
          <a:p>
            <a:pPr algn="l"/>
            <a:r>
              <a:rPr lang="en-US" b="0" i="0" u="none" strike="noStrike" baseline="0" dirty="0">
                <a:latin typeface="Times New Roman" panose="02020603050405020304" pitchFamily="18" charset="0"/>
                <a:cs typeface="Times New Roman" panose="02020603050405020304" pitchFamily="18" charset="0"/>
              </a:rPr>
              <a:t>how to learn the weights for a single perceptron? </a:t>
            </a:r>
          </a:p>
          <a:p>
            <a:pPr algn="l"/>
            <a:r>
              <a:rPr lang="en-US" dirty="0">
                <a:latin typeface="Times New Roman" panose="02020603050405020304" pitchFamily="18" charset="0"/>
                <a:cs typeface="Times New Roman" panose="02020603050405020304" pitchFamily="18" charset="0"/>
              </a:rPr>
              <a:t>T</a:t>
            </a:r>
            <a:r>
              <a:rPr lang="en-US" b="0" i="0" u="none" strike="noStrike" baseline="0" dirty="0">
                <a:latin typeface="Times New Roman" panose="02020603050405020304" pitchFamily="18" charset="0"/>
                <a:cs typeface="Times New Roman" panose="02020603050405020304" pitchFamily="18" charset="0"/>
              </a:rPr>
              <a:t>he precise learning problem is to determine a weight vector that causes the perceptron to produce the correct </a:t>
            </a:r>
            <a:r>
              <a:rPr lang="en-IN" b="0" i="0" dirty="0">
                <a:solidFill>
                  <a:srgbClr val="111111"/>
                </a:solidFill>
                <a:effectLst/>
                <a:latin typeface="Times New Roman" panose="02020603050405020304" pitchFamily="18" charset="0"/>
                <a:cs typeface="Times New Roman" panose="02020603050405020304" pitchFamily="18" charset="0"/>
              </a:rPr>
              <a:t>±</a:t>
            </a:r>
            <a:r>
              <a:rPr lang="en-US" b="0" i="0" u="none" strike="noStrike" baseline="0" dirty="0">
                <a:latin typeface="Times New Roman" panose="02020603050405020304" pitchFamily="18" charset="0"/>
                <a:cs typeface="Times New Roman" panose="02020603050405020304" pitchFamily="18" charset="0"/>
              </a:rPr>
              <a:t>1 output for each of the given training examples.</a:t>
            </a:r>
          </a:p>
          <a:p>
            <a:pPr algn="l"/>
            <a:r>
              <a:rPr lang="en-US" dirty="0">
                <a:latin typeface="Times New Roman" panose="02020603050405020304" pitchFamily="18" charset="0"/>
                <a:cs typeface="Times New Roman" panose="02020603050405020304" pitchFamily="18" charset="0"/>
              </a:rPr>
              <a:t>T</a:t>
            </a:r>
            <a:r>
              <a:rPr lang="en-US" b="0" i="0" u="none" strike="noStrike" baseline="0" dirty="0">
                <a:latin typeface="Times New Roman" panose="02020603050405020304" pitchFamily="18" charset="0"/>
                <a:cs typeface="Times New Roman" panose="02020603050405020304" pitchFamily="18" charset="0"/>
              </a:rPr>
              <a:t>he two Rules: the perceptron rule and the delta rule algorithms are guaranteed to converge to different acceptable hypotheses, under different conditions. </a:t>
            </a:r>
          </a:p>
          <a:p>
            <a:pPr algn="l"/>
            <a:r>
              <a:rPr lang="en-US" b="0" i="0" u="none" strike="noStrike" baseline="0" dirty="0">
                <a:latin typeface="Times New Roman" panose="02020603050405020304" pitchFamily="18" charset="0"/>
                <a:cs typeface="Times New Roman" panose="02020603050405020304" pitchFamily="18" charset="0"/>
              </a:rPr>
              <a:t>The</a:t>
            </a:r>
            <a:r>
              <a:rPr lang="en-US" dirty="0">
                <a:latin typeface="Times New Roman" panose="02020603050405020304" pitchFamily="18" charset="0"/>
                <a:cs typeface="Times New Roman" panose="02020603050405020304" pitchFamily="18" charset="0"/>
              </a:rPr>
              <a:t>se rules</a:t>
            </a:r>
            <a:r>
              <a:rPr lang="en-US" b="0" i="0" u="none" strike="noStrike" baseline="0" dirty="0">
                <a:latin typeface="Times New Roman" panose="02020603050405020304" pitchFamily="18" charset="0"/>
                <a:cs typeface="Times New Roman" panose="02020603050405020304" pitchFamily="18" charset="0"/>
              </a:rPr>
              <a:t> are important to ANNs because they provide the basis for learning networks of many units.</a:t>
            </a:r>
          </a:p>
          <a:p>
            <a:pPr algn="l"/>
            <a:r>
              <a:rPr lang="en-US" dirty="0">
                <a:latin typeface="Times New Roman" panose="02020603050405020304" pitchFamily="18" charset="0"/>
                <a:cs typeface="Times New Roman" panose="02020603050405020304" pitchFamily="18" charset="0"/>
              </a:rPr>
              <a:t>To </a:t>
            </a:r>
            <a:r>
              <a:rPr lang="en-US" b="0" i="0" u="none" strike="noStrike" baseline="0" dirty="0">
                <a:latin typeface="Times New Roman" panose="02020603050405020304" pitchFamily="18" charset="0"/>
                <a:cs typeface="Times New Roman" panose="02020603050405020304" pitchFamily="18" charset="0"/>
              </a:rPr>
              <a:t>learn an acceptable weight vector, </a:t>
            </a:r>
          </a:p>
          <a:p>
            <a:pPr marL="801688" indent="-255588" algn="l"/>
            <a:r>
              <a:rPr lang="en-US" b="1" i="0" u="none" strike="noStrike" baseline="0" dirty="0">
                <a:latin typeface="Times New Roman" panose="02020603050405020304" pitchFamily="18" charset="0"/>
                <a:cs typeface="Times New Roman" panose="02020603050405020304" pitchFamily="18" charset="0"/>
              </a:rPr>
              <a:t>begin with random initial weights</a:t>
            </a:r>
            <a:r>
              <a:rPr lang="en-US" b="0" i="0" u="none" strike="noStrike" baseline="0" dirty="0">
                <a:latin typeface="Times New Roman" panose="02020603050405020304" pitchFamily="18" charset="0"/>
                <a:cs typeface="Times New Roman" panose="02020603050405020304" pitchFamily="18" charset="0"/>
              </a:rPr>
              <a:t>, </a:t>
            </a:r>
          </a:p>
          <a:p>
            <a:pPr marL="801688" indent="-255588" algn="l"/>
            <a:r>
              <a:rPr lang="en-US" b="1" i="0" u="none" strike="noStrike" baseline="0" dirty="0">
                <a:latin typeface="Times New Roman" panose="02020603050405020304" pitchFamily="18" charset="0"/>
                <a:cs typeface="Times New Roman" panose="02020603050405020304" pitchFamily="18" charset="0"/>
              </a:rPr>
              <a:t>then iteratively apply the perceptron to each training example</a:t>
            </a:r>
            <a:r>
              <a:rPr lang="en-US" b="0" i="0" u="none" strike="noStrike" baseline="0" dirty="0">
                <a:latin typeface="Times New Roman" panose="02020603050405020304" pitchFamily="18" charset="0"/>
                <a:cs typeface="Times New Roman" panose="02020603050405020304" pitchFamily="18" charset="0"/>
              </a:rPr>
              <a:t>, </a:t>
            </a:r>
          </a:p>
          <a:p>
            <a:pPr marL="801688" indent="-255588" algn="l"/>
            <a:r>
              <a:rPr lang="en-US" b="1" i="0" u="none" strike="noStrike" baseline="0" dirty="0">
                <a:latin typeface="Times New Roman" panose="02020603050405020304" pitchFamily="18" charset="0"/>
                <a:cs typeface="Times New Roman" panose="02020603050405020304" pitchFamily="18" charset="0"/>
              </a:rPr>
              <a:t>modifying the perceptron weights whenever it misclassifies an example. </a:t>
            </a:r>
          </a:p>
          <a:p>
            <a:pPr algn="l"/>
            <a:r>
              <a:rPr lang="en-US" b="0" i="0" u="none" strike="noStrike" baseline="0" dirty="0">
                <a:latin typeface="Times New Roman" panose="02020603050405020304" pitchFamily="18" charset="0"/>
                <a:cs typeface="Times New Roman" panose="02020603050405020304" pitchFamily="18" charset="0"/>
              </a:rPr>
              <a:t>This process is repeated, iterating through the training examples as many times as needed until the perceptron classifies all training examples correctly. </a:t>
            </a:r>
          </a:p>
          <a:p>
            <a:pPr algn="l"/>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2105352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A96EA0-1019-8919-70F3-4DDB3D94137D}"/>
              </a:ext>
            </a:extLst>
          </p:cNvPr>
          <p:cNvSpPr>
            <a:spLocks noGrp="1"/>
          </p:cNvSpPr>
          <p:nvPr>
            <p:ph type="title"/>
          </p:nvPr>
        </p:nvSpPr>
        <p:spPr>
          <a:xfrm>
            <a:off x="-10887" y="88032"/>
            <a:ext cx="10515600" cy="593006"/>
          </a:xfrm>
        </p:spPr>
        <p:txBody>
          <a:bodyPr>
            <a:normAutofit fontScale="90000"/>
          </a:bodyPr>
          <a:lstStyle/>
          <a:p>
            <a:r>
              <a:rPr lang="en-US" dirty="0"/>
              <a:t>Continue…</a:t>
            </a:r>
            <a:endParaRPr lang="en-IN" dirty="0"/>
          </a:p>
        </p:txBody>
      </p:sp>
      <p:sp>
        <p:nvSpPr>
          <p:cNvPr id="3" name="Content Placeholder 2">
            <a:extLst>
              <a:ext uri="{FF2B5EF4-FFF2-40B4-BE49-F238E27FC236}">
                <a16:creationId xmlns:a16="http://schemas.microsoft.com/office/drawing/2014/main" id="{68177D3B-C7B2-73B4-AE38-E121AD6C0804}"/>
              </a:ext>
            </a:extLst>
          </p:cNvPr>
          <p:cNvSpPr>
            <a:spLocks noGrp="1"/>
          </p:cNvSpPr>
          <p:nvPr>
            <p:ph idx="1"/>
          </p:nvPr>
        </p:nvSpPr>
        <p:spPr>
          <a:xfrm>
            <a:off x="-10887" y="850232"/>
            <a:ext cx="12202887" cy="5919735"/>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Weights are modified at each step according to the </a:t>
            </a:r>
            <a:r>
              <a:rPr lang="en-US" b="1" i="1" u="none" strike="noStrike" baseline="0" dirty="0">
                <a:latin typeface="Times New Roman" panose="02020603050405020304" pitchFamily="18" charset="0"/>
                <a:cs typeface="Times New Roman" panose="02020603050405020304" pitchFamily="18" charset="0"/>
              </a:rPr>
              <a:t>perceptron training rule</a:t>
            </a:r>
          </a:p>
          <a:p>
            <a:r>
              <a:rPr lang="en-US" b="0" i="0" u="none" strike="noStrike" baseline="0" dirty="0">
                <a:latin typeface="Times New Roman" panose="02020603050405020304" pitchFamily="18" charset="0"/>
                <a:cs typeface="Times New Roman" panose="02020603050405020304" pitchFamily="18" charset="0"/>
              </a:rPr>
              <a:t>It revises the weight </a:t>
            </a:r>
            <a:r>
              <a:rPr lang="en-US" b="1" i="1" u="none" strike="noStrike" baseline="0" dirty="0" err="1">
                <a:latin typeface="Times New Roman" panose="02020603050405020304" pitchFamily="18" charset="0"/>
                <a:cs typeface="Times New Roman" panose="02020603050405020304" pitchFamily="18" charset="0"/>
              </a:rPr>
              <a:t>w</a:t>
            </a:r>
            <a:r>
              <a:rPr lang="en-US" b="1" i="1" u="none" strike="noStrike" baseline="-25000" dirty="0" err="1">
                <a:latin typeface="Times New Roman" panose="02020603050405020304" pitchFamily="18" charset="0"/>
                <a:cs typeface="Times New Roman" panose="02020603050405020304" pitchFamily="18" charset="0"/>
              </a:rPr>
              <a:t>i</a:t>
            </a:r>
            <a:r>
              <a:rPr lang="en-US" b="1" i="1" u="none" strike="noStrike"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associated with input </a:t>
            </a:r>
            <a:r>
              <a:rPr lang="en-US" b="1" i="1" u="none" strike="noStrike" baseline="0" dirty="0">
                <a:latin typeface="Times New Roman" panose="02020603050405020304" pitchFamily="18" charset="0"/>
                <a:cs typeface="Times New Roman" panose="02020603050405020304" pitchFamily="18" charset="0"/>
              </a:rPr>
              <a:t>x</a:t>
            </a:r>
            <a:r>
              <a:rPr lang="en-US" b="1" i="1" u="none" strike="noStrike" baseline="-25000" dirty="0">
                <a:latin typeface="Times New Roman" panose="02020603050405020304" pitchFamily="18" charset="0"/>
                <a:cs typeface="Times New Roman" panose="02020603050405020304" pitchFamily="18" charset="0"/>
              </a:rPr>
              <a:t>i</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according to the rule </a:t>
            </a:r>
            <a:r>
              <a:rPr lang="en-US" b="1" dirty="0" err="1">
                <a:latin typeface="Times New Roman" panose="02020603050405020304" pitchFamily="18" charset="0"/>
                <a:cs typeface="Times New Roman" panose="02020603050405020304" pitchFamily="18" charset="0"/>
              </a:rPr>
              <a:t>w</a:t>
            </a:r>
            <a:r>
              <a:rPr lang="en-US" b="1" baseline="-25000" dirty="0" err="1">
                <a:latin typeface="Times New Roman" panose="02020603050405020304" pitchFamily="18" charset="0"/>
                <a:cs typeface="Times New Roman" panose="02020603050405020304" pitchFamily="18" charset="0"/>
              </a:rPr>
              <a:t>i</a:t>
            </a:r>
            <a:r>
              <a:rPr lang="en-US" b="1" i="0" u="none" strike="noStrike" dirty="0">
                <a:latin typeface="Times New Roman" panose="02020603050405020304" pitchFamily="18" charset="0"/>
                <a:cs typeface="Times New Roman" panose="02020603050405020304" pitchFamily="18" charset="0"/>
              </a:rPr>
              <a:t> </a:t>
            </a:r>
            <a:r>
              <a:rPr lang="en-US" b="1" i="0" u="none" strike="noStrike" dirty="0">
                <a:latin typeface="Times New Roman" panose="02020603050405020304" pitchFamily="18" charset="0"/>
                <a:cs typeface="Times New Roman" panose="02020603050405020304" pitchFamily="18" charset="0"/>
                <a:sym typeface="Wingdings" panose="05000000000000000000" pitchFamily="2" charset="2"/>
              </a:rPr>
              <a:t> </a:t>
            </a:r>
            <a:r>
              <a:rPr lang="en-US" b="1" dirty="0" err="1">
                <a:latin typeface="Times New Roman" panose="02020603050405020304" pitchFamily="18" charset="0"/>
                <a:cs typeface="Times New Roman" panose="02020603050405020304" pitchFamily="18" charset="0"/>
              </a:rPr>
              <a:t>w</a:t>
            </a:r>
            <a:r>
              <a:rPr lang="en-US" b="1" baseline="-25000" dirty="0" err="1">
                <a:latin typeface="Times New Roman" panose="02020603050405020304" pitchFamily="18" charset="0"/>
                <a:cs typeface="Times New Roman" panose="02020603050405020304" pitchFamily="18" charset="0"/>
              </a:rPr>
              <a:t>i</a:t>
            </a:r>
            <a:r>
              <a:rPr lang="en-US" b="1" i="0" u="none" strike="noStrike" dirty="0">
                <a:latin typeface="Times New Roman" panose="02020603050405020304" pitchFamily="18" charset="0"/>
                <a:cs typeface="Times New Roman" panose="02020603050405020304" pitchFamily="18" charset="0"/>
                <a:sym typeface="Wingdings" panose="05000000000000000000" pitchFamily="2" charset="2"/>
              </a:rPr>
              <a:t>+</a:t>
            </a:r>
            <a:r>
              <a:rPr lang="el-GR" b="0" dirty="0">
                <a:effectLst/>
                <a:latin typeface="Times New Roman" panose="02020603050405020304" pitchFamily="18" charset="0"/>
                <a:cs typeface="Times New Roman" panose="02020603050405020304" pitchFamily="18" charset="0"/>
              </a:rPr>
              <a:t>Δ</a:t>
            </a:r>
            <a:r>
              <a:rPr lang="en-US" b="1" u="none" strike="noStrike" baseline="0" dirty="0" err="1">
                <a:latin typeface="Times New Roman" panose="02020603050405020304" pitchFamily="18" charset="0"/>
                <a:cs typeface="Times New Roman" panose="02020603050405020304" pitchFamily="18" charset="0"/>
              </a:rPr>
              <a:t>w</a:t>
            </a:r>
            <a:r>
              <a:rPr lang="en-US" b="1" u="none" strike="noStrike" baseline="-25000" dirty="0" err="1">
                <a:latin typeface="Times New Roman" panose="02020603050405020304" pitchFamily="18" charset="0"/>
                <a:cs typeface="Times New Roman" panose="02020603050405020304" pitchFamily="18" charset="0"/>
              </a:rPr>
              <a:t>i</a:t>
            </a:r>
            <a:r>
              <a:rPr lang="en-US" b="1" u="none" strike="noStrike"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where   </a:t>
            </a:r>
            <a:r>
              <a:rPr lang="el-GR" b="0" dirty="0">
                <a:effectLst/>
                <a:latin typeface="Times New Roman" panose="02020603050405020304" pitchFamily="18" charset="0"/>
                <a:cs typeface="Times New Roman" panose="02020603050405020304" pitchFamily="18" charset="0"/>
              </a:rPr>
              <a:t>Δ</a:t>
            </a:r>
            <a:r>
              <a:rPr lang="en-US" b="1" u="none" strike="noStrike" baseline="0" dirty="0" err="1">
                <a:latin typeface="Times New Roman" panose="02020603050405020304" pitchFamily="18" charset="0"/>
                <a:cs typeface="Times New Roman" panose="02020603050405020304" pitchFamily="18" charset="0"/>
              </a:rPr>
              <a:t>w</a:t>
            </a:r>
            <a:r>
              <a:rPr lang="en-US" b="1" u="none" strike="noStrike" baseline="-25000" dirty="0" err="1">
                <a:latin typeface="Times New Roman" panose="02020603050405020304" pitchFamily="18" charset="0"/>
                <a:cs typeface="Times New Roman" panose="02020603050405020304" pitchFamily="18" charset="0"/>
              </a:rPr>
              <a:t>i</a:t>
            </a:r>
            <a:r>
              <a:rPr lang="en-US" b="1" u="none" strike="noStrike" baseline="0" dirty="0">
                <a:latin typeface="Times New Roman" panose="02020603050405020304" pitchFamily="18" charset="0"/>
                <a:cs typeface="Times New Roman" panose="02020603050405020304" pitchFamily="18" charset="0"/>
              </a:rPr>
              <a:t> = </a:t>
            </a:r>
            <a:r>
              <a:rPr lang="el-GR" b="1" dirty="0">
                <a:effectLst/>
                <a:latin typeface="Times New Roman" panose="02020603050405020304" pitchFamily="18" charset="0"/>
                <a:cs typeface="Times New Roman" panose="02020603050405020304" pitchFamily="18" charset="0"/>
              </a:rPr>
              <a:t>η </a:t>
            </a:r>
            <a:r>
              <a:rPr lang="en-US" b="1" dirty="0">
                <a:effectLst/>
                <a:latin typeface="Times New Roman" panose="02020603050405020304" pitchFamily="18" charset="0"/>
                <a:cs typeface="Times New Roman" panose="02020603050405020304" pitchFamily="18" charset="0"/>
              </a:rPr>
              <a:t>(t - o) x</a:t>
            </a:r>
            <a:r>
              <a:rPr lang="en-US" b="1" baseline="-25000" dirty="0">
                <a:effectLst/>
                <a:latin typeface="Times New Roman" panose="02020603050405020304" pitchFamily="18" charset="0"/>
                <a:cs typeface="Times New Roman" panose="02020603050405020304" pitchFamily="18" charset="0"/>
              </a:rPr>
              <a:t>i</a:t>
            </a:r>
            <a:r>
              <a:rPr lang="en-US" b="1" dirty="0">
                <a:effectLst/>
                <a:latin typeface="Times New Roman" panose="02020603050405020304" pitchFamily="18" charset="0"/>
                <a:cs typeface="Times New Roman" panose="02020603050405020304" pitchFamily="18" charset="0"/>
              </a:rPr>
              <a:t> , </a:t>
            </a:r>
            <a:r>
              <a:rPr lang="en-US" b="0" dirty="0">
                <a:effectLst/>
                <a:latin typeface="Times New Roman" panose="02020603050405020304" pitchFamily="18" charset="0"/>
                <a:cs typeface="Times New Roman" panose="02020603050405020304" pitchFamily="18" charset="0"/>
              </a:rPr>
              <a:t> </a:t>
            </a:r>
            <a:r>
              <a:rPr lang="en-US" b="1" dirty="0" err="1">
                <a:latin typeface="Times New Roman" panose="02020603050405020304" pitchFamily="18" charset="0"/>
                <a:cs typeface="Times New Roman" panose="02020603050405020304" pitchFamily="18" charset="0"/>
              </a:rPr>
              <a:t>w</a:t>
            </a:r>
            <a:r>
              <a:rPr lang="en-US" b="1" baseline="-25000" dirty="0" err="1">
                <a:latin typeface="Times New Roman" panose="02020603050405020304" pitchFamily="18" charset="0"/>
                <a:cs typeface="Times New Roman" panose="02020603050405020304" pitchFamily="18" charset="0"/>
              </a:rPr>
              <a:t>i</a:t>
            </a:r>
            <a:r>
              <a:rPr lang="en-US" b="0" i="0" u="none" strike="noStrike" baseline="0" dirty="0">
                <a:latin typeface="Times New Roman" panose="02020603050405020304" pitchFamily="18" charset="0"/>
                <a:cs typeface="Times New Roman" panose="02020603050405020304" pitchFamily="18" charset="0"/>
              </a:rPr>
              <a:t> </a:t>
            </a:r>
            <a:r>
              <a:rPr lang="en-US" b="0" i="0" u="none" strike="noStrike" dirty="0">
                <a:latin typeface="Times New Roman" panose="02020603050405020304" pitchFamily="18" charset="0"/>
                <a:cs typeface="Times New Roman" panose="02020603050405020304" pitchFamily="18" charset="0"/>
              </a:rPr>
              <a:t>is the initial value, </a:t>
            </a:r>
            <a:r>
              <a:rPr lang="el-GR" b="0" dirty="0">
                <a:effectLst/>
                <a:latin typeface="Times New Roman" panose="02020603050405020304" pitchFamily="18" charset="0"/>
                <a:cs typeface="Times New Roman" panose="02020603050405020304" pitchFamily="18" charset="0"/>
              </a:rPr>
              <a:t>Δ</a:t>
            </a:r>
            <a:r>
              <a:rPr lang="en-US" b="1" u="none" strike="noStrike" baseline="0" dirty="0" err="1">
                <a:latin typeface="Times New Roman" panose="02020603050405020304" pitchFamily="18" charset="0"/>
                <a:cs typeface="Times New Roman" panose="02020603050405020304" pitchFamily="18" charset="0"/>
              </a:rPr>
              <a:t>w</a:t>
            </a:r>
            <a:r>
              <a:rPr lang="en-US" b="1" u="none" strike="noStrike" baseline="-25000" dirty="0" err="1">
                <a:latin typeface="Times New Roman" panose="02020603050405020304" pitchFamily="18" charset="0"/>
                <a:cs typeface="Times New Roman" panose="02020603050405020304" pitchFamily="18" charset="0"/>
              </a:rPr>
              <a:t>i</a:t>
            </a:r>
            <a:r>
              <a:rPr lang="en-US" b="1" u="none" strike="noStrike" baseline="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is the weight update added to initial weight</a:t>
            </a:r>
            <a:endParaRPr lang="en-US" b="0" i="0" u="none" strike="noStrike" dirty="0">
              <a:latin typeface="Times New Roman" panose="02020603050405020304" pitchFamily="18" charset="0"/>
              <a:cs typeface="Times New Roman" panose="02020603050405020304" pitchFamily="18" charset="0"/>
            </a:endParaRPr>
          </a:p>
          <a:p>
            <a:r>
              <a:rPr lang="en-US" b="0" i="0" u="none" strike="noStrike" baseline="0" dirty="0">
                <a:latin typeface="Times New Roman" panose="02020603050405020304" pitchFamily="18" charset="0"/>
                <a:cs typeface="Times New Roman" panose="02020603050405020304" pitchFamily="18" charset="0"/>
              </a:rPr>
              <a:t>Here </a:t>
            </a:r>
            <a:r>
              <a:rPr lang="en-US" b="1" i="1" u="none" strike="noStrike" baseline="0" dirty="0">
                <a:latin typeface="Times New Roman" panose="02020603050405020304" pitchFamily="18" charset="0"/>
                <a:cs typeface="Times New Roman" panose="02020603050405020304" pitchFamily="18" charset="0"/>
              </a:rPr>
              <a:t>t </a:t>
            </a:r>
            <a:r>
              <a:rPr lang="en-US" b="0" i="0" u="none" strike="noStrike" baseline="0" dirty="0">
                <a:latin typeface="Times New Roman" panose="02020603050405020304" pitchFamily="18" charset="0"/>
                <a:cs typeface="Times New Roman" panose="02020603050405020304" pitchFamily="18" charset="0"/>
              </a:rPr>
              <a:t>is the true ground truth value of the dataset which is the target output for the current training example, </a:t>
            </a:r>
            <a:r>
              <a:rPr lang="en-US" b="1" i="1" u="none" strike="noStrike" baseline="0" dirty="0">
                <a:latin typeface="Times New Roman" panose="02020603050405020304" pitchFamily="18" charset="0"/>
                <a:cs typeface="Times New Roman" panose="02020603050405020304" pitchFamily="18" charset="0"/>
              </a:rPr>
              <a:t>o </a:t>
            </a:r>
            <a:r>
              <a:rPr lang="en-US" b="0" i="0" u="none" strike="noStrike" baseline="0" dirty="0">
                <a:latin typeface="Times New Roman" panose="02020603050405020304" pitchFamily="18" charset="0"/>
                <a:cs typeface="Times New Roman" panose="02020603050405020304" pitchFamily="18" charset="0"/>
              </a:rPr>
              <a:t>is the predicted value, the output generated by the perceptron, and </a:t>
            </a:r>
            <a:r>
              <a:rPr lang="el-GR" b="0" i="0" dirty="0">
                <a:effectLst/>
                <a:latin typeface="Times New Roman" panose="02020603050405020304" pitchFamily="18" charset="0"/>
                <a:cs typeface="Times New Roman" panose="02020603050405020304" pitchFamily="18" charset="0"/>
              </a:rPr>
              <a:t>η</a:t>
            </a:r>
            <a:r>
              <a:rPr lang="en-US" b="0" i="0" dirty="0">
                <a:effectLst/>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is a positive constant called the </a:t>
            </a:r>
            <a:r>
              <a:rPr lang="en-US" b="1" i="1" u="none" strike="noStrike" baseline="0" dirty="0">
                <a:latin typeface="Times New Roman" panose="02020603050405020304" pitchFamily="18" charset="0"/>
                <a:cs typeface="Times New Roman" panose="02020603050405020304" pitchFamily="18" charset="0"/>
              </a:rPr>
              <a:t>learning rate – how much of error is acceptable. </a:t>
            </a:r>
          </a:p>
          <a:p>
            <a:pPr algn="l"/>
            <a:r>
              <a:rPr lang="en-US" b="0" i="0" u="none" strike="noStrike" baseline="0" dirty="0">
                <a:latin typeface="Times New Roman" panose="02020603050405020304" pitchFamily="18" charset="0"/>
                <a:cs typeface="Times New Roman" panose="02020603050405020304" pitchFamily="18" charset="0"/>
              </a:rPr>
              <a:t>( t – o ) is the error and the role of the learning rate is to moderate the degree to which weights are changed at each step. </a:t>
            </a:r>
          </a:p>
          <a:p>
            <a:pPr algn="l"/>
            <a:r>
              <a:rPr lang="en-US" b="0" i="0" u="none" strike="noStrike" baseline="0" dirty="0">
                <a:latin typeface="Times New Roman" panose="02020603050405020304" pitchFamily="18" charset="0"/>
                <a:cs typeface="Times New Roman" panose="02020603050405020304" pitchFamily="18" charset="0"/>
              </a:rPr>
              <a:t>It is usually set to some small value (e.g., 0.1) and is sometimes made to decay as the number of weight-tuning iterations increases.</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9445645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6335EF7A-9351-BFCC-A2E2-02265A1A77C5}"/>
              </a:ext>
            </a:extLst>
          </p:cNvPr>
          <p:cNvSpPr>
            <a:spLocks noGrp="1"/>
          </p:cNvSpPr>
          <p:nvPr>
            <p:ph idx="1"/>
          </p:nvPr>
        </p:nvSpPr>
        <p:spPr>
          <a:xfrm>
            <a:off x="152399" y="520262"/>
            <a:ext cx="11873345" cy="5816370"/>
          </a:xfrm>
        </p:spPr>
        <p:txBody>
          <a:bodyPr>
            <a:noAutofit/>
          </a:bodyPr>
          <a:lstStyle/>
          <a:p>
            <a:pPr algn="l"/>
            <a:r>
              <a:rPr lang="en-IN" b="0" i="0" u="none" strike="noStrike" baseline="0" dirty="0">
                <a:latin typeface="Times New Roman" panose="02020603050405020304" pitchFamily="18" charset="0"/>
                <a:cs typeface="Times New Roman" panose="02020603050405020304" pitchFamily="18" charset="0"/>
              </a:rPr>
              <a:t>For example, if </a:t>
            </a:r>
            <a:r>
              <a:rPr lang="en-US" b="1" i="1" u="none" strike="noStrike" baseline="0" dirty="0">
                <a:latin typeface="Times New Roman" panose="02020603050405020304" pitchFamily="18" charset="0"/>
                <a:cs typeface="Times New Roman" panose="02020603050405020304" pitchFamily="18" charset="0"/>
              </a:rPr>
              <a:t>x</a:t>
            </a:r>
            <a:r>
              <a:rPr lang="en-US" b="1" i="1" u="none" strike="noStrike" baseline="-25000" dirty="0">
                <a:latin typeface="Times New Roman" panose="02020603050405020304" pitchFamily="18" charset="0"/>
                <a:cs typeface="Times New Roman" panose="02020603050405020304" pitchFamily="18" charset="0"/>
              </a:rPr>
              <a:t>i</a:t>
            </a:r>
            <a:r>
              <a:rPr lang="en-US" b="1" i="0" u="none" strike="noStrike" baseline="0" dirty="0">
                <a:latin typeface="Times New Roman" panose="02020603050405020304" pitchFamily="18" charset="0"/>
                <a:cs typeface="Times New Roman" panose="02020603050405020304" pitchFamily="18" charset="0"/>
              </a:rPr>
              <a:t> &gt; </a:t>
            </a:r>
            <a:r>
              <a:rPr lang="en-US" b="1" i="1" u="none" strike="noStrike" baseline="0" dirty="0">
                <a:latin typeface="Times New Roman" panose="02020603050405020304" pitchFamily="18" charset="0"/>
                <a:cs typeface="Times New Roman" panose="02020603050405020304" pitchFamily="18" charset="0"/>
              </a:rPr>
              <a:t>0, </a:t>
            </a:r>
            <a:r>
              <a:rPr lang="en-US" b="0" i="0" u="none" strike="noStrike" baseline="0" dirty="0">
                <a:latin typeface="Times New Roman" panose="02020603050405020304" pitchFamily="18" charset="0"/>
                <a:cs typeface="Times New Roman" panose="02020603050405020304" pitchFamily="18" charset="0"/>
              </a:rPr>
              <a:t>then increasing </a:t>
            </a:r>
            <a:r>
              <a:rPr lang="en-US" b="1" i="1" u="none" strike="noStrike" baseline="0" dirty="0" err="1">
                <a:latin typeface="Times New Roman" panose="02020603050405020304" pitchFamily="18" charset="0"/>
                <a:cs typeface="Times New Roman" panose="02020603050405020304" pitchFamily="18" charset="0"/>
              </a:rPr>
              <a:t>w</a:t>
            </a:r>
            <a:r>
              <a:rPr lang="en-US" b="1" i="1" u="none" strike="noStrike" baseline="-25000" dirty="0" err="1">
                <a:latin typeface="Times New Roman" panose="02020603050405020304" pitchFamily="18" charset="0"/>
                <a:cs typeface="Times New Roman" panose="02020603050405020304" pitchFamily="18" charset="0"/>
              </a:rPr>
              <a:t>i</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will bring the perceptron closer to correctly classifying this example. </a:t>
            </a:r>
          </a:p>
          <a:p>
            <a:pPr algn="l"/>
            <a:r>
              <a:rPr lang="en-US" b="0" i="0" u="none" strike="noStrike" baseline="0" dirty="0">
                <a:latin typeface="Times New Roman" panose="02020603050405020304" pitchFamily="18" charset="0"/>
                <a:cs typeface="Times New Roman" panose="02020603050405020304" pitchFamily="18" charset="0"/>
              </a:rPr>
              <a:t>Notice the training rule will increase </a:t>
            </a:r>
            <a:r>
              <a:rPr lang="en-US" b="1" i="1" u="none" strike="noStrike" baseline="0" dirty="0" err="1">
                <a:latin typeface="Times New Roman" panose="02020603050405020304" pitchFamily="18" charset="0"/>
                <a:cs typeface="Times New Roman" panose="02020603050405020304" pitchFamily="18" charset="0"/>
              </a:rPr>
              <a:t>w</a:t>
            </a:r>
            <a:r>
              <a:rPr lang="en-US" b="1" i="1" u="none" strike="noStrike" baseline="-25000" dirty="0" err="1">
                <a:latin typeface="Times New Roman" panose="02020603050405020304" pitchFamily="18" charset="0"/>
                <a:cs typeface="Times New Roman" panose="02020603050405020304" pitchFamily="18" charset="0"/>
              </a:rPr>
              <a:t>i</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in this case, because </a:t>
            </a:r>
            <a:r>
              <a:rPr lang="en-US" b="1" i="1" u="none" strike="noStrike" baseline="0" dirty="0">
                <a:latin typeface="Times New Roman" panose="02020603050405020304" pitchFamily="18" charset="0"/>
                <a:cs typeface="Times New Roman" panose="02020603050405020304" pitchFamily="18" charset="0"/>
              </a:rPr>
              <a:t>(t </a:t>
            </a:r>
            <a:r>
              <a:rPr lang="en-US" b="0" i="0" u="none" strike="noStrike" baseline="0" dirty="0">
                <a:latin typeface="Times New Roman" panose="02020603050405020304" pitchFamily="18" charset="0"/>
                <a:cs typeface="Times New Roman" panose="02020603050405020304" pitchFamily="18" charset="0"/>
              </a:rPr>
              <a:t>- </a:t>
            </a:r>
            <a:r>
              <a:rPr lang="en-US" b="1" i="1" u="none" strike="noStrike" baseline="0" dirty="0">
                <a:latin typeface="Times New Roman" panose="02020603050405020304" pitchFamily="18" charset="0"/>
                <a:cs typeface="Times New Roman" panose="02020603050405020304" pitchFamily="18" charset="0"/>
              </a:rPr>
              <a:t>o), </a:t>
            </a:r>
            <a:r>
              <a:rPr lang="el-GR" b="0" i="0" dirty="0">
                <a:effectLst/>
                <a:latin typeface="Times New Roman" panose="02020603050405020304" pitchFamily="18" charset="0"/>
                <a:cs typeface="Times New Roman" panose="02020603050405020304" pitchFamily="18" charset="0"/>
              </a:rPr>
              <a:t>η</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and </a:t>
            </a:r>
            <a:r>
              <a:rPr lang="en-US" b="1" i="1" u="none" strike="noStrike" baseline="0" dirty="0">
                <a:latin typeface="Times New Roman" panose="02020603050405020304" pitchFamily="18" charset="0"/>
                <a:cs typeface="Times New Roman" panose="02020603050405020304" pitchFamily="18" charset="0"/>
              </a:rPr>
              <a:t>X</a:t>
            </a:r>
            <a:r>
              <a:rPr lang="en-US" b="1" i="1" u="none" strike="noStrike" baseline="-25000" dirty="0">
                <a:latin typeface="Times New Roman" panose="02020603050405020304" pitchFamily="18" charset="0"/>
                <a:cs typeface="Times New Roman" panose="02020603050405020304" pitchFamily="18" charset="0"/>
              </a:rPr>
              <a:t>i</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are all positive. </a:t>
            </a:r>
          </a:p>
          <a:p>
            <a:pPr algn="l"/>
            <a:r>
              <a:rPr lang="en-US" b="0" u="none" strike="noStrike" baseline="0" dirty="0">
                <a:latin typeface="Times New Roman" panose="02020603050405020304" pitchFamily="18" charset="0"/>
                <a:cs typeface="Times New Roman" panose="02020603050405020304" pitchFamily="18" charset="0"/>
              </a:rPr>
              <a:t>For example, if </a:t>
            </a:r>
            <a:r>
              <a:rPr lang="en-US" b="1" u="none" strike="noStrike" baseline="0" dirty="0">
                <a:latin typeface="Times New Roman" panose="02020603050405020304" pitchFamily="18" charset="0"/>
                <a:cs typeface="Times New Roman" panose="02020603050405020304" pitchFamily="18" charset="0"/>
              </a:rPr>
              <a:t>x</a:t>
            </a:r>
            <a:r>
              <a:rPr lang="en-US" b="1" u="none" strike="noStrike" baseline="-25000" dirty="0">
                <a:latin typeface="Times New Roman" panose="02020603050405020304" pitchFamily="18" charset="0"/>
                <a:cs typeface="Times New Roman" panose="02020603050405020304" pitchFamily="18" charset="0"/>
              </a:rPr>
              <a:t>i</a:t>
            </a:r>
            <a:r>
              <a:rPr lang="en-US" b="1" u="none" strike="noStrike" baseline="0" dirty="0">
                <a:latin typeface="Times New Roman" panose="02020603050405020304" pitchFamily="18" charset="0"/>
                <a:cs typeface="Times New Roman" panose="02020603050405020304" pitchFamily="18" charset="0"/>
              </a:rPr>
              <a:t> </a:t>
            </a:r>
            <a:r>
              <a:rPr lang="en-US" b="0" u="none" strike="noStrike" baseline="0" dirty="0">
                <a:latin typeface="Times New Roman" panose="02020603050405020304" pitchFamily="18" charset="0"/>
                <a:cs typeface="Times New Roman" panose="02020603050405020304" pitchFamily="18" charset="0"/>
              </a:rPr>
              <a:t>= </a:t>
            </a:r>
            <a:r>
              <a:rPr lang="en-US" b="1" u="none" strike="noStrike" baseline="0" dirty="0">
                <a:latin typeface="Times New Roman" panose="02020603050405020304" pitchFamily="18" charset="0"/>
                <a:cs typeface="Times New Roman" panose="02020603050405020304" pitchFamily="18" charset="0"/>
              </a:rPr>
              <a:t>.8, </a:t>
            </a:r>
            <a:r>
              <a:rPr lang="el-GR" b="1" dirty="0">
                <a:effectLst/>
                <a:latin typeface="Times New Roman" panose="02020603050405020304" pitchFamily="18" charset="0"/>
                <a:cs typeface="Times New Roman" panose="02020603050405020304" pitchFamily="18" charset="0"/>
              </a:rPr>
              <a:t>η</a:t>
            </a:r>
            <a:r>
              <a:rPr lang="en-US" b="1" u="none" strike="noStrike" baseline="0" dirty="0">
                <a:latin typeface="Times New Roman" panose="02020603050405020304" pitchFamily="18" charset="0"/>
                <a:cs typeface="Times New Roman" panose="02020603050405020304" pitchFamily="18" charset="0"/>
              </a:rPr>
              <a:t> </a:t>
            </a:r>
            <a:r>
              <a:rPr lang="en-US" b="0" u="none" strike="noStrike" baseline="0" dirty="0">
                <a:latin typeface="Times New Roman" panose="02020603050405020304" pitchFamily="18" charset="0"/>
                <a:cs typeface="Times New Roman" panose="02020603050405020304" pitchFamily="18" charset="0"/>
              </a:rPr>
              <a:t>= </a:t>
            </a:r>
            <a:r>
              <a:rPr lang="en-US" b="1" u="none" strike="noStrike" baseline="0" dirty="0">
                <a:latin typeface="Times New Roman" panose="02020603050405020304" pitchFamily="18" charset="0"/>
                <a:cs typeface="Times New Roman" panose="02020603050405020304" pitchFamily="18" charset="0"/>
              </a:rPr>
              <a:t>0.1, t </a:t>
            </a:r>
            <a:r>
              <a:rPr lang="en-US" b="0" u="none" strike="noStrike" baseline="0" dirty="0">
                <a:latin typeface="Times New Roman" panose="02020603050405020304" pitchFamily="18" charset="0"/>
                <a:cs typeface="Times New Roman" panose="02020603050405020304" pitchFamily="18" charset="0"/>
              </a:rPr>
              <a:t>= </a:t>
            </a:r>
            <a:r>
              <a:rPr lang="en-US" b="1" u="none" strike="noStrike" baseline="0" dirty="0">
                <a:latin typeface="Times New Roman" panose="02020603050405020304" pitchFamily="18" charset="0"/>
                <a:cs typeface="Times New Roman" panose="02020603050405020304" pitchFamily="18" charset="0"/>
              </a:rPr>
              <a:t>1, </a:t>
            </a:r>
            <a:r>
              <a:rPr lang="en-US" b="0" u="none" strike="noStrike" baseline="0" dirty="0">
                <a:latin typeface="Times New Roman" panose="02020603050405020304" pitchFamily="18" charset="0"/>
                <a:cs typeface="Times New Roman" panose="02020603050405020304" pitchFamily="18" charset="0"/>
              </a:rPr>
              <a:t>and </a:t>
            </a:r>
            <a:r>
              <a:rPr lang="en-US" b="1" u="none" strike="noStrike" baseline="0" dirty="0">
                <a:latin typeface="Times New Roman" panose="02020603050405020304" pitchFamily="18" charset="0"/>
                <a:cs typeface="Times New Roman" panose="02020603050405020304" pitchFamily="18" charset="0"/>
              </a:rPr>
              <a:t>o </a:t>
            </a:r>
            <a:r>
              <a:rPr lang="en-US" b="0" u="none" strike="noStrike" baseline="0" dirty="0">
                <a:latin typeface="Times New Roman" panose="02020603050405020304" pitchFamily="18" charset="0"/>
                <a:cs typeface="Times New Roman" panose="02020603050405020304" pitchFamily="18" charset="0"/>
              </a:rPr>
              <a:t>= - </a:t>
            </a:r>
            <a:r>
              <a:rPr lang="en-US" b="1" u="none" strike="noStrike" baseline="0" dirty="0">
                <a:latin typeface="Times New Roman" panose="02020603050405020304" pitchFamily="18" charset="0"/>
                <a:cs typeface="Times New Roman" panose="02020603050405020304" pitchFamily="18" charset="0"/>
              </a:rPr>
              <a:t>1, </a:t>
            </a:r>
            <a:r>
              <a:rPr lang="en-US" b="0" u="none" strike="noStrike" baseline="0" dirty="0">
                <a:latin typeface="Times New Roman" panose="02020603050405020304" pitchFamily="18" charset="0"/>
                <a:cs typeface="Times New Roman" panose="02020603050405020304" pitchFamily="18" charset="0"/>
              </a:rPr>
              <a:t>then the weight update will be </a:t>
            </a:r>
            <a:r>
              <a:rPr lang="el-GR" b="0" dirty="0">
                <a:effectLst/>
                <a:latin typeface="Times New Roman" panose="02020603050405020304" pitchFamily="18" charset="0"/>
                <a:cs typeface="Times New Roman" panose="02020603050405020304" pitchFamily="18" charset="0"/>
              </a:rPr>
              <a:t>Δ</a:t>
            </a:r>
            <a:r>
              <a:rPr lang="en-US" b="1" u="none" strike="noStrike" baseline="0" dirty="0" err="1">
                <a:latin typeface="Times New Roman" panose="02020603050405020304" pitchFamily="18" charset="0"/>
                <a:cs typeface="Times New Roman" panose="02020603050405020304" pitchFamily="18" charset="0"/>
              </a:rPr>
              <a:t>w</a:t>
            </a:r>
            <a:r>
              <a:rPr lang="en-US" b="1" u="none" strike="noStrike" baseline="-25000" dirty="0" err="1">
                <a:latin typeface="Times New Roman" panose="02020603050405020304" pitchFamily="18" charset="0"/>
                <a:cs typeface="Times New Roman" panose="02020603050405020304" pitchFamily="18" charset="0"/>
              </a:rPr>
              <a:t>i</a:t>
            </a:r>
            <a:r>
              <a:rPr lang="en-US" b="1" u="none" strike="noStrike" baseline="0" dirty="0">
                <a:latin typeface="Times New Roman" panose="02020603050405020304" pitchFamily="18" charset="0"/>
                <a:cs typeface="Times New Roman" panose="02020603050405020304" pitchFamily="18" charset="0"/>
              </a:rPr>
              <a:t> </a:t>
            </a:r>
            <a:r>
              <a:rPr lang="en-US" b="0" u="none" strike="noStrike" baseline="0" dirty="0">
                <a:latin typeface="Times New Roman" panose="02020603050405020304" pitchFamily="18" charset="0"/>
                <a:cs typeface="Times New Roman" panose="02020603050405020304" pitchFamily="18" charset="0"/>
              </a:rPr>
              <a:t>= </a:t>
            </a:r>
            <a:r>
              <a:rPr lang="el-GR" b="0" dirty="0">
                <a:effectLst/>
                <a:latin typeface="Times New Roman" panose="02020603050405020304" pitchFamily="18" charset="0"/>
                <a:cs typeface="Times New Roman" panose="02020603050405020304" pitchFamily="18" charset="0"/>
              </a:rPr>
              <a:t>η</a:t>
            </a:r>
            <a:r>
              <a:rPr lang="en-US" b="1" u="none" strike="noStrike" baseline="0" dirty="0">
                <a:latin typeface="Times New Roman" panose="02020603050405020304" pitchFamily="18" charset="0"/>
                <a:cs typeface="Times New Roman" panose="02020603050405020304" pitchFamily="18" charset="0"/>
              </a:rPr>
              <a:t>(t </a:t>
            </a:r>
            <a:r>
              <a:rPr lang="en-US" b="0" u="none" strike="noStrike" baseline="0" dirty="0">
                <a:latin typeface="Times New Roman" panose="02020603050405020304" pitchFamily="18" charset="0"/>
                <a:cs typeface="Times New Roman" panose="02020603050405020304" pitchFamily="18" charset="0"/>
              </a:rPr>
              <a:t>- </a:t>
            </a:r>
            <a:r>
              <a:rPr lang="en-US" b="1" u="none" strike="noStrike" baseline="0" dirty="0">
                <a:latin typeface="Times New Roman" panose="02020603050405020304" pitchFamily="18" charset="0"/>
                <a:cs typeface="Times New Roman" panose="02020603050405020304" pitchFamily="18" charset="0"/>
              </a:rPr>
              <a:t>o)x</a:t>
            </a:r>
            <a:r>
              <a:rPr lang="en-US" b="1" u="none" strike="noStrike" baseline="-25000" dirty="0">
                <a:latin typeface="Times New Roman" panose="02020603050405020304" pitchFamily="18" charset="0"/>
                <a:cs typeface="Times New Roman" panose="02020603050405020304" pitchFamily="18" charset="0"/>
              </a:rPr>
              <a:t>i</a:t>
            </a:r>
            <a:r>
              <a:rPr lang="en-US" b="1" u="none" strike="noStrike" baseline="0" dirty="0">
                <a:latin typeface="Times New Roman" panose="02020603050405020304" pitchFamily="18" charset="0"/>
                <a:cs typeface="Times New Roman" panose="02020603050405020304" pitchFamily="18" charset="0"/>
              </a:rPr>
              <a:t> </a:t>
            </a:r>
            <a:r>
              <a:rPr lang="en-US" b="0" u="none" strike="noStrike" baseline="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0</a:t>
            </a:r>
            <a:r>
              <a:rPr lang="en-US" b="1" u="none" strike="noStrike" baseline="0" dirty="0">
                <a:latin typeface="Times New Roman" panose="02020603050405020304" pitchFamily="18" charset="0"/>
                <a:cs typeface="Times New Roman" panose="02020603050405020304" pitchFamily="18" charset="0"/>
              </a:rPr>
              <a:t>.1(1 </a:t>
            </a:r>
            <a:r>
              <a:rPr lang="en-US" b="0" u="none" strike="noStrike" baseline="0" dirty="0">
                <a:latin typeface="Times New Roman" panose="02020603050405020304" pitchFamily="18" charset="0"/>
                <a:cs typeface="Times New Roman" panose="02020603050405020304" pitchFamily="18" charset="0"/>
              </a:rPr>
              <a:t>- </a:t>
            </a:r>
            <a:r>
              <a:rPr lang="en-US" b="1" u="none" strike="noStrike" baseline="0" dirty="0">
                <a:latin typeface="Times New Roman" panose="02020603050405020304" pitchFamily="18" charset="0"/>
                <a:cs typeface="Times New Roman" panose="02020603050405020304" pitchFamily="18" charset="0"/>
              </a:rPr>
              <a:t>(-1))0.8 </a:t>
            </a:r>
            <a:r>
              <a:rPr lang="en-US" b="0" u="none" strike="noStrike" baseline="0" dirty="0">
                <a:latin typeface="Times New Roman" panose="02020603050405020304" pitchFamily="18" charset="0"/>
                <a:cs typeface="Times New Roman" panose="02020603050405020304" pitchFamily="18" charset="0"/>
              </a:rPr>
              <a:t>= </a:t>
            </a:r>
            <a:r>
              <a:rPr lang="en-US" b="1" u="none" strike="noStrike" baseline="0" dirty="0">
                <a:latin typeface="Times New Roman" panose="02020603050405020304" pitchFamily="18" charset="0"/>
                <a:cs typeface="Times New Roman" panose="02020603050405020304" pitchFamily="18" charset="0"/>
              </a:rPr>
              <a:t>0.16. </a:t>
            </a:r>
          </a:p>
          <a:p>
            <a:pPr algn="l"/>
            <a:r>
              <a:rPr lang="en-US" b="0" i="0" u="none" strike="noStrike" baseline="0" dirty="0">
                <a:latin typeface="Times New Roman" panose="02020603050405020304" pitchFamily="18" charset="0"/>
                <a:cs typeface="Times New Roman" panose="02020603050405020304" pitchFamily="18" charset="0"/>
              </a:rPr>
              <a:t>On the other hand, if </a:t>
            </a:r>
            <a:r>
              <a:rPr lang="en-US" b="1" u="none" strike="noStrike" baseline="0" dirty="0">
                <a:latin typeface="Times New Roman" panose="02020603050405020304" pitchFamily="18" charset="0"/>
                <a:cs typeface="Times New Roman" panose="02020603050405020304" pitchFamily="18" charset="0"/>
              </a:rPr>
              <a:t>t </a:t>
            </a:r>
            <a:r>
              <a:rPr lang="en-US" b="0" u="none" strike="noStrike" baseline="0" dirty="0">
                <a:latin typeface="Times New Roman" panose="02020603050405020304" pitchFamily="18" charset="0"/>
                <a:cs typeface="Times New Roman" panose="02020603050405020304" pitchFamily="18" charset="0"/>
              </a:rPr>
              <a:t>= </a:t>
            </a:r>
            <a:r>
              <a:rPr lang="en-US" b="1" u="none" strike="noStrike" baseline="0" dirty="0">
                <a:latin typeface="Times New Roman" panose="02020603050405020304" pitchFamily="18" charset="0"/>
                <a:cs typeface="Times New Roman" panose="02020603050405020304" pitchFamily="18" charset="0"/>
              </a:rPr>
              <a:t>-1 </a:t>
            </a:r>
            <a:r>
              <a:rPr lang="en-US" b="0" i="0" u="none" strike="noStrike" baseline="0" dirty="0">
                <a:latin typeface="Times New Roman" panose="02020603050405020304" pitchFamily="18" charset="0"/>
                <a:cs typeface="Times New Roman" panose="02020603050405020304" pitchFamily="18" charset="0"/>
              </a:rPr>
              <a:t>and </a:t>
            </a:r>
            <a:r>
              <a:rPr lang="en-US" b="1" u="none" strike="noStrike" baseline="0" dirty="0">
                <a:latin typeface="Times New Roman" panose="02020603050405020304" pitchFamily="18" charset="0"/>
                <a:cs typeface="Times New Roman" panose="02020603050405020304" pitchFamily="18" charset="0"/>
              </a:rPr>
              <a:t>o</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 </a:t>
            </a:r>
            <a:r>
              <a:rPr lang="en-US" b="1" i="0" u="none" strike="noStrike" baseline="0" dirty="0">
                <a:latin typeface="Times New Roman" panose="02020603050405020304" pitchFamily="18" charset="0"/>
                <a:cs typeface="Times New Roman" panose="02020603050405020304" pitchFamily="18" charset="0"/>
              </a:rPr>
              <a:t>1</a:t>
            </a:r>
            <a:r>
              <a:rPr lang="en-US" b="0" i="0" u="none" strike="noStrike" baseline="0" dirty="0">
                <a:latin typeface="Times New Roman" panose="02020603050405020304" pitchFamily="18" charset="0"/>
                <a:cs typeface="Times New Roman" panose="02020603050405020304" pitchFamily="18" charset="0"/>
              </a:rPr>
              <a:t>, then weights associated with positive </a:t>
            </a:r>
            <a:r>
              <a:rPr lang="en-US" b="1" i="1" u="none" strike="noStrike" baseline="0" dirty="0">
                <a:latin typeface="Times New Roman" panose="02020603050405020304" pitchFamily="18" charset="0"/>
                <a:cs typeface="Times New Roman" panose="02020603050405020304" pitchFamily="18" charset="0"/>
              </a:rPr>
              <a:t>x</a:t>
            </a:r>
            <a:r>
              <a:rPr lang="en-US" b="1" i="1" u="none" strike="noStrike" baseline="-25000" dirty="0">
                <a:latin typeface="Times New Roman" panose="02020603050405020304" pitchFamily="18" charset="0"/>
                <a:cs typeface="Times New Roman" panose="02020603050405020304" pitchFamily="18" charset="0"/>
              </a:rPr>
              <a:t>i</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will be decreased to </a:t>
            </a:r>
            <a:r>
              <a:rPr lang="en-US" b="1" i="0" u="none" strike="noStrike" baseline="0" dirty="0">
                <a:latin typeface="Times New Roman" panose="02020603050405020304" pitchFamily="18" charset="0"/>
                <a:cs typeface="Times New Roman" panose="02020603050405020304" pitchFamily="18" charset="0"/>
              </a:rPr>
              <a:t>-0.16  </a:t>
            </a:r>
            <a:r>
              <a:rPr lang="en-US" b="0" i="0" u="none" strike="noStrike" baseline="0" dirty="0">
                <a:latin typeface="Times New Roman" panose="02020603050405020304" pitchFamily="18" charset="0"/>
                <a:cs typeface="Times New Roman" panose="02020603050405020304" pitchFamily="18" charset="0"/>
              </a:rPr>
              <a:t>rather than increased.</a:t>
            </a:r>
            <a:endParaRPr lang="en-IN"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31131924"/>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B89C76-35FA-6B63-F861-6A742A98ABFD}"/>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284EFDD-F064-8395-E79E-4E6F33F03E41}"/>
              </a:ext>
            </a:extLst>
          </p:cNvPr>
          <p:cNvSpPr>
            <a:spLocks noGrp="1"/>
          </p:cNvSpPr>
          <p:nvPr>
            <p:ph idx="1"/>
          </p:nvPr>
        </p:nvSpPr>
        <p:spPr/>
        <p:txBody>
          <a:bodyPr/>
          <a:lstStyle/>
          <a:p>
            <a:pPr algn="l"/>
            <a:r>
              <a:rPr lang="en-US" dirty="0">
                <a:latin typeface="Times New Roman" panose="02020603050405020304" pitchFamily="18" charset="0"/>
                <a:cs typeface="Times New Roman" panose="02020603050405020304" pitchFamily="18" charset="0"/>
              </a:rPr>
              <a:t>T</a:t>
            </a:r>
            <a:r>
              <a:rPr lang="en-US" b="0" i="0" u="none" strike="noStrike" baseline="0" dirty="0">
                <a:latin typeface="Times New Roman" panose="02020603050405020304" pitchFamily="18" charset="0"/>
                <a:cs typeface="Times New Roman" panose="02020603050405020304" pitchFamily="18" charset="0"/>
              </a:rPr>
              <a:t>he above learning procedure can be proven to converge within a finite number of applications of the perceptron training rule to a weight vector that correctly classifies all training examples, </a:t>
            </a:r>
            <a:r>
              <a:rPr lang="en-US" b="1" i="1" u="none" strike="noStrike" baseline="0" dirty="0">
                <a:latin typeface="Times New Roman" panose="02020603050405020304" pitchFamily="18" charset="0"/>
                <a:cs typeface="Times New Roman" panose="02020603050405020304" pitchFamily="18" charset="0"/>
              </a:rPr>
              <a:t>provided the training examples are linearly separable </a:t>
            </a:r>
            <a:r>
              <a:rPr lang="en-US" b="0" i="0" u="none" strike="noStrike" baseline="0" dirty="0">
                <a:latin typeface="Times New Roman" panose="02020603050405020304" pitchFamily="18" charset="0"/>
                <a:cs typeface="Times New Roman" panose="02020603050405020304" pitchFamily="18" charset="0"/>
              </a:rPr>
              <a:t>and provided a sufficiently small </a:t>
            </a:r>
            <a:r>
              <a:rPr lang="el-GR" b="0" i="0" dirty="0">
                <a:effectLst/>
                <a:latin typeface="Times New Roman" panose="02020603050405020304" pitchFamily="18" charset="0"/>
                <a:cs typeface="Times New Roman" panose="02020603050405020304" pitchFamily="18" charset="0"/>
              </a:rPr>
              <a:t>η</a:t>
            </a:r>
            <a:r>
              <a:rPr lang="en-US" b="0" i="0" u="none" strike="noStrike" baseline="0" dirty="0">
                <a:latin typeface="Times New Roman" panose="02020603050405020304" pitchFamily="18" charset="0"/>
                <a:cs typeface="Times New Roman" panose="02020603050405020304" pitchFamily="18" charset="0"/>
              </a:rPr>
              <a:t> is used </a:t>
            </a:r>
          </a:p>
          <a:p>
            <a:pPr algn="l"/>
            <a:r>
              <a:rPr lang="en-US" b="0" i="0" u="none" strike="noStrike" baseline="0" dirty="0">
                <a:latin typeface="Times New Roman" panose="02020603050405020304" pitchFamily="18" charset="0"/>
                <a:cs typeface="Times New Roman" panose="02020603050405020304" pitchFamily="18" charset="0"/>
              </a:rPr>
              <a:t>If the data are not linearly separable, convergence is not assured.</a:t>
            </a:r>
          </a:p>
          <a:p>
            <a:pPr algn="l"/>
            <a:r>
              <a:rPr lang="en-US" dirty="0">
                <a:latin typeface="Times New Roman" panose="02020603050405020304" pitchFamily="18" charset="0"/>
                <a:cs typeface="Times New Roman" panose="02020603050405020304" pitchFamily="18" charset="0"/>
              </a:rPr>
              <a:t>Then what?</a:t>
            </a:r>
            <a:endParaRPr lang="en-US" b="0" i="0" u="none" strike="noStrike" baseline="0"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216506210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321242-8F17-26BA-967B-22A971939080}"/>
              </a:ext>
            </a:extLst>
          </p:cNvPr>
          <p:cNvSpPr>
            <a:spLocks noGrp="1"/>
          </p:cNvSpPr>
          <p:nvPr>
            <p:ph type="title"/>
          </p:nvPr>
        </p:nvSpPr>
        <p:spPr>
          <a:xfrm>
            <a:off x="0" y="88032"/>
            <a:ext cx="11353800" cy="746158"/>
          </a:xfrm>
        </p:spPr>
        <p:txBody>
          <a:bodyPr>
            <a:normAutofit/>
          </a:bodyPr>
          <a:lstStyle/>
          <a:p>
            <a:r>
              <a:rPr lang="en-US" b="1" dirty="0">
                <a:latin typeface="Times New Roman" panose="02020603050405020304" pitchFamily="18" charset="0"/>
              </a:rPr>
              <a:t>The Delta Rule – gradient descent</a:t>
            </a:r>
            <a:endParaRPr lang="en-IN" dirty="0"/>
          </a:p>
        </p:txBody>
      </p:sp>
      <p:sp>
        <p:nvSpPr>
          <p:cNvPr id="3" name="Content Placeholder 2">
            <a:extLst>
              <a:ext uri="{FF2B5EF4-FFF2-40B4-BE49-F238E27FC236}">
                <a16:creationId xmlns:a16="http://schemas.microsoft.com/office/drawing/2014/main" id="{E28169EB-B0FE-093E-18DD-A01F7E5A7ED6}"/>
              </a:ext>
            </a:extLst>
          </p:cNvPr>
          <p:cNvSpPr>
            <a:spLocks noGrp="1"/>
          </p:cNvSpPr>
          <p:nvPr>
            <p:ph idx="1"/>
          </p:nvPr>
        </p:nvSpPr>
        <p:spPr>
          <a:xfrm>
            <a:off x="152399" y="1074821"/>
            <a:ext cx="11873345" cy="5102142"/>
          </a:xfrm>
        </p:spPr>
        <p:txBody>
          <a:bodyPr>
            <a:noAutofit/>
          </a:bodyPr>
          <a:lstStyle/>
          <a:p>
            <a:pPr algn="l"/>
            <a:r>
              <a:rPr lang="en-US" dirty="0">
                <a:latin typeface="Times New Roman" panose="02020603050405020304" pitchFamily="18" charset="0"/>
              </a:rPr>
              <a:t>A</a:t>
            </a:r>
            <a:r>
              <a:rPr lang="en-US" b="1" i="0" u="none" strike="noStrike" baseline="0" dirty="0">
                <a:latin typeface="Times New Roman" panose="02020603050405020304" pitchFamily="18" charset="0"/>
              </a:rPr>
              <a:t> </a:t>
            </a:r>
            <a:r>
              <a:rPr lang="en-US" b="0" i="0" u="none" strike="noStrike" baseline="0" dirty="0">
                <a:latin typeface="Times New Roman" panose="02020603050405020304" pitchFamily="18" charset="0"/>
              </a:rPr>
              <a:t>second training rule, called the </a:t>
            </a:r>
            <a:r>
              <a:rPr lang="en-US" b="1" i="1" u="none" strike="noStrike" baseline="0" dirty="0">
                <a:latin typeface="Times New Roman" panose="02020603050405020304" pitchFamily="18" charset="0"/>
              </a:rPr>
              <a:t>delta rule, </a:t>
            </a:r>
            <a:r>
              <a:rPr lang="en-US" b="0" i="0" u="none" strike="noStrike" baseline="0" dirty="0">
                <a:latin typeface="Times New Roman" panose="02020603050405020304" pitchFamily="18" charset="0"/>
              </a:rPr>
              <a:t>is designed to overcome this difficulty of converging non linearly separable examples.</a:t>
            </a:r>
          </a:p>
          <a:p>
            <a:pPr algn="l"/>
            <a:r>
              <a:rPr lang="en-US" b="0" i="0" u="none" strike="noStrike" baseline="0" dirty="0">
                <a:latin typeface="Times New Roman" panose="02020603050405020304" pitchFamily="18" charset="0"/>
              </a:rPr>
              <a:t> If the training examples are not linearly separable, the delta rule converges toward a best-fit approximation to the target concept.</a:t>
            </a:r>
          </a:p>
          <a:p>
            <a:pPr algn="l"/>
            <a:r>
              <a:rPr lang="en-US" b="0" i="0" u="none" strike="noStrike" baseline="0" dirty="0">
                <a:latin typeface="Times New Roman" panose="02020603050405020304" pitchFamily="18" charset="0"/>
              </a:rPr>
              <a:t>The key idea behind the delta rule is to use </a:t>
            </a:r>
            <a:r>
              <a:rPr lang="en-US" b="1" i="1" u="none" strike="noStrike" baseline="0" dirty="0">
                <a:latin typeface="Times New Roman" panose="02020603050405020304" pitchFamily="18" charset="0"/>
              </a:rPr>
              <a:t>gradient descent </a:t>
            </a:r>
            <a:r>
              <a:rPr lang="en-US" b="0" i="0" u="none" strike="noStrike" baseline="0" dirty="0">
                <a:latin typeface="Times New Roman" panose="02020603050405020304" pitchFamily="18" charset="0"/>
              </a:rPr>
              <a:t>to search the hypothesis space of possible weight vectors to find the weights that best fit the training examples. </a:t>
            </a:r>
          </a:p>
          <a:p>
            <a:pPr algn="l"/>
            <a:r>
              <a:rPr lang="en-US" b="0" i="0" u="none" strike="noStrike" baseline="0" dirty="0">
                <a:latin typeface="Times New Roman" panose="02020603050405020304" pitchFamily="18" charset="0"/>
              </a:rPr>
              <a:t>This rule is important because gradient descent provides the basis for the BACKPROPAGATION algorithm, which can learn networks with many interconnected units. </a:t>
            </a:r>
          </a:p>
          <a:p>
            <a:pPr algn="l"/>
            <a:r>
              <a:rPr lang="en-US" b="0" i="0" u="none" strike="noStrike" baseline="0" dirty="0">
                <a:latin typeface="Times New Roman" panose="02020603050405020304" pitchFamily="18" charset="0"/>
              </a:rPr>
              <a:t>It is also important because gradient descent is the basis for learning algorithms that must search through hypothesis spaces containing many different types of continuously parameterized hypotheses.</a:t>
            </a:r>
            <a:endParaRPr lang="en-IN" dirty="0"/>
          </a:p>
        </p:txBody>
      </p:sp>
    </p:spTree>
    <p:extLst>
      <p:ext uri="{BB962C8B-B14F-4D97-AF65-F5344CB8AC3E}">
        <p14:creationId xmlns:p14="http://schemas.microsoft.com/office/powerpoint/2010/main" val="2958150365"/>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F4EE7E-32E1-F67A-C048-A43F2B29FE89}"/>
              </a:ext>
            </a:extLst>
          </p:cNvPr>
          <p:cNvSpPr>
            <a:spLocks noGrp="1"/>
          </p:cNvSpPr>
          <p:nvPr>
            <p:ph type="title"/>
          </p:nvPr>
        </p:nvSpPr>
        <p:spPr/>
        <p:txBody>
          <a:bodyPr/>
          <a:lstStyle/>
          <a:p>
            <a:r>
              <a:rPr lang="en-US" dirty="0"/>
              <a:t>Gradient Decent</a:t>
            </a:r>
            <a:endParaRPr lang="en-IN" dirty="0"/>
          </a:p>
        </p:txBody>
      </p:sp>
      <p:pic>
        <p:nvPicPr>
          <p:cNvPr id="5" name="Picture 4">
            <a:extLst>
              <a:ext uri="{FF2B5EF4-FFF2-40B4-BE49-F238E27FC236}">
                <a16:creationId xmlns:a16="http://schemas.microsoft.com/office/drawing/2014/main" id="{9AC98BB0-7B28-A21C-2D8E-2C483B1D30C7}"/>
              </a:ext>
            </a:extLst>
          </p:cNvPr>
          <p:cNvPicPr>
            <a:picLocks noChangeAspect="1"/>
          </p:cNvPicPr>
          <p:nvPr/>
        </p:nvPicPr>
        <p:blipFill>
          <a:blip r:embed="rId2"/>
          <a:stretch>
            <a:fillRect/>
          </a:stretch>
        </p:blipFill>
        <p:spPr>
          <a:xfrm>
            <a:off x="2524375" y="1246909"/>
            <a:ext cx="7935078" cy="5280434"/>
          </a:xfrm>
          <a:prstGeom prst="rect">
            <a:avLst/>
          </a:prstGeom>
        </p:spPr>
      </p:pic>
    </p:spTree>
    <p:extLst>
      <p:ext uri="{BB962C8B-B14F-4D97-AF65-F5344CB8AC3E}">
        <p14:creationId xmlns:p14="http://schemas.microsoft.com/office/powerpoint/2010/main" val="4180974435"/>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31F51C9-5215-CB4D-7A17-3594D35D3B87}"/>
              </a:ext>
            </a:extLst>
          </p:cNvPr>
          <p:cNvSpPr>
            <a:spLocks noGrp="1"/>
          </p:cNvSpPr>
          <p:nvPr>
            <p:ph type="title"/>
          </p:nvPr>
        </p:nvSpPr>
        <p:spPr/>
        <p:txBody>
          <a:bodyPr/>
          <a:lstStyle/>
          <a:p>
            <a:r>
              <a:rPr lang="en-US" dirty="0"/>
              <a:t>Gradient Descent</a:t>
            </a:r>
            <a:endParaRPr lang="en-IN" dirty="0"/>
          </a:p>
        </p:txBody>
      </p:sp>
      <p:pic>
        <p:nvPicPr>
          <p:cNvPr id="5" name="Picture 4">
            <a:extLst>
              <a:ext uri="{FF2B5EF4-FFF2-40B4-BE49-F238E27FC236}">
                <a16:creationId xmlns:a16="http://schemas.microsoft.com/office/drawing/2014/main" id="{8DB4634B-E8C0-13BE-659B-5CAD0A918B54}"/>
              </a:ext>
            </a:extLst>
          </p:cNvPr>
          <p:cNvPicPr>
            <a:picLocks noChangeAspect="1"/>
          </p:cNvPicPr>
          <p:nvPr/>
        </p:nvPicPr>
        <p:blipFill>
          <a:blip r:embed="rId2"/>
          <a:stretch>
            <a:fillRect/>
          </a:stretch>
        </p:blipFill>
        <p:spPr>
          <a:xfrm>
            <a:off x="2505075" y="2383466"/>
            <a:ext cx="7181850" cy="4457700"/>
          </a:xfrm>
          <a:prstGeom prst="rect">
            <a:avLst/>
          </a:prstGeom>
        </p:spPr>
      </p:pic>
      <p:sp>
        <p:nvSpPr>
          <p:cNvPr id="7" name="TextBox 6">
            <a:extLst>
              <a:ext uri="{FF2B5EF4-FFF2-40B4-BE49-F238E27FC236}">
                <a16:creationId xmlns:a16="http://schemas.microsoft.com/office/drawing/2014/main" id="{87884F88-1D63-C109-012C-881C21D472BB}"/>
              </a:ext>
            </a:extLst>
          </p:cNvPr>
          <p:cNvSpPr txBox="1"/>
          <p:nvPr/>
        </p:nvSpPr>
        <p:spPr>
          <a:xfrm>
            <a:off x="320841" y="1078378"/>
            <a:ext cx="11598442" cy="1384995"/>
          </a:xfrm>
          <a:prstGeom prst="rect">
            <a:avLst/>
          </a:prstGeom>
          <a:noFill/>
        </p:spPr>
        <p:txBody>
          <a:bodyPr wrap="square">
            <a:spAutoFit/>
          </a:bodyPr>
          <a:lstStyle/>
          <a:p>
            <a:r>
              <a:rPr lang="en-US" sz="2800" b="1" i="0" dirty="0">
                <a:solidFill>
                  <a:srgbClr val="383838"/>
                </a:solidFill>
                <a:effectLst/>
                <a:latin typeface="Times New Roman" panose="02020603050405020304" pitchFamily="18" charset="0"/>
                <a:cs typeface="Times New Roman" panose="02020603050405020304" pitchFamily="18" charset="0"/>
              </a:rPr>
              <a:t>Cost Function</a:t>
            </a:r>
            <a:r>
              <a:rPr lang="en-US" sz="2800" b="0" i="0" dirty="0">
                <a:solidFill>
                  <a:srgbClr val="383838"/>
                </a:solidFill>
                <a:effectLst/>
                <a:latin typeface="Times New Roman" panose="02020603050405020304" pitchFamily="18" charset="0"/>
                <a:cs typeface="Times New Roman" panose="02020603050405020304" pitchFamily="18" charset="0"/>
              </a:rPr>
              <a:t> quantifies the error between predicted values and expected values and presents it in the form of a single real number and in every iteration the cost has to be minimized</a:t>
            </a:r>
            <a:endParaRPr lang="en-IN" sz="28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8735884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0C4CB3C9-EE52-7203-3145-CFD2773BD124}"/>
              </a:ext>
            </a:extLst>
          </p:cNvPr>
          <p:cNvSpPr/>
          <p:nvPr/>
        </p:nvSpPr>
        <p:spPr>
          <a:xfrm>
            <a:off x="2191407" y="4966141"/>
            <a:ext cx="8970579" cy="1686906"/>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
        <p:nvSpPr>
          <p:cNvPr id="3" name="Content Placeholder 2">
            <a:extLst>
              <a:ext uri="{FF2B5EF4-FFF2-40B4-BE49-F238E27FC236}">
                <a16:creationId xmlns:a16="http://schemas.microsoft.com/office/drawing/2014/main" id="{D825645F-C970-07F9-904F-FA98680D6334}"/>
              </a:ext>
            </a:extLst>
          </p:cNvPr>
          <p:cNvSpPr>
            <a:spLocks noGrp="1"/>
          </p:cNvSpPr>
          <p:nvPr>
            <p:ph idx="1"/>
          </p:nvPr>
        </p:nvSpPr>
        <p:spPr>
          <a:xfrm>
            <a:off x="152399" y="204954"/>
            <a:ext cx="11873345" cy="5972010"/>
          </a:xfrm>
        </p:spPr>
        <p:txBody>
          <a:bodyPr>
            <a:normAutofit/>
          </a:bodyPr>
          <a:lstStyle/>
          <a:p>
            <a:pPr algn="l"/>
            <a:r>
              <a:rPr lang="en-US" b="0" i="0" u="none" strike="noStrike" baseline="0" dirty="0">
                <a:latin typeface="Times New Roman" panose="02020603050405020304" pitchFamily="18" charset="0"/>
              </a:rPr>
              <a:t>Consider the task of training an </a:t>
            </a:r>
            <a:r>
              <a:rPr lang="en-US" b="1" i="1" u="none" strike="noStrike" baseline="0" dirty="0" err="1">
                <a:latin typeface="Times New Roman" panose="02020603050405020304" pitchFamily="18" charset="0"/>
              </a:rPr>
              <a:t>unthresholded</a:t>
            </a:r>
            <a:r>
              <a:rPr lang="en-US" b="1" i="1" u="none" strike="noStrike" baseline="0" dirty="0">
                <a:latin typeface="Times New Roman" panose="02020603050405020304" pitchFamily="18" charset="0"/>
              </a:rPr>
              <a:t> </a:t>
            </a:r>
            <a:r>
              <a:rPr lang="en-US" b="0" i="0" u="none" strike="noStrike" baseline="0" dirty="0">
                <a:latin typeface="Times New Roman" panose="02020603050405020304" pitchFamily="18" charset="0"/>
              </a:rPr>
              <a:t>perceptron; that is, a </a:t>
            </a:r>
            <a:r>
              <a:rPr lang="en-US" b="1" i="1" u="none" strike="noStrike" baseline="0" dirty="0">
                <a:latin typeface="Times New Roman" panose="02020603050405020304" pitchFamily="18" charset="0"/>
              </a:rPr>
              <a:t>linear unit </a:t>
            </a:r>
            <a:r>
              <a:rPr lang="en-US" b="0" i="0" u="none" strike="noStrike" baseline="0" dirty="0">
                <a:latin typeface="Times New Roman" panose="02020603050405020304" pitchFamily="18" charset="0"/>
              </a:rPr>
              <a:t>for which the output </a:t>
            </a:r>
            <a:r>
              <a:rPr lang="en-US" b="1" i="1" u="none" strike="noStrike" baseline="0" dirty="0">
                <a:latin typeface="Times New Roman" panose="02020603050405020304" pitchFamily="18" charset="0"/>
              </a:rPr>
              <a:t>o </a:t>
            </a:r>
            <a:r>
              <a:rPr lang="en-US" b="0" i="0" u="none" strike="noStrike" baseline="0" dirty="0">
                <a:latin typeface="Times New Roman" panose="02020603050405020304" pitchFamily="18" charset="0"/>
              </a:rPr>
              <a:t>is given by </a:t>
            </a:r>
          </a:p>
          <a:p>
            <a:pPr marL="0" indent="0" algn="l">
              <a:buNone/>
            </a:pPr>
            <a:r>
              <a:rPr lang="en-US" b="1" i="1" u="none" strike="noStrike" baseline="0" dirty="0">
                <a:latin typeface="Times New Roman" panose="02020603050405020304" pitchFamily="18" charset="0"/>
              </a:rPr>
              <a:t>                  o = w</a:t>
            </a:r>
            <a:r>
              <a:rPr lang="en-US" b="1" i="1" u="none" strike="noStrike" baseline="-25000" dirty="0">
                <a:latin typeface="Times New Roman" panose="02020603050405020304" pitchFamily="18" charset="0"/>
              </a:rPr>
              <a:t>0</a:t>
            </a:r>
            <a:r>
              <a:rPr lang="en-US" b="1" i="1" u="none" strike="noStrike" baseline="0" dirty="0">
                <a:latin typeface="Times New Roman" panose="02020603050405020304" pitchFamily="18" charset="0"/>
              </a:rPr>
              <a:t> + w</a:t>
            </a:r>
            <a:r>
              <a:rPr lang="en-US" b="1" i="1" u="none" strike="noStrike" baseline="-25000" dirty="0">
                <a:latin typeface="Times New Roman" panose="02020603050405020304" pitchFamily="18" charset="0"/>
              </a:rPr>
              <a:t>1</a:t>
            </a:r>
            <a:r>
              <a:rPr lang="en-US" b="1" i="1" u="none" strike="noStrike" baseline="0" dirty="0">
                <a:latin typeface="Times New Roman" panose="02020603050405020304" pitchFamily="18" charset="0"/>
              </a:rPr>
              <a:t>x</a:t>
            </a:r>
            <a:r>
              <a:rPr lang="en-US" b="1" i="1" u="none" strike="noStrike" baseline="-25000" dirty="0">
                <a:latin typeface="Times New Roman" panose="02020603050405020304" pitchFamily="18" charset="0"/>
              </a:rPr>
              <a:t>1</a:t>
            </a:r>
            <a:r>
              <a:rPr lang="en-US" b="1" i="1" u="none" strike="noStrike" baseline="0" dirty="0">
                <a:latin typeface="Times New Roman" panose="02020603050405020304" pitchFamily="18" charset="0"/>
              </a:rPr>
              <a:t> + w</a:t>
            </a:r>
            <a:r>
              <a:rPr lang="en-US" b="1" i="1" u="none" strike="noStrike" baseline="-25000" dirty="0">
                <a:latin typeface="Times New Roman" panose="02020603050405020304" pitchFamily="18" charset="0"/>
              </a:rPr>
              <a:t>2</a:t>
            </a:r>
            <a:r>
              <a:rPr lang="en-US" b="1" i="1" u="none" strike="noStrike" baseline="0" dirty="0">
                <a:latin typeface="Times New Roman" panose="02020603050405020304" pitchFamily="18" charset="0"/>
              </a:rPr>
              <a:t>x</a:t>
            </a:r>
            <a:r>
              <a:rPr lang="en-US" b="1" i="1" u="none" strike="noStrike" baseline="-25000" dirty="0">
                <a:latin typeface="Times New Roman" panose="02020603050405020304" pitchFamily="18" charset="0"/>
              </a:rPr>
              <a:t>2</a:t>
            </a:r>
            <a:r>
              <a:rPr lang="en-US" b="1" i="1" u="none" strike="noStrike" baseline="0" dirty="0">
                <a:latin typeface="Times New Roman" panose="02020603050405020304" pitchFamily="18" charset="0"/>
              </a:rPr>
              <a:t> + … + </a:t>
            </a:r>
            <a:r>
              <a:rPr lang="en-US" b="1" i="1" u="none" strike="noStrike" baseline="0" dirty="0" err="1">
                <a:latin typeface="Times New Roman" panose="02020603050405020304" pitchFamily="18" charset="0"/>
              </a:rPr>
              <a:t>w</a:t>
            </a:r>
            <a:r>
              <a:rPr lang="en-US" b="1" i="1" u="none" strike="noStrike" baseline="-25000" dirty="0" err="1">
                <a:latin typeface="Times New Roman" panose="02020603050405020304" pitchFamily="18" charset="0"/>
              </a:rPr>
              <a:t>n</a:t>
            </a:r>
            <a:r>
              <a:rPr lang="en-US" b="1" i="1" u="none" strike="noStrike" baseline="0" dirty="0" err="1">
                <a:latin typeface="Times New Roman" panose="02020603050405020304" pitchFamily="18" charset="0"/>
              </a:rPr>
              <a:t>x</a:t>
            </a:r>
            <a:r>
              <a:rPr lang="en-US" b="1" i="1" u="none" strike="noStrike" baseline="-25000" dirty="0" err="1">
                <a:latin typeface="Times New Roman" panose="02020603050405020304" pitchFamily="18" charset="0"/>
              </a:rPr>
              <a:t>n</a:t>
            </a:r>
            <a:r>
              <a:rPr lang="en-US" b="1" i="1" dirty="0">
                <a:latin typeface="Times New Roman" panose="02020603050405020304" pitchFamily="18" charset="0"/>
              </a:rPr>
              <a:t>   </a:t>
            </a:r>
            <a:r>
              <a:rPr lang="en-US" b="1" i="1" dirty="0">
                <a:latin typeface="Times New Roman" panose="02020603050405020304" pitchFamily="18" charset="0"/>
                <a:sym typeface="Wingdings" panose="05000000000000000000" pitchFamily="2" charset="2"/>
              </a:rPr>
              <a:t></a:t>
            </a:r>
            <a:endParaRPr lang="en-US" b="1" i="1" u="none" strike="noStrike" baseline="-25000" dirty="0">
              <a:latin typeface="Times New Roman" panose="02020603050405020304" pitchFamily="18" charset="0"/>
            </a:endParaRPr>
          </a:p>
          <a:p>
            <a:pPr algn="l"/>
            <a:r>
              <a:rPr lang="en-US" dirty="0">
                <a:latin typeface="Times New Roman" panose="02020603050405020304" pitchFamily="18" charset="0"/>
              </a:rPr>
              <a:t>There’s an error function to learn </a:t>
            </a:r>
            <a:r>
              <a:rPr lang="en-US" dirty="0" err="1">
                <a:latin typeface="Times New Roman" panose="02020603050405020304" pitchFamily="18" charset="0"/>
              </a:rPr>
              <a:t>w</a:t>
            </a:r>
            <a:r>
              <a:rPr lang="en-US" baseline="-25000" dirty="0" err="1">
                <a:latin typeface="Times New Roman" panose="02020603050405020304" pitchFamily="18" charset="0"/>
              </a:rPr>
              <a:t>i</a:t>
            </a:r>
            <a:r>
              <a:rPr lang="en-US" baseline="-25000" dirty="0">
                <a:latin typeface="Times New Roman" panose="02020603050405020304" pitchFamily="18" charset="0"/>
              </a:rPr>
              <a:t> </a:t>
            </a:r>
            <a:r>
              <a:rPr lang="en-US" dirty="0">
                <a:latin typeface="Times New Roman" panose="02020603050405020304" pitchFamily="18" charset="0"/>
              </a:rPr>
              <a:t> given as </a:t>
            </a:r>
          </a:p>
          <a:p>
            <a:pPr algn="l"/>
            <a:endParaRPr lang="en-US" baseline="-25000" dirty="0">
              <a:latin typeface="Times New Roman" panose="02020603050405020304" pitchFamily="18" charset="0"/>
            </a:endParaRPr>
          </a:p>
          <a:p>
            <a:pPr algn="l"/>
            <a:endParaRPr lang="en-US" baseline="-25000" dirty="0">
              <a:latin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where </a:t>
            </a:r>
            <a:r>
              <a:rPr lang="en-US" b="0" i="1" u="none" strike="noStrike" baseline="0" dirty="0">
                <a:latin typeface="Times New Roman" panose="02020603050405020304" pitchFamily="18" charset="0"/>
                <a:cs typeface="Times New Roman" panose="02020603050405020304" pitchFamily="18" charset="0"/>
              </a:rPr>
              <a:t>D</a:t>
            </a:r>
            <a:r>
              <a:rPr lang="en-US" b="0" i="0" u="none" strike="noStrike" baseline="0" dirty="0">
                <a:latin typeface="Times New Roman" panose="02020603050405020304" pitchFamily="18" charset="0"/>
                <a:cs typeface="Times New Roman" panose="02020603050405020304" pitchFamily="18" charset="0"/>
              </a:rPr>
              <a:t> is the set of training examples, </a:t>
            </a:r>
            <a:r>
              <a:rPr lang="en-US" b="1" i="1" u="none" strike="noStrike" baseline="0" dirty="0">
                <a:latin typeface="Times New Roman" panose="02020603050405020304" pitchFamily="18" charset="0"/>
                <a:cs typeface="Times New Roman" panose="02020603050405020304" pitchFamily="18" charset="0"/>
              </a:rPr>
              <a:t>t</a:t>
            </a:r>
            <a:r>
              <a:rPr lang="en-US" b="1" i="1" u="none" strike="noStrike" baseline="-25000" dirty="0">
                <a:latin typeface="Times New Roman" panose="02020603050405020304" pitchFamily="18" charset="0"/>
                <a:cs typeface="Times New Roman" panose="02020603050405020304" pitchFamily="18" charset="0"/>
              </a:rPr>
              <a:t>d</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is the true value of one of the training data </a:t>
            </a:r>
            <a:r>
              <a:rPr lang="en-US" b="0" i="1" u="none" strike="noStrike" baseline="0" dirty="0">
                <a:latin typeface="Times New Roman" panose="02020603050405020304" pitchFamily="18" charset="0"/>
                <a:cs typeface="Times New Roman" panose="02020603050405020304" pitchFamily="18" charset="0"/>
              </a:rPr>
              <a:t>d, </a:t>
            </a:r>
            <a:r>
              <a:rPr lang="en-US" b="0" i="0" u="none" strike="noStrike" baseline="0" dirty="0">
                <a:latin typeface="Times New Roman" panose="02020603050405020304" pitchFamily="18" charset="0"/>
                <a:cs typeface="Times New Roman" panose="02020603050405020304" pitchFamily="18" charset="0"/>
              </a:rPr>
              <a:t>and </a:t>
            </a:r>
            <a:r>
              <a:rPr lang="en-US" b="1" i="1" u="none" strike="noStrike" baseline="0" dirty="0">
                <a:latin typeface="Times New Roman" panose="02020603050405020304" pitchFamily="18" charset="0"/>
                <a:cs typeface="Times New Roman" panose="02020603050405020304" pitchFamily="18" charset="0"/>
              </a:rPr>
              <a:t>o</a:t>
            </a:r>
            <a:r>
              <a:rPr lang="en-US" b="1" i="1" u="none" strike="noStrike" baseline="-25000" dirty="0">
                <a:latin typeface="Times New Roman" panose="02020603050405020304" pitchFamily="18" charset="0"/>
                <a:cs typeface="Times New Roman" panose="02020603050405020304" pitchFamily="18" charset="0"/>
              </a:rPr>
              <a:t>d</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is the output of the linear unit ( perceptron) for training data </a:t>
            </a:r>
            <a:r>
              <a:rPr lang="en-US" b="0" i="1" u="none" strike="noStrike" baseline="0" dirty="0">
                <a:latin typeface="Times New Roman" panose="02020603050405020304" pitchFamily="18" charset="0"/>
                <a:cs typeface="Times New Roman" panose="02020603050405020304" pitchFamily="18" charset="0"/>
              </a:rPr>
              <a:t>d</a:t>
            </a:r>
            <a:r>
              <a:rPr lang="en-US" b="0" i="0" u="none" strike="noStrike" baseline="0" dirty="0">
                <a:latin typeface="Times New Roman" panose="02020603050405020304" pitchFamily="18" charset="0"/>
                <a:cs typeface="Times New Roman" panose="02020603050405020304" pitchFamily="18" charset="0"/>
              </a:rPr>
              <a:t>.</a:t>
            </a:r>
          </a:p>
          <a:p>
            <a:pPr algn="l"/>
            <a:r>
              <a:rPr lang="en-IN" b="0" i="0" u="none" strike="noStrike" baseline="0" dirty="0">
                <a:latin typeface="Times New Roman" panose="02020603050405020304" pitchFamily="18" charset="0"/>
              </a:rPr>
              <a:t>By this definition, </a:t>
            </a:r>
            <a:r>
              <a:rPr lang="en-US" b="1" i="1" u="none" strike="noStrike" baseline="0" dirty="0">
                <a:latin typeface="Times New Roman" panose="02020603050405020304" pitchFamily="18" charset="0"/>
              </a:rPr>
              <a:t>E(w) </a:t>
            </a:r>
            <a:r>
              <a:rPr lang="en-US" b="0" i="0" u="none" strike="noStrike" baseline="0" dirty="0">
                <a:latin typeface="Times New Roman" panose="02020603050405020304" pitchFamily="18" charset="0"/>
              </a:rPr>
              <a:t>is half the squared difference between the target output </a:t>
            </a:r>
            <a:r>
              <a:rPr lang="en-US" b="1" i="1" u="none" strike="noStrike" baseline="0" dirty="0">
                <a:latin typeface="Times New Roman" panose="02020603050405020304" pitchFamily="18" charset="0"/>
              </a:rPr>
              <a:t>t</a:t>
            </a:r>
            <a:r>
              <a:rPr lang="en-US" b="1" i="1" u="none" strike="noStrike" baseline="-25000" dirty="0">
                <a:latin typeface="Times New Roman" panose="02020603050405020304" pitchFamily="18" charset="0"/>
              </a:rPr>
              <a:t>d</a:t>
            </a:r>
            <a:r>
              <a:rPr lang="en-US" b="1" i="1" u="none" strike="noStrike" baseline="0" dirty="0">
                <a:latin typeface="Times New Roman" panose="02020603050405020304" pitchFamily="18" charset="0"/>
              </a:rPr>
              <a:t> </a:t>
            </a:r>
            <a:r>
              <a:rPr lang="en-US" b="0" i="0" u="none" strike="noStrike" baseline="0" dirty="0">
                <a:latin typeface="Times New Roman" panose="02020603050405020304" pitchFamily="18" charset="0"/>
              </a:rPr>
              <a:t>and the linear unit output </a:t>
            </a:r>
            <a:r>
              <a:rPr lang="en-US" b="1" i="1" u="none" strike="noStrike" baseline="0" dirty="0">
                <a:latin typeface="Times New Roman" panose="02020603050405020304" pitchFamily="18" charset="0"/>
              </a:rPr>
              <a:t>o</a:t>
            </a:r>
            <a:r>
              <a:rPr lang="en-US" b="1" i="1" u="none" strike="noStrike" baseline="-25000" dirty="0">
                <a:latin typeface="Times New Roman" panose="02020603050405020304" pitchFamily="18" charset="0"/>
              </a:rPr>
              <a:t>d </a:t>
            </a:r>
            <a:r>
              <a:rPr lang="en-US" b="1" i="1" u="none" strike="noStrike" baseline="0" dirty="0">
                <a:latin typeface="Times New Roman" panose="02020603050405020304" pitchFamily="18" charset="0"/>
              </a:rPr>
              <a:t>, </a:t>
            </a:r>
            <a:r>
              <a:rPr lang="en-US" b="0" i="0" u="none" strike="noStrike" baseline="0" dirty="0">
                <a:latin typeface="Times New Roman" panose="02020603050405020304" pitchFamily="18" charset="0"/>
              </a:rPr>
              <a:t>summed over all training examples d in D</a:t>
            </a:r>
            <a:endParaRPr lang="en-US" b="0" i="0" u="none" strike="noStrike" baseline="0" dirty="0">
              <a:latin typeface="Times New Roman" panose="02020603050405020304" pitchFamily="18" charset="0"/>
              <a:cs typeface="Times New Roman" panose="02020603050405020304" pitchFamily="18" charset="0"/>
            </a:endParaRPr>
          </a:p>
          <a:p>
            <a:pPr marL="0" indent="0" algn="l">
              <a:buNone/>
            </a:pPr>
            <a:r>
              <a:rPr lang="en-US" dirty="0">
                <a:solidFill>
                  <a:srgbClr val="FF0000"/>
                </a:solidFill>
                <a:latin typeface="Times New Roman" panose="02020603050405020304" pitchFamily="18" charset="0"/>
                <a:cs typeface="Times New Roman" panose="02020603050405020304" pitchFamily="18" charset="0"/>
              </a:rPr>
              <a:t>                         </a:t>
            </a:r>
          </a:p>
          <a:p>
            <a:pPr marL="0" indent="0" algn="l">
              <a:buNone/>
            </a:pPr>
            <a:r>
              <a:rPr lang="en-US" dirty="0">
                <a:solidFill>
                  <a:srgbClr val="FF0000"/>
                </a:solidFill>
                <a:latin typeface="Times New Roman" panose="02020603050405020304" pitchFamily="18" charset="0"/>
                <a:cs typeface="Times New Roman" panose="02020603050405020304" pitchFamily="18" charset="0"/>
              </a:rPr>
              <a:t>			</a:t>
            </a:r>
            <a:r>
              <a:rPr lang="en-US" sz="2000" dirty="0">
                <a:solidFill>
                  <a:srgbClr val="FF0000"/>
                </a:solidFill>
                <a:latin typeface="Times New Roman" panose="02020603050405020304" pitchFamily="18" charset="0"/>
                <a:cs typeface="Times New Roman" panose="02020603050405020304" pitchFamily="18" charset="0"/>
              </a:rPr>
              <a:t>Note: In perceptron Training rule </a:t>
            </a:r>
            <a:r>
              <a:rPr lang="en-US" sz="2000" i="1" dirty="0">
                <a:solidFill>
                  <a:srgbClr val="FF0000"/>
                </a:solidFill>
                <a:latin typeface="Times New Roman" panose="02020603050405020304" pitchFamily="18" charset="0"/>
                <a:cs typeface="Times New Roman" panose="02020603050405020304" pitchFamily="18" charset="0"/>
              </a:rPr>
              <a:t>o is either 1 or  -1 for binary classification</a:t>
            </a:r>
            <a:endParaRPr lang="en-US" i="1" dirty="0">
              <a:solidFill>
                <a:srgbClr val="FF0000"/>
              </a:solidFill>
              <a:latin typeface="Times New Roman" panose="02020603050405020304" pitchFamily="18" charset="0"/>
              <a:cs typeface="Times New Roman" panose="02020603050405020304" pitchFamily="18" charset="0"/>
            </a:endParaRPr>
          </a:p>
          <a:p>
            <a:pPr algn="l"/>
            <a:endParaRPr lang="en-US" baseline="-25000" dirty="0">
              <a:latin typeface="Times New Roman" panose="02020603050405020304" pitchFamily="18" charset="0"/>
            </a:endParaRPr>
          </a:p>
          <a:p>
            <a:pPr algn="l"/>
            <a:endParaRPr lang="en-IN" dirty="0"/>
          </a:p>
        </p:txBody>
      </p:sp>
      <p:pic>
        <p:nvPicPr>
          <p:cNvPr id="5" name="Picture 4">
            <a:extLst>
              <a:ext uri="{FF2B5EF4-FFF2-40B4-BE49-F238E27FC236}">
                <a16:creationId xmlns:a16="http://schemas.microsoft.com/office/drawing/2014/main" id="{DD794E53-58B7-9806-CF58-FA54CCA78F39}"/>
              </a:ext>
            </a:extLst>
          </p:cNvPr>
          <p:cNvPicPr>
            <a:picLocks noChangeAspect="1"/>
          </p:cNvPicPr>
          <p:nvPr/>
        </p:nvPicPr>
        <p:blipFill>
          <a:blip r:embed="rId3"/>
          <a:stretch>
            <a:fillRect/>
          </a:stretch>
        </p:blipFill>
        <p:spPr>
          <a:xfrm>
            <a:off x="7556940" y="1053573"/>
            <a:ext cx="2414755" cy="517447"/>
          </a:xfrm>
          <a:prstGeom prst="rect">
            <a:avLst/>
          </a:prstGeom>
        </p:spPr>
      </p:pic>
      <p:pic>
        <p:nvPicPr>
          <p:cNvPr id="7" name="Picture 6">
            <a:extLst>
              <a:ext uri="{FF2B5EF4-FFF2-40B4-BE49-F238E27FC236}">
                <a16:creationId xmlns:a16="http://schemas.microsoft.com/office/drawing/2014/main" id="{F8B9CB93-8C8E-0820-9E6C-F60F805339C9}"/>
              </a:ext>
            </a:extLst>
          </p:cNvPr>
          <p:cNvPicPr>
            <a:picLocks noChangeAspect="1"/>
          </p:cNvPicPr>
          <p:nvPr/>
        </p:nvPicPr>
        <p:blipFill>
          <a:blip r:embed="rId4"/>
          <a:stretch>
            <a:fillRect/>
          </a:stretch>
        </p:blipFill>
        <p:spPr>
          <a:xfrm>
            <a:off x="4183007" y="2017903"/>
            <a:ext cx="3563717" cy="1005478"/>
          </a:xfrm>
          <a:prstGeom prst="rect">
            <a:avLst/>
          </a:prstGeom>
        </p:spPr>
      </p:pic>
      <p:pic>
        <p:nvPicPr>
          <p:cNvPr id="8" name="Picture 7">
            <a:extLst>
              <a:ext uri="{FF2B5EF4-FFF2-40B4-BE49-F238E27FC236}">
                <a16:creationId xmlns:a16="http://schemas.microsoft.com/office/drawing/2014/main" id="{7DE5B752-6491-9196-0A13-3EED0167050C}"/>
              </a:ext>
            </a:extLst>
          </p:cNvPr>
          <p:cNvPicPr>
            <a:picLocks noChangeAspect="1"/>
          </p:cNvPicPr>
          <p:nvPr/>
        </p:nvPicPr>
        <p:blipFill>
          <a:blip r:embed="rId5"/>
          <a:stretch>
            <a:fillRect/>
          </a:stretch>
        </p:blipFill>
        <p:spPr>
          <a:xfrm>
            <a:off x="3247695" y="5786427"/>
            <a:ext cx="6906327" cy="781073"/>
          </a:xfrm>
          <a:prstGeom prst="rect">
            <a:avLst/>
          </a:prstGeom>
        </p:spPr>
      </p:pic>
      <p:cxnSp>
        <p:nvCxnSpPr>
          <p:cNvPr id="11" name="Straight Arrow Connector 10">
            <a:extLst>
              <a:ext uri="{FF2B5EF4-FFF2-40B4-BE49-F238E27FC236}">
                <a16:creationId xmlns:a16="http://schemas.microsoft.com/office/drawing/2014/main" id="{E6F15AFA-3E13-CB06-E93A-7F88A6FA56D7}"/>
              </a:ext>
            </a:extLst>
          </p:cNvPr>
          <p:cNvCxnSpPr>
            <a:cxnSpLocks/>
          </p:cNvCxnSpPr>
          <p:nvPr/>
        </p:nvCxnSpPr>
        <p:spPr>
          <a:xfrm flipH="1" flipV="1">
            <a:off x="1984578" y="1274386"/>
            <a:ext cx="5046843" cy="1072055"/>
          </a:xfrm>
          <a:prstGeom prst="straightConnector1">
            <a:avLst/>
          </a:prstGeom>
          <a:ln w="19050" cap="flat" cmpd="sng" algn="ctr">
            <a:solidFill>
              <a:srgbClr val="00B050"/>
            </a:solidFill>
            <a:prstDash val="solid"/>
            <a:round/>
            <a:headEnd type="none" w="med" len="med"/>
            <a:tailEnd type="arrow" w="med" len="med"/>
          </a:ln>
        </p:spPr>
        <p:style>
          <a:lnRef idx="0">
            <a:scrgbClr r="0" g="0" b="0"/>
          </a:lnRef>
          <a:fillRef idx="0">
            <a:scrgbClr r="0" g="0" b="0"/>
          </a:fillRef>
          <a:effectRef idx="0">
            <a:scrgbClr r="0" g="0" b="0"/>
          </a:effectRef>
          <a:fontRef idx="minor">
            <a:schemeClr val="tx1"/>
          </a:fontRef>
        </p:style>
      </p:cxnSp>
    </p:spTree>
    <p:extLst>
      <p:ext uri="{BB962C8B-B14F-4D97-AF65-F5344CB8AC3E}">
        <p14:creationId xmlns:p14="http://schemas.microsoft.com/office/powerpoint/2010/main" val="725736254"/>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C3B9F89B-61A2-827F-128A-39F8BBD548AC}"/>
              </a:ext>
            </a:extLst>
          </p:cNvPr>
          <p:cNvPicPr>
            <a:picLocks noChangeAspect="1"/>
          </p:cNvPicPr>
          <p:nvPr/>
        </p:nvPicPr>
        <p:blipFill>
          <a:blip r:embed="rId2"/>
          <a:stretch>
            <a:fillRect/>
          </a:stretch>
        </p:blipFill>
        <p:spPr>
          <a:xfrm>
            <a:off x="5348046" y="1745672"/>
            <a:ext cx="6843953" cy="4514415"/>
          </a:xfrm>
          <a:prstGeom prst="rect">
            <a:avLst/>
          </a:prstGeom>
        </p:spPr>
      </p:pic>
      <p:sp>
        <p:nvSpPr>
          <p:cNvPr id="2" name="Title 1">
            <a:extLst>
              <a:ext uri="{FF2B5EF4-FFF2-40B4-BE49-F238E27FC236}">
                <a16:creationId xmlns:a16="http://schemas.microsoft.com/office/drawing/2014/main" id="{26D422FA-D1B8-1D9E-93F6-34E87ECDF5BB}"/>
              </a:ext>
            </a:extLst>
          </p:cNvPr>
          <p:cNvSpPr>
            <a:spLocks noGrp="1"/>
          </p:cNvSpPr>
          <p:nvPr>
            <p:ph type="title"/>
          </p:nvPr>
        </p:nvSpPr>
        <p:spPr>
          <a:xfrm>
            <a:off x="838200" y="88031"/>
            <a:ext cx="10515600" cy="747541"/>
          </a:xfrm>
        </p:spPr>
        <p:txBody>
          <a:bodyPr>
            <a:normAutofit fontScale="90000"/>
          </a:bodyPr>
          <a:lstStyle/>
          <a:p>
            <a:r>
              <a:rPr lang="en-IN" b="1" dirty="0">
                <a:latin typeface="Times New Roman" panose="02020603050405020304" pitchFamily="18" charset="0"/>
              </a:rPr>
              <a:t>VISUALIZING THE HYPOTHESIS SPACE</a:t>
            </a:r>
            <a:endParaRPr lang="en-IN" dirty="0"/>
          </a:p>
        </p:txBody>
      </p:sp>
      <p:sp>
        <p:nvSpPr>
          <p:cNvPr id="3" name="Content Placeholder 2">
            <a:extLst>
              <a:ext uri="{FF2B5EF4-FFF2-40B4-BE49-F238E27FC236}">
                <a16:creationId xmlns:a16="http://schemas.microsoft.com/office/drawing/2014/main" id="{60994CC5-AF32-89FE-E37F-FC8A661514E9}"/>
              </a:ext>
            </a:extLst>
          </p:cNvPr>
          <p:cNvSpPr>
            <a:spLocks noGrp="1"/>
          </p:cNvSpPr>
          <p:nvPr>
            <p:ph idx="1"/>
          </p:nvPr>
        </p:nvSpPr>
        <p:spPr>
          <a:xfrm>
            <a:off x="0" y="835572"/>
            <a:ext cx="5519651" cy="5934397"/>
          </a:xfrm>
        </p:spPr>
        <p:txBody>
          <a:bodyPr>
            <a:noAutofit/>
          </a:bodyPr>
          <a:lstStyle/>
          <a:p>
            <a:pPr algn="l"/>
            <a:r>
              <a:rPr lang="en-US" b="0" i="0" u="none" strike="noStrike" baseline="0" dirty="0">
                <a:latin typeface="Times New Roman" panose="02020603050405020304" pitchFamily="18" charset="0"/>
                <a:cs typeface="Times New Roman" panose="02020603050405020304" pitchFamily="18" charset="0"/>
              </a:rPr>
              <a:t>To understand the gradient descent algorithm, visualize the entire hypothesis space of possible weight vectors and their associated E values, as illustrated in Figure. </a:t>
            </a:r>
          </a:p>
          <a:p>
            <a:pPr algn="l"/>
            <a:r>
              <a:rPr lang="en-US" b="0" i="0" u="none" strike="noStrike" baseline="0" dirty="0">
                <a:latin typeface="Times New Roman" panose="02020603050405020304" pitchFamily="18" charset="0"/>
                <a:cs typeface="Times New Roman" panose="02020603050405020304" pitchFamily="18" charset="0"/>
              </a:rPr>
              <a:t>The axes </a:t>
            </a:r>
            <a:r>
              <a:rPr lang="en-US" b="1" i="1" u="none" strike="noStrike" baseline="0" dirty="0">
                <a:latin typeface="Times New Roman" panose="02020603050405020304" pitchFamily="18" charset="0"/>
                <a:cs typeface="Times New Roman" panose="02020603050405020304" pitchFamily="18" charset="0"/>
              </a:rPr>
              <a:t>w</a:t>
            </a:r>
            <a:r>
              <a:rPr lang="en-US" b="1" i="1" u="none" strike="noStrike" baseline="-25000" dirty="0">
                <a:latin typeface="Times New Roman" panose="02020603050405020304" pitchFamily="18" charset="0"/>
                <a:cs typeface="Times New Roman" panose="02020603050405020304" pitchFamily="18" charset="0"/>
              </a:rPr>
              <a:t>o</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and </a:t>
            </a:r>
            <a:r>
              <a:rPr lang="en-US" b="1" i="1" u="none" strike="noStrike" baseline="0" dirty="0">
                <a:latin typeface="Times New Roman" panose="02020603050405020304" pitchFamily="18" charset="0"/>
                <a:cs typeface="Times New Roman" panose="02020603050405020304" pitchFamily="18" charset="0"/>
              </a:rPr>
              <a:t>w</a:t>
            </a:r>
            <a:r>
              <a:rPr lang="en-US" b="1" i="1" u="none" strike="noStrike" baseline="-25000" dirty="0">
                <a:latin typeface="Times New Roman" panose="02020603050405020304" pitchFamily="18" charset="0"/>
                <a:cs typeface="Times New Roman" panose="02020603050405020304" pitchFamily="18" charset="0"/>
              </a:rPr>
              <a:t>1</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represent possible values for the two weights of a simple linear unit. </a:t>
            </a:r>
          </a:p>
          <a:p>
            <a:pPr algn="l"/>
            <a:r>
              <a:rPr lang="en-US" b="0" i="0" u="none" strike="noStrike" baseline="0" dirty="0">
                <a:latin typeface="Times New Roman" panose="02020603050405020304" pitchFamily="18" charset="0"/>
                <a:cs typeface="Times New Roman" panose="02020603050405020304" pitchFamily="18" charset="0"/>
              </a:rPr>
              <a:t>The </a:t>
            </a:r>
            <a:r>
              <a:rPr lang="en-US" b="1" i="1" u="none" strike="noStrike" baseline="0" dirty="0">
                <a:latin typeface="Times New Roman" panose="02020603050405020304" pitchFamily="18" charset="0"/>
                <a:cs typeface="Times New Roman" panose="02020603050405020304" pitchFamily="18" charset="0"/>
              </a:rPr>
              <a:t>w</a:t>
            </a:r>
            <a:r>
              <a:rPr lang="en-US" b="1" i="1" u="none" strike="noStrike" baseline="-25000" dirty="0">
                <a:latin typeface="Times New Roman" panose="02020603050405020304" pitchFamily="18" charset="0"/>
                <a:cs typeface="Times New Roman" panose="02020603050405020304" pitchFamily="18" charset="0"/>
              </a:rPr>
              <a:t>o</a:t>
            </a:r>
            <a:r>
              <a:rPr lang="en-US" b="1" i="1" u="none" strike="noStrike" baseline="0" dirty="0">
                <a:latin typeface="Times New Roman" panose="02020603050405020304" pitchFamily="18" charset="0"/>
                <a:cs typeface="Times New Roman" panose="02020603050405020304" pitchFamily="18" charset="0"/>
              </a:rPr>
              <a:t>, w</a:t>
            </a:r>
            <a:r>
              <a:rPr lang="en-US" b="1" i="1" u="none" strike="noStrike" baseline="-25000" dirty="0">
                <a:latin typeface="Times New Roman" panose="02020603050405020304" pitchFamily="18" charset="0"/>
                <a:cs typeface="Times New Roman" panose="02020603050405020304" pitchFamily="18" charset="0"/>
              </a:rPr>
              <a:t>1 </a:t>
            </a:r>
            <a:r>
              <a:rPr lang="en-US" b="0" i="0" u="none" strike="noStrike" baseline="0" dirty="0">
                <a:latin typeface="Times New Roman" panose="02020603050405020304" pitchFamily="18" charset="0"/>
                <a:cs typeface="Times New Roman" panose="02020603050405020304" pitchFamily="18" charset="0"/>
              </a:rPr>
              <a:t>plane therefore represents the entire hypothesis space. </a:t>
            </a:r>
          </a:p>
          <a:p>
            <a:pPr algn="l"/>
            <a:r>
              <a:rPr lang="en-US" b="0" i="0" u="none" strike="noStrike" baseline="0" dirty="0">
                <a:latin typeface="Times New Roman" panose="02020603050405020304" pitchFamily="18" charset="0"/>
                <a:cs typeface="Times New Roman" panose="02020603050405020304" pitchFamily="18" charset="0"/>
              </a:rPr>
              <a:t>The vertical axis indicates the error E relative to some fixed set of training examples. </a:t>
            </a:r>
          </a:p>
        </p:txBody>
      </p:sp>
    </p:spTree>
    <p:extLst>
      <p:ext uri="{BB962C8B-B14F-4D97-AF65-F5344CB8AC3E}">
        <p14:creationId xmlns:p14="http://schemas.microsoft.com/office/powerpoint/2010/main" val="51021486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211ADF58-D429-D1D4-5ED2-D2DE8A9B6CB4}"/>
              </a:ext>
            </a:extLst>
          </p:cNvPr>
          <p:cNvSpPr>
            <a:spLocks noGrp="1"/>
          </p:cNvSpPr>
          <p:nvPr>
            <p:ph idx="1"/>
          </p:nvPr>
        </p:nvSpPr>
        <p:spPr>
          <a:xfrm>
            <a:off x="1" y="448885"/>
            <a:ext cx="5196816" cy="6176963"/>
          </a:xfrm>
        </p:spPr>
        <p:txBody>
          <a:bodyPr>
            <a:normAutofit/>
          </a:bodyPr>
          <a:lstStyle/>
          <a:p>
            <a:pPr algn="l"/>
            <a:r>
              <a:rPr lang="en-US" b="0" i="0" u="none" strike="noStrike" baseline="0" dirty="0">
                <a:latin typeface="Times New Roman" panose="02020603050405020304" pitchFamily="18" charset="0"/>
                <a:cs typeface="Times New Roman" panose="02020603050405020304" pitchFamily="18" charset="0"/>
              </a:rPr>
              <a:t>The error surface shown in the figure thus summarizes the desirability of every weight vector in the hypothesis space (desired hypothesis is with minimum error). </a:t>
            </a:r>
          </a:p>
          <a:p>
            <a:pPr algn="l"/>
            <a:r>
              <a:rPr lang="en-US" b="0" i="0" u="none" strike="noStrike" baseline="0" dirty="0">
                <a:latin typeface="Times New Roman" panose="02020603050405020304" pitchFamily="18" charset="0"/>
                <a:cs typeface="Times New Roman" panose="02020603050405020304" pitchFamily="18" charset="0"/>
              </a:rPr>
              <a:t>Given the way in which we chose to define E, for linear units this error surface must always be parabolic with a single global minimum. </a:t>
            </a:r>
          </a:p>
          <a:p>
            <a:pPr algn="l"/>
            <a:r>
              <a:rPr lang="en-US" b="0" i="0" u="none" strike="noStrike" baseline="0" dirty="0">
                <a:latin typeface="Times New Roman" panose="02020603050405020304" pitchFamily="18" charset="0"/>
                <a:cs typeface="Times New Roman" panose="02020603050405020304" pitchFamily="18" charset="0"/>
              </a:rPr>
              <a:t>The specific parabola will depend, of course, on the particular </a:t>
            </a:r>
            <a:r>
              <a:rPr lang="en-IN" b="0" i="0" u="none" strike="noStrike" baseline="0" dirty="0">
                <a:latin typeface="Times New Roman" panose="02020603050405020304" pitchFamily="18" charset="0"/>
                <a:cs typeface="Times New Roman" panose="02020603050405020304" pitchFamily="18" charset="0"/>
              </a:rPr>
              <a:t>set of training examples.</a:t>
            </a:r>
            <a:endParaRPr lang="en-IN" dirty="0">
              <a:latin typeface="Times New Roman" panose="02020603050405020304" pitchFamily="18" charset="0"/>
              <a:cs typeface="Times New Roman" panose="02020603050405020304" pitchFamily="18" charset="0"/>
            </a:endParaRPr>
          </a:p>
          <a:p>
            <a:endParaRPr lang="en-IN" dirty="0"/>
          </a:p>
        </p:txBody>
      </p:sp>
      <p:pic>
        <p:nvPicPr>
          <p:cNvPr id="5" name="Picture 4">
            <a:extLst>
              <a:ext uri="{FF2B5EF4-FFF2-40B4-BE49-F238E27FC236}">
                <a16:creationId xmlns:a16="http://schemas.microsoft.com/office/drawing/2014/main" id="{21C0B158-354E-863C-FD48-A35A375F4CA8}"/>
              </a:ext>
            </a:extLst>
          </p:cNvPr>
          <p:cNvPicPr>
            <a:picLocks noChangeAspect="1"/>
          </p:cNvPicPr>
          <p:nvPr/>
        </p:nvPicPr>
        <p:blipFill>
          <a:blip r:embed="rId2"/>
          <a:stretch>
            <a:fillRect/>
          </a:stretch>
        </p:blipFill>
        <p:spPr>
          <a:xfrm>
            <a:off x="5196816" y="1645918"/>
            <a:ext cx="6995184" cy="4614170"/>
          </a:xfrm>
          <a:prstGeom prst="rect">
            <a:avLst/>
          </a:prstGeom>
        </p:spPr>
      </p:pic>
    </p:spTree>
    <p:extLst>
      <p:ext uri="{BB962C8B-B14F-4D97-AF65-F5344CB8AC3E}">
        <p14:creationId xmlns:p14="http://schemas.microsoft.com/office/powerpoint/2010/main" val="1515223340"/>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5D4A5-463B-0135-2A50-225F6CB8D520}"/>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FEB0303F-E88B-694E-DE70-9337032B1443}"/>
              </a:ext>
            </a:extLst>
          </p:cNvPr>
          <p:cNvSpPr>
            <a:spLocks noGrp="1"/>
          </p:cNvSpPr>
          <p:nvPr>
            <p:ph idx="1"/>
          </p:nvPr>
        </p:nvSpPr>
        <p:spPr/>
        <p:txBody>
          <a:bodyPr>
            <a:normAutofit/>
          </a:bodyPr>
          <a:lstStyle/>
          <a:p>
            <a:pPr algn="l"/>
            <a:r>
              <a:rPr lang="en-US" sz="3200" b="0" i="0" u="none" strike="noStrike" baseline="0" dirty="0">
                <a:latin typeface="Times New Roman" panose="02020603050405020304" pitchFamily="18" charset="0"/>
              </a:rPr>
              <a:t>Gradient descent search determines a weight vector that minimizes </a:t>
            </a:r>
            <a:r>
              <a:rPr lang="en-US" sz="3200" b="1" i="1" u="none" strike="noStrike" baseline="0" dirty="0">
                <a:latin typeface="Times New Roman" panose="02020603050405020304" pitchFamily="18" charset="0"/>
              </a:rPr>
              <a:t>E </a:t>
            </a:r>
            <a:r>
              <a:rPr lang="en-US" sz="3200" b="0" i="0" u="none" strike="noStrike" baseline="0" dirty="0">
                <a:latin typeface="Times New Roman" panose="02020603050405020304" pitchFamily="18" charset="0"/>
              </a:rPr>
              <a:t>by starting with an arbitrary initial weight vector, then repeatedly modifying it in small steps. </a:t>
            </a:r>
          </a:p>
          <a:p>
            <a:pPr algn="l"/>
            <a:r>
              <a:rPr lang="en-US" sz="3200" b="0" i="0" u="none" strike="noStrike" baseline="0" dirty="0">
                <a:latin typeface="Times New Roman" panose="02020603050405020304" pitchFamily="18" charset="0"/>
              </a:rPr>
              <a:t>At each step, the weight vector is altered in the direction that produces the steepest descent along the error surface depicted in Figure </a:t>
            </a:r>
          </a:p>
          <a:p>
            <a:pPr algn="l"/>
            <a:r>
              <a:rPr lang="en-US" sz="3200" b="0" i="0" u="none" strike="noStrike" baseline="0" dirty="0">
                <a:latin typeface="Times New Roman" panose="02020603050405020304" pitchFamily="18" charset="0"/>
              </a:rPr>
              <a:t>This process continues until the global minimum error is reached.</a:t>
            </a:r>
            <a:endParaRPr lang="en-IN" sz="4400" dirty="0"/>
          </a:p>
        </p:txBody>
      </p:sp>
    </p:spTree>
    <p:extLst>
      <p:ext uri="{BB962C8B-B14F-4D97-AF65-F5344CB8AC3E}">
        <p14:creationId xmlns:p14="http://schemas.microsoft.com/office/powerpoint/2010/main" val="262370120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30781FA-B585-E93D-1766-861473895BFE}"/>
              </a:ext>
            </a:extLst>
          </p:cNvPr>
          <p:cNvSpPr>
            <a:spLocks noGrp="1"/>
          </p:cNvSpPr>
          <p:nvPr>
            <p:ph type="title"/>
          </p:nvPr>
        </p:nvSpPr>
        <p:spPr>
          <a:xfrm>
            <a:off x="282633" y="0"/>
            <a:ext cx="11571315" cy="893543"/>
          </a:xfrm>
        </p:spPr>
        <p:txBody>
          <a:bodyPr>
            <a:normAutofit fontScale="90000"/>
          </a:bodyPr>
          <a:lstStyle/>
          <a:p>
            <a:r>
              <a:rPr lang="en-US" sz="3600" b="1" i="0" u="none" strike="noStrike" baseline="0" dirty="0">
                <a:latin typeface="Times New Roman" panose="02020603050405020304" pitchFamily="18" charset="0"/>
              </a:rPr>
              <a:t>DERIVATION OF THE GRADIENT DESCENT RULE- weight update rule </a:t>
            </a:r>
            <a:endParaRPr lang="en-IN" sz="7200" dirty="0"/>
          </a:p>
        </p:txBody>
      </p:sp>
      <p:sp>
        <p:nvSpPr>
          <p:cNvPr id="3" name="Content Placeholder 2">
            <a:extLst>
              <a:ext uri="{FF2B5EF4-FFF2-40B4-BE49-F238E27FC236}">
                <a16:creationId xmlns:a16="http://schemas.microsoft.com/office/drawing/2014/main" id="{DAD79B26-4BE7-16AA-F1F6-EDA4EC94BD1E}"/>
              </a:ext>
            </a:extLst>
          </p:cNvPr>
          <p:cNvSpPr>
            <a:spLocks noGrp="1"/>
          </p:cNvSpPr>
          <p:nvPr>
            <p:ph idx="1"/>
          </p:nvPr>
        </p:nvSpPr>
        <p:spPr>
          <a:xfrm>
            <a:off x="152399" y="960318"/>
            <a:ext cx="11873345" cy="5935780"/>
          </a:xfrm>
        </p:spPr>
        <p:txBody>
          <a:bodyPr>
            <a:normAutofit fontScale="92500" lnSpcReduction="10000"/>
          </a:bodyPr>
          <a:lstStyle/>
          <a:p>
            <a:pPr algn="l"/>
            <a:r>
              <a:rPr lang="en-US" b="0" i="0" u="none" strike="noStrike" baseline="0" dirty="0">
                <a:latin typeface="Times New Roman" panose="02020603050405020304" pitchFamily="18" charset="0"/>
              </a:rPr>
              <a:t>How can we calculate the direction of steepest descent along the error surface?</a:t>
            </a:r>
          </a:p>
          <a:p>
            <a:pPr algn="l"/>
            <a:r>
              <a:rPr lang="en-US" b="0" i="0" u="none" strike="noStrike" baseline="0" dirty="0">
                <a:latin typeface="Times New Roman" panose="02020603050405020304" pitchFamily="18" charset="0"/>
              </a:rPr>
              <a:t>This direction can be found by computing the derivative of </a:t>
            </a:r>
            <a:r>
              <a:rPr lang="en-US" b="1" i="1" u="none" strike="noStrike" baseline="0" dirty="0">
                <a:latin typeface="Times New Roman" panose="02020603050405020304" pitchFamily="18" charset="0"/>
              </a:rPr>
              <a:t>E </a:t>
            </a:r>
            <a:r>
              <a:rPr lang="en-US" b="0" i="0" u="none" strike="noStrike" baseline="0" dirty="0">
                <a:latin typeface="Times New Roman" panose="02020603050405020304" pitchFamily="18" charset="0"/>
              </a:rPr>
              <a:t>with respect to each </a:t>
            </a:r>
            <a:r>
              <a:rPr lang="en-IN" b="0" i="0" u="none" strike="noStrike" baseline="0" dirty="0">
                <a:latin typeface="Times New Roman" panose="02020603050405020304" pitchFamily="18" charset="0"/>
              </a:rPr>
              <a:t>component of the vector w.</a:t>
            </a:r>
          </a:p>
          <a:p>
            <a:pPr algn="l"/>
            <a:r>
              <a:rPr lang="en-US" b="0" i="0" u="none" strike="noStrike" baseline="0" dirty="0">
                <a:latin typeface="Times New Roman" panose="02020603050405020304" pitchFamily="18" charset="0"/>
              </a:rPr>
              <a:t>This vector derivative is called the </a:t>
            </a:r>
            <a:r>
              <a:rPr lang="en-US" b="1" i="1" u="none" strike="noStrike" baseline="0" dirty="0">
                <a:latin typeface="Times New Roman" panose="02020603050405020304" pitchFamily="18" charset="0"/>
              </a:rPr>
              <a:t>gradient </a:t>
            </a:r>
            <a:r>
              <a:rPr lang="en-US" b="0" i="0" u="none" strike="noStrike" baseline="0" dirty="0">
                <a:latin typeface="Times New Roman" panose="02020603050405020304" pitchFamily="18" charset="0"/>
              </a:rPr>
              <a:t>of </a:t>
            </a:r>
            <a:r>
              <a:rPr lang="en-US" b="1" i="1" u="none" strike="noStrike" baseline="0" dirty="0">
                <a:latin typeface="Times New Roman" panose="02020603050405020304" pitchFamily="18" charset="0"/>
              </a:rPr>
              <a:t>E </a:t>
            </a:r>
            <a:r>
              <a:rPr lang="en-US" b="0" i="0" u="none" strike="noStrike" baseline="0" dirty="0">
                <a:latin typeface="Times New Roman" panose="02020603050405020304" pitchFamily="18" charset="0"/>
              </a:rPr>
              <a:t>with </a:t>
            </a:r>
            <a:r>
              <a:rPr lang="en-IN" b="0" i="0" u="none" strike="noStrike" baseline="0" dirty="0">
                <a:latin typeface="Times New Roman" panose="02020603050405020304" pitchFamily="18" charset="0"/>
              </a:rPr>
              <a:t>respect to</a:t>
            </a:r>
          </a:p>
          <a:p>
            <a:pPr algn="l"/>
            <a:r>
              <a:rPr lang="en-IN" dirty="0">
                <a:latin typeface="Times New Roman" panose="02020603050405020304" pitchFamily="18" charset="0"/>
              </a:rPr>
              <a:t>The Gradient descent update consists of a partial derivation of the error function with respect to each weight </a:t>
            </a:r>
            <a:r>
              <a:rPr lang="en-IN" dirty="0" err="1">
                <a:latin typeface="Times New Roman" panose="02020603050405020304" pitchFamily="18" charset="0"/>
              </a:rPr>
              <a:t>w</a:t>
            </a:r>
            <a:r>
              <a:rPr lang="en-IN" baseline="-25000" dirty="0" err="1">
                <a:latin typeface="Times New Roman" panose="02020603050405020304" pitchFamily="18" charset="0"/>
              </a:rPr>
              <a:t>i</a:t>
            </a:r>
            <a:r>
              <a:rPr lang="en-IN" b="0" i="0" u="none" strike="noStrike" baseline="0" dirty="0">
                <a:latin typeface="Times New Roman" panose="02020603050405020304" pitchFamily="18" charset="0"/>
              </a:rPr>
              <a:t> as shown below:</a:t>
            </a:r>
          </a:p>
          <a:p>
            <a:pPr algn="l"/>
            <a:endParaRPr lang="en-IN" sz="4000" dirty="0">
              <a:latin typeface="Times New Roman" panose="02020603050405020304" pitchFamily="18" charset="0"/>
            </a:endParaRPr>
          </a:p>
          <a:p>
            <a:pPr algn="l"/>
            <a:endParaRPr lang="en-IN" sz="4000" dirty="0">
              <a:latin typeface="Times New Roman" panose="02020603050405020304" pitchFamily="18" charset="0"/>
            </a:endParaRPr>
          </a:p>
          <a:p>
            <a:pPr algn="l"/>
            <a:r>
              <a:rPr lang="en-IN" dirty="0">
                <a:latin typeface="Times New Roman" panose="02020603050405020304" pitchFamily="18" charset="0"/>
              </a:rPr>
              <a:t>Now we have, 				the update weight vector</a:t>
            </a:r>
          </a:p>
          <a:p>
            <a:pPr algn="l"/>
            <a:r>
              <a:rPr lang="en-IN" dirty="0">
                <a:latin typeface="Times New Roman" panose="02020603050405020304" pitchFamily="18" charset="0"/>
              </a:rPr>
              <a:t>where </a:t>
            </a:r>
            <a:r>
              <a:rPr lang="el-GR" b="0" i="0" dirty="0">
                <a:effectLst/>
                <a:latin typeface="Times New Roman" panose="02020603050405020304" pitchFamily="18" charset="0"/>
                <a:cs typeface="Times New Roman" panose="02020603050405020304" pitchFamily="18" charset="0"/>
              </a:rPr>
              <a:t>η</a:t>
            </a:r>
            <a:r>
              <a:rPr lang="en-US" b="0" i="0" dirty="0">
                <a:effectLst/>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rPr>
              <a:t>is a positive constant called the learning rate, which determines the step size in the gradient descent search</a:t>
            </a:r>
            <a:r>
              <a:rPr lang="en-US" b="0" i="0" dirty="0">
                <a:effectLst/>
                <a:latin typeface="Times New Roman" panose="02020603050405020304" pitchFamily="18" charset="0"/>
                <a:cs typeface="Times New Roman" panose="02020603050405020304" pitchFamily="18" charset="0"/>
              </a:rPr>
              <a:t>.</a:t>
            </a:r>
          </a:p>
          <a:p>
            <a:pPr algn="l"/>
            <a:r>
              <a:rPr lang="en-US" sz="3000" b="0" i="0" u="none" strike="noStrike" baseline="0" dirty="0">
                <a:latin typeface="Times New Roman" panose="02020603050405020304" pitchFamily="18" charset="0"/>
              </a:rPr>
              <a:t>The negative sign is present because we want to move the weight vector in the direction that </a:t>
            </a:r>
            <a:r>
              <a:rPr lang="en-US" sz="3000" b="1" i="1" u="none" strike="noStrike" baseline="0" dirty="0">
                <a:latin typeface="Times New Roman" panose="02020603050405020304" pitchFamily="18" charset="0"/>
              </a:rPr>
              <a:t>decreases </a:t>
            </a:r>
            <a:r>
              <a:rPr lang="en-US" sz="3000" b="0" i="0" u="none" strike="noStrike" baseline="0" dirty="0">
                <a:latin typeface="Times New Roman" panose="02020603050405020304" pitchFamily="18" charset="0"/>
              </a:rPr>
              <a:t>E</a:t>
            </a:r>
            <a:endParaRPr lang="en-IN" sz="3000" dirty="0"/>
          </a:p>
        </p:txBody>
      </p:sp>
      <p:pic>
        <p:nvPicPr>
          <p:cNvPr id="5" name="Picture 4">
            <a:extLst>
              <a:ext uri="{FF2B5EF4-FFF2-40B4-BE49-F238E27FC236}">
                <a16:creationId xmlns:a16="http://schemas.microsoft.com/office/drawing/2014/main" id="{3DA2890F-6B9C-3CC4-D4FC-EED34A4EE5B2}"/>
              </a:ext>
            </a:extLst>
          </p:cNvPr>
          <p:cNvPicPr>
            <a:picLocks noChangeAspect="1"/>
          </p:cNvPicPr>
          <p:nvPr/>
        </p:nvPicPr>
        <p:blipFill>
          <a:blip r:embed="rId2"/>
          <a:stretch>
            <a:fillRect/>
          </a:stretch>
        </p:blipFill>
        <p:spPr>
          <a:xfrm>
            <a:off x="9045005" y="2059219"/>
            <a:ext cx="2601564" cy="374466"/>
          </a:xfrm>
          <a:prstGeom prst="rect">
            <a:avLst/>
          </a:prstGeom>
        </p:spPr>
      </p:pic>
      <p:pic>
        <p:nvPicPr>
          <p:cNvPr id="7" name="Picture 6">
            <a:extLst>
              <a:ext uri="{FF2B5EF4-FFF2-40B4-BE49-F238E27FC236}">
                <a16:creationId xmlns:a16="http://schemas.microsoft.com/office/drawing/2014/main" id="{C64C2451-7495-2C81-14BA-CF1CBEA4F3C0}"/>
              </a:ext>
            </a:extLst>
          </p:cNvPr>
          <p:cNvPicPr>
            <a:picLocks noChangeAspect="1"/>
          </p:cNvPicPr>
          <p:nvPr/>
        </p:nvPicPr>
        <p:blipFill>
          <a:blip r:embed="rId3"/>
          <a:stretch>
            <a:fillRect/>
          </a:stretch>
        </p:blipFill>
        <p:spPr>
          <a:xfrm>
            <a:off x="5338045" y="3312236"/>
            <a:ext cx="5007742" cy="975345"/>
          </a:xfrm>
          <a:prstGeom prst="rect">
            <a:avLst/>
          </a:prstGeom>
        </p:spPr>
      </p:pic>
      <p:pic>
        <p:nvPicPr>
          <p:cNvPr id="9" name="Picture 8">
            <a:extLst>
              <a:ext uri="{FF2B5EF4-FFF2-40B4-BE49-F238E27FC236}">
                <a16:creationId xmlns:a16="http://schemas.microsoft.com/office/drawing/2014/main" id="{176FEA4A-9E15-F670-BBDE-5DCF6D119ADC}"/>
              </a:ext>
            </a:extLst>
          </p:cNvPr>
          <p:cNvPicPr>
            <a:picLocks noChangeAspect="1"/>
          </p:cNvPicPr>
          <p:nvPr/>
        </p:nvPicPr>
        <p:blipFill>
          <a:blip r:embed="rId4"/>
          <a:stretch>
            <a:fillRect/>
          </a:stretch>
        </p:blipFill>
        <p:spPr>
          <a:xfrm>
            <a:off x="2700594" y="4354355"/>
            <a:ext cx="2780649" cy="679715"/>
          </a:xfrm>
          <a:prstGeom prst="rect">
            <a:avLst/>
          </a:prstGeom>
        </p:spPr>
      </p:pic>
    </p:spTree>
    <p:extLst>
      <p:ext uri="{BB962C8B-B14F-4D97-AF65-F5344CB8AC3E}">
        <p14:creationId xmlns:p14="http://schemas.microsoft.com/office/powerpoint/2010/main" val="1213015722"/>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A4BB6D6B-CC47-0E2D-85ED-8A46D490A7A2}"/>
              </a:ext>
            </a:extLst>
          </p:cNvPr>
          <p:cNvSpPr>
            <a:spLocks noGrp="1"/>
          </p:cNvSpPr>
          <p:nvPr>
            <p:ph idx="1"/>
          </p:nvPr>
        </p:nvSpPr>
        <p:spPr>
          <a:xfrm>
            <a:off x="152399" y="304800"/>
            <a:ext cx="11873345" cy="6368716"/>
          </a:xfrm>
        </p:spPr>
        <p:txBody>
          <a:bodyPr>
            <a:normAutofit/>
          </a:bodyPr>
          <a:lstStyle/>
          <a:p>
            <a:pPr algn="l"/>
            <a:r>
              <a:rPr lang="en-IN" b="0" i="0" u="none" strike="noStrike" baseline="0" dirty="0">
                <a:latin typeface="Times New Roman" panose="02020603050405020304" pitchFamily="18" charset="0"/>
              </a:rPr>
              <a:t>This training rule </a:t>
            </a:r>
            <a:r>
              <a:rPr lang="en-US" b="0" i="0" u="none" strike="noStrike" baseline="0" dirty="0">
                <a:latin typeface="Times New Roman" panose="02020603050405020304" pitchFamily="18" charset="0"/>
              </a:rPr>
              <a:t>can also be written in its component form</a:t>
            </a:r>
          </a:p>
          <a:p>
            <a:r>
              <a:rPr lang="en-US" dirty="0">
                <a:latin typeface="Times New Roman" panose="02020603050405020304" pitchFamily="18" charset="0"/>
              </a:rPr>
              <a:t> where weight update for each </a:t>
            </a:r>
            <a:r>
              <a:rPr lang="en-US" dirty="0" err="1">
                <a:latin typeface="Times New Roman" panose="02020603050405020304" pitchFamily="18" charset="0"/>
              </a:rPr>
              <a:t>w</a:t>
            </a:r>
            <a:r>
              <a:rPr lang="en-US" baseline="-25000" dirty="0" err="1">
                <a:latin typeface="Times New Roman" panose="02020603050405020304" pitchFamily="18" charset="0"/>
              </a:rPr>
              <a:t>i</a:t>
            </a:r>
            <a:r>
              <a:rPr lang="en-US" baseline="-25000" dirty="0">
                <a:latin typeface="Times New Roman" panose="02020603050405020304" pitchFamily="18" charset="0"/>
              </a:rPr>
              <a:t> </a:t>
            </a:r>
            <a:r>
              <a:rPr lang="en-US" dirty="0">
                <a:latin typeface="Times New Roman" panose="02020603050405020304" pitchFamily="18" charset="0"/>
              </a:rPr>
              <a:t> is </a:t>
            </a:r>
          </a:p>
          <a:p>
            <a:endParaRPr lang="en-US" dirty="0">
              <a:latin typeface="Times New Roman" panose="02020603050405020304" pitchFamily="18" charset="0"/>
            </a:endParaRPr>
          </a:p>
          <a:p>
            <a:endParaRPr lang="en-US" dirty="0">
              <a:latin typeface="Times New Roman" panose="02020603050405020304" pitchFamily="18" charset="0"/>
            </a:endParaRPr>
          </a:p>
          <a:p>
            <a:r>
              <a:rPr lang="en-US" dirty="0">
                <a:latin typeface="Times New Roman" panose="02020603050405020304" pitchFamily="18" charset="0"/>
              </a:rPr>
              <a:t>Which means </a:t>
            </a:r>
            <a:r>
              <a:rPr lang="en-US" b="0" i="0" u="none" strike="noStrike" baseline="0" dirty="0">
                <a:latin typeface="Times New Roman" panose="02020603050405020304" pitchFamily="18" charset="0"/>
              </a:rPr>
              <a:t>that steepest descent is achieved by altering each component </a:t>
            </a:r>
            <a:r>
              <a:rPr lang="en-US" dirty="0" err="1">
                <a:latin typeface="Times New Roman" panose="02020603050405020304" pitchFamily="18" charset="0"/>
              </a:rPr>
              <a:t>w</a:t>
            </a:r>
            <a:r>
              <a:rPr lang="en-US" baseline="-25000" dirty="0" err="1">
                <a:latin typeface="Times New Roman" panose="02020603050405020304" pitchFamily="18" charset="0"/>
              </a:rPr>
              <a:t>i</a:t>
            </a:r>
            <a:r>
              <a:rPr lang="en-US" baseline="-25000" dirty="0">
                <a:latin typeface="Times New Roman" panose="02020603050405020304" pitchFamily="18" charset="0"/>
              </a:rPr>
              <a:t> </a:t>
            </a:r>
            <a:r>
              <a:rPr lang="en-US" dirty="0">
                <a:latin typeface="Times New Roman" panose="02020603050405020304" pitchFamily="18" charset="0"/>
              </a:rPr>
              <a:t> of       in proportion to </a:t>
            </a:r>
          </a:p>
          <a:p>
            <a:pPr marL="0" indent="0" algn="l">
              <a:buNone/>
            </a:pPr>
            <a:endParaRPr lang="en-US" dirty="0">
              <a:latin typeface="Times New Roman" panose="02020603050405020304" pitchFamily="18" charset="0"/>
            </a:endParaRPr>
          </a:p>
          <a:p>
            <a:endParaRPr lang="en-US" dirty="0">
              <a:latin typeface="Times New Roman" panose="02020603050405020304" pitchFamily="18" charset="0"/>
            </a:endParaRPr>
          </a:p>
          <a:p>
            <a:pPr marL="0" indent="0" algn="l">
              <a:buNone/>
            </a:pPr>
            <a:endParaRPr lang="en-US" dirty="0">
              <a:latin typeface="Times New Roman" panose="02020603050405020304" pitchFamily="18" charset="0"/>
            </a:endParaRPr>
          </a:p>
          <a:p>
            <a:pPr marL="0" indent="0" algn="l">
              <a:buNone/>
            </a:pPr>
            <a:r>
              <a:rPr lang="en-US" dirty="0">
                <a:latin typeface="Times New Roman" panose="02020603050405020304" pitchFamily="18" charset="0"/>
              </a:rPr>
              <a:t> </a:t>
            </a:r>
            <a:endParaRPr lang="en-IN" sz="4000" baseline="-25000" dirty="0"/>
          </a:p>
        </p:txBody>
      </p:sp>
      <p:pic>
        <p:nvPicPr>
          <p:cNvPr id="5" name="Picture 4">
            <a:extLst>
              <a:ext uri="{FF2B5EF4-FFF2-40B4-BE49-F238E27FC236}">
                <a16:creationId xmlns:a16="http://schemas.microsoft.com/office/drawing/2014/main" id="{C3E48A47-F72F-F4AF-71F3-2D4D0D56E84C}"/>
              </a:ext>
            </a:extLst>
          </p:cNvPr>
          <p:cNvPicPr>
            <a:picLocks noChangeAspect="1"/>
          </p:cNvPicPr>
          <p:nvPr/>
        </p:nvPicPr>
        <p:blipFill>
          <a:blip r:embed="rId2"/>
          <a:stretch>
            <a:fillRect/>
          </a:stretch>
        </p:blipFill>
        <p:spPr>
          <a:xfrm>
            <a:off x="9128527" y="368968"/>
            <a:ext cx="2911074" cy="494164"/>
          </a:xfrm>
          <a:prstGeom prst="rect">
            <a:avLst/>
          </a:prstGeom>
        </p:spPr>
      </p:pic>
      <p:pic>
        <p:nvPicPr>
          <p:cNvPr id="7" name="Picture 6">
            <a:extLst>
              <a:ext uri="{FF2B5EF4-FFF2-40B4-BE49-F238E27FC236}">
                <a16:creationId xmlns:a16="http://schemas.microsoft.com/office/drawing/2014/main" id="{3415E1B9-D245-5028-5C7E-2B267D80791F}"/>
              </a:ext>
            </a:extLst>
          </p:cNvPr>
          <p:cNvPicPr>
            <a:picLocks noChangeAspect="1"/>
          </p:cNvPicPr>
          <p:nvPr/>
        </p:nvPicPr>
        <p:blipFill>
          <a:blip r:embed="rId3"/>
          <a:stretch>
            <a:fillRect/>
          </a:stretch>
        </p:blipFill>
        <p:spPr>
          <a:xfrm>
            <a:off x="5975397" y="870329"/>
            <a:ext cx="3441977" cy="1305927"/>
          </a:xfrm>
          <a:prstGeom prst="rect">
            <a:avLst/>
          </a:prstGeom>
        </p:spPr>
      </p:pic>
      <p:pic>
        <p:nvPicPr>
          <p:cNvPr id="9" name="Picture 8">
            <a:extLst>
              <a:ext uri="{FF2B5EF4-FFF2-40B4-BE49-F238E27FC236}">
                <a16:creationId xmlns:a16="http://schemas.microsoft.com/office/drawing/2014/main" id="{2172BCE6-5727-709D-300D-C33BDE69C236}"/>
              </a:ext>
            </a:extLst>
          </p:cNvPr>
          <p:cNvPicPr>
            <a:picLocks noChangeAspect="1"/>
          </p:cNvPicPr>
          <p:nvPr/>
        </p:nvPicPr>
        <p:blipFill>
          <a:blip r:embed="rId4"/>
          <a:stretch>
            <a:fillRect/>
          </a:stretch>
        </p:blipFill>
        <p:spPr>
          <a:xfrm>
            <a:off x="943619" y="2771918"/>
            <a:ext cx="371492" cy="436503"/>
          </a:xfrm>
          <a:prstGeom prst="rect">
            <a:avLst/>
          </a:prstGeom>
        </p:spPr>
      </p:pic>
      <p:pic>
        <p:nvPicPr>
          <p:cNvPr id="11" name="Picture 10">
            <a:extLst>
              <a:ext uri="{FF2B5EF4-FFF2-40B4-BE49-F238E27FC236}">
                <a16:creationId xmlns:a16="http://schemas.microsoft.com/office/drawing/2014/main" id="{9B6D88CE-40EA-2807-E7AD-7C4EB33942EE}"/>
              </a:ext>
            </a:extLst>
          </p:cNvPr>
          <p:cNvPicPr>
            <a:picLocks noChangeAspect="1"/>
          </p:cNvPicPr>
          <p:nvPr/>
        </p:nvPicPr>
        <p:blipFill>
          <a:blip r:embed="rId5"/>
          <a:stretch>
            <a:fillRect/>
          </a:stretch>
        </p:blipFill>
        <p:spPr>
          <a:xfrm>
            <a:off x="3763878" y="2779795"/>
            <a:ext cx="792079" cy="990099"/>
          </a:xfrm>
          <a:prstGeom prst="rect">
            <a:avLst/>
          </a:prstGeom>
        </p:spPr>
      </p:pic>
    </p:spTree>
    <p:extLst>
      <p:ext uri="{BB962C8B-B14F-4D97-AF65-F5344CB8AC3E}">
        <p14:creationId xmlns:p14="http://schemas.microsoft.com/office/powerpoint/2010/main" val="3728337443"/>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0CF0AB6D-7A31-29E2-B65D-3F79ED1FE5A8}"/>
              </a:ext>
            </a:extLst>
          </p:cNvPr>
          <p:cNvSpPr>
            <a:spLocks noGrp="1"/>
          </p:cNvSpPr>
          <p:nvPr>
            <p:ph idx="1"/>
          </p:nvPr>
        </p:nvSpPr>
        <p:spPr>
          <a:xfrm>
            <a:off x="152399" y="128338"/>
            <a:ext cx="11873345" cy="6481010"/>
          </a:xfrm>
        </p:spPr>
        <p:txBody>
          <a:bodyPr>
            <a:normAutofit/>
          </a:bodyPr>
          <a:lstStyle/>
          <a:p>
            <a:r>
              <a:rPr lang="en-US" b="0" i="0" u="none" strike="noStrike" baseline="0" dirty="0">
                <a:latin typeface="Times New Roman" panose="02020603050405020304" pitchFamily="18" charset="0"/>
              </a:rPr>
              <a:t>The vector         of derivatives that form the gradient can be obtained by</a:t>
            </a:r>
          </a:p>
          <a:p>
            <a:pPr marL="0" indent="0">
              <a:buNone/>
            </a:pPr>
            <a:r>
              <a:rPr lang="en-US" dirty="0">
                <a:latin typeface="Times New Roman" panose="02020603050405020304" pitchFamily="18" charset="0"/>
              </a:rPr>
              <a:t>  </a:t>
            </a:r>
          </a:p>
          <a:p>
            <a:pPr marL="0" indent="0">
              <a:buNone/>
            </a:pPr>
            <a:r>
              <a:rPr lang="en-US" b="0" i="0" u="none" strike="noStrike" baseline="0" dirty="0">
                <a:latin typeface="Times New Roman" panose="02020603050405020304" pitchFamily="18" charset="0"/>
              </a:rPr>
              <a:t> differentiating E from Equation                                         as</a:t>
            </a:r>
          </a:p>
          <a:p>
            <a:pPr marL="0" indent="0">
              <a:buNone/>
            </a:pPr>
            <a:endParaRPr lang="en-US" dirty="0">
              <a:latin typeface="Times New Roman" panose="02020603050405020304" pitchFamily="18" charset="0"/>
            </a:endParaRPr>
          </a:p>
          <a:p>
            <a:pPr marL="0" indent="0">
              <a:buNone/>
            </a:pPr>
            <a:endParaRPr lang="en-US" b="0" i="0" u="none" strike="noStrike" baseline="0" dirty="0">
              <a:latin typeface="Times New Roman" panose="02020603050405020304" pitchFamily="18" charset="0"/>
            </a:endParaRPr>
          </a:p>
          <a:p>
            <a:pPr marL="0" indent="0">
              <a:buNone/>
            </a:pPr>
            <a:endParaRPr lang="en-US" dirty="0">
              <a:latin typeface="Times New Roman" panose="02020603050405020304" pitchFamily="18" charset="0"/>
            </a:endParaRPr>
          </a:p>
          <a:p>
            <a:pPr marL="0" indent="0">
              <a:buNone/>
            </a:pPr>
            <a:endParaRPr lang="en-US" b="0" i="0" u="none" strike="noStrike" baseline="0" dirty="0">
              <a:latin typeface="Times New Roman" panose="02020603050405020304" pitchFamily="18" charset="0"/>
            </a:endParaRPr>
          </a:p>
          <a:p>
            <a:pPr marL="0" indent="0">
              <a:buNone/>
            </a:pPr>
            <a:endParaRPr lang="en-US" dirty="0">
              <a:latin typeface="Times New Roman" panose="02020603050405020304" pitchFamily="18" charset="0"/>
            </a:endParaRPr>
          </a:p>
          <a:p>
            <a:pPr marL="0" indent="0">
              <a:buNone/>
            </a:pPr>
            <a:endParaRPr lang="en-US" b="0" i="0" u="none" strike="noStrike" baseline="0" dirty="0">
              <a:latin typeface="Times New Roman" panose="02020603050405020304" pitchFamily="18" charset="0"/>
            </a:endParaRPr>
          </a:p>
          <a:p>
            <a:pPr marL="0" indent="0">
              <a:buNone/>
            </a:pPr>
            <a:endParaRPr lang="en-US" dirty="0">
              <a:latin typeface="Times New Roman" panose="02020603050405020304" pitchFamily="18" charset="0"/>
            </a:endParaRPr>
          </a:p>
          <a:p>
            <a:pPr marL="0" indent="0">
              <a:buNone/>
            </a:pPr>
            <a:endParaRPr lang="en-US" b="0" i="0" u="none" strike="noStrike" baseline="0" dirty="0">
              <a:latin typeface="Times New Roman" panose="02020603050405020304" pitchFamily="18" charset="0"/>
            </a:endParaRPr>
          </a:p>
          <a:p>
            <a:pPr marL="0" indent="0">
              <a:buNone/>
            </a:pPr>
            <a:r>
              <a:rPr lang="en-US" b="0" i="0" u="none" strike="noStrike" baseline="0" dirty="0">
                <a:latin typeface="Times New Roman" panose="02020603050405020304" pitchFamily="18" charset="0"/>
              </a:rPr>
              <a:t>WKT,                              , so, </a:t>
            </a:r>
          </a:p>
          <a:p>
            <a:pPr marL="0" indent="0">
              <a:buNone/>
            </a:pPr>
            <a:endParaRPr lang="en-IN" dirty="0"/>
          </a:p>
        </p:txBody>
      </p:sp>
      <p:pic>
        <p:nvPicPr>
          <p:cNvPr id="4" name="Picture 3">
            <a:extLst>
              <a:ext uri="{FF2B5EF4-FFF2-40B4-BE49-F238E27FC236}">
                <a16:creationId xmlns:a16="http://schemas.microsoft.com/office/drawing/2014/main" id="{93B57FA9-EC1B-9E8D-97C5-500779F9C172}"/>
              </a:ext>
            </a:extLst>
          </p:cNvPr>
          <p:cNvPicPr>
            <a:picLocks noChangeAspect="1"/>
          </p:cNvPicPr>
          <p:nvPr/>
        </p:nvPicPr>
        <p:blipFill>
          <a:blip r:embed="rId2"/>
          <a:stretch>
            <a:fillRect/>
          </a:stretch>
        </p:blipFill>
        <p:spPr>
          <a:xfrm>
            <a:off x="2088683" y="187746"/>
            <a:ext cx="722494" cy="903118"/>
          </a:xfrm>
          <a:prstGeom prst="rect">
            <a:avLst/>
          </a:prstGeom>
        </p:spPr>
      </p:pic>
      <p:pic>
        <p:nvPicPr>
          <p:cNvPr id="5" name="Picture 4">
            <a:extLst>
              <a:ext uri="{FF2B5EF4-FFF2-40B4-BE49-F238E27FC236}">
                <a16:creationId xmlns:a16="http://schemas.microsoft.com/office/drawing/2014/main" id="{856B0A1C-3D8A-B80C-93F5-CB82FEA204D1}"/>
              </a:ext>
            </a:extLst>
          </p:cNvPr>
          <p:cNvPicPr>
            <a:picLocks noChangeAspect="1"/>
          </p:cNvPicPr>
          <p:nvPr/>
        </p:nvPicPr>
        <p:blipFill>
          <a:blip r:embed="rId3"/>
          <a:stretch>
            <a:fillRect/>
          </a:stretch>
        </p:blipFill>
        <p:spPr>
          <a:xfrm>
            <a:off x="4866586" y="994612"/>
            <a:ext cx="3563717" cy="1005478"/>
          </a:xfrm>
          <a:prstGeom prst="rect">
            <a:avLst/>
          </a:prstGeom>
        </p:spPr>
      </p:pic>
      <p:pic>
        <p:nvPicPr>
          <p:cNvPr id="8" name="Picture 7">
            <a:extLst>
              <a:ext uri="{FF2B5EF4-FFF2-40B4-BE49-F238E27FC236}">
                <a16:creationId xmlns:a16="http://schemas.microsoft.com/office/drawing/2014/main" id="{65160F6A-BB4C-D944-5885-3AECF12336FC}"/>
              </a:ext>
            </a:extLst>
          </p:cNvPr>
          <p:cNvPicPr>
            <a:picLocks noChangeAspect="1"/>
          </p:cNvPicPr>
          <p:nvPr/>
        </p:nvPicPr>
        <p:blipFill>
          <a:blip r:embed="rId4"/>
          <a:stretch>
            <a:fillRect/>
          </a:stretch>
        </p:blipFill>
        <p:spPr>
          <a:xfrm>
            <a:off x="1320480" y="5753908"/>
            <a:ext cx="2414755" cy="517447"/>
          </a:xfrm>
          <a:prstGeom prst="rect">
            <a:avLst/>
          </a:prstGeom>
        </p:spPr>
      </p:pic>
      <p:pic>
        <p:nvPicPr>
          <p:cNvPr id="10" name="Picture 9">
            <a:extLst>
              <a:ext uri="{FF2B5EF4-FFF2-40B4-BE49-F238E27FC236}">
                <a16:creationId xmlns:a16="http://schemas.microsoft.com/office/drawing/2014/main" id="{7FA34A28-1F56-E50A-AA6B-5D614E22C14A}"/>
              </a:ext>
            </a:extLst>
          </p:cNvPr>
          <p:cNvPicPr>
            <a:picLocks noChangeAspect="1"/>
          </p:cNvPicPr>
          <p:nvPr/>
        </p:nvPicPr>
        <p:blipFill>
          <a:blip r:embed="rId5"/>
          <a:stretch>
            <a:fillRect/>
          </a:stretch>
        </p:blipFill>
        <p:spPr>
          <a:xfrm>
            <a:off x="4665579" y="2000090"/>
            <a:ext cx="5636800" cy="4609258"/>
          </a:xfrm>
          <a:prstGeom prst="rect">
            <a:avLst/>
          </a:prstGeom>
        </p:spPr>
      </p:pic>
    </p:spTree>
    <p:extLst>
      <p:ext uri="{BB962C8B-B14F-4D97-AF65-F5344CB8AC3E}">
        <p14:creationId xmlns:p14="http://schemas.microsoft.com/office/powerpoint/2010/main" val="59647722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54E835D-8643-FB70-514A-42DA3869AC51}"/>
              </a:ext>
            </a:extLst>
          </p:cNvPr>
          <p:cNvSpPr>
            <a:spLocks noGrp="1"/>
          </p:cNvSpPr>
          <p:nvPr>
            <p:ph idx="1"/>
          </p:nvPr>
        </p:nvSpPr>
        <p:spPr>
          <a:xfrm>
            <a:off x="152400" y="160420"/>
            <a:ext cx="11766884" cy="6481811"/>
          </a:xfrm>
        </p:spPr>
        <p:txBody>
          <a:bodyPr>
            <a:normAutofit/>
          </a:bodyPr>
          <a:lstStyle/>
          <a:p>
            <a:r>
              <a:rPr lang="en-US" dirty="0"/>
              <a:t>Since, we are only differentiating with respect to </a:t>
            </a:r>
            <a:r>
              <a:rPr lang="en-US" dirty="0" err="1"/>
              <a:t>w</a:t>
            </a:r>
            <a:r>
              <a:rPr lang="en-US" baseline="-25000" dirty="0" err="1"/>
              <a:t>i</a:t>
            </a:r>
            <a:r>
              <a:rPr lang="en-US" baseline="-25000" dirty="0"/>
              <a:t> </a:t>
            </a:r>
            <a:r>
              <a:rPr lang="en-US" dirty="0"/>
              <a:t> , all the other w’s of </a:t>
            </a:r>
          </a:p>
          <a:p>
            <a:pPr marL="0" indent="0">
              <a:buNone/>
            </a:pPr>
            <a:r>
              <a:rPr lang="en-US" b="1" i="1" dirty="0">
                <a:latin typeface="Times New Roman" panose="02020603050405020304" pitchFamily="18" charset="0"/>
                <a:cs typeface="Times New Roman" panose="02020603050405020304" pitchFamily="18" charset="0"/>
              </a:rPr>
              <a:t>     o = </a:t>
            </a:r>
            <a:r>
              <a:rPr lang="en-US" b="1" i="1" u="none" strike="noStrike" baseline="0" dirty="0">
                <a:latin typeface="Times New Roman" panose="02020603050405020304" pitchFamily="18" charset="0"/>
                <a:cs typeface="Times New Roman" panose="02020603050405020304" pitchFamily="18" charset="0"/>
              </a:rPr>
              <a:t>w</a:t>
            </a:r>
            <a:r>
              <a:rPr lang="en-US" b="1" i="1" u="none" strike="noStrike" baseline="-25000" dirty="0">
                <a:latin typeface="Times New Roman" panose="02020603050405020304" pitchFamily="18" charset="0"/>
                <a:cs typeface="Times New Roman" panose="02020603050405020304" pitchFamily="18" charset="0"/>
              </a:rPr>
              <a:t>0</a:t>
            </a:r>
            <a:r>
              <a:rPr lang="en-US" b="1" i="1" u="none" strike="noStrike" baseline="0" dirty="0">
                <a:latin typeface="Times New Roman" panose="02020603050405020304" pitchFamily="18" charset="0"/>
                <a:cs typeface="Times New Roman" panose="02020603050405020304" pitchFamily="18" charset="0"/>
              </a:rPr>
              <a:t> + w</a:t>
            </a:r>
            <a:r>
              <a:rPr lang="en-US" b="1" i="1" u="none" strike="noStrike" baseline="-25000" dirty="0">
                <a:latin typeface="Times New Roman" panose="02020603050405020304" pitchFamily="18" charset="0"/>
                <a:cs typeface="Times New Roman" panose="02020603050405020304" pitchFamily="18" charset="0"/>
              </a:rPr>
              <a:t>1</a:t>
            </a:r>
            <a:r>
              <a:rPr lang="en-US" b="1" i="1" u="none" strike="noStrike" baseline="0" dirty="0">
                <a:latin typeface="Times New Roman" panose="02020603050405020304" pitchFamily="18" charset="0"/>
                <a:cs typeface="Times New Roman" panose="02020603050405020304" pitchFamily="18" charset="0"/>
              </a:rPr>
              <a:t>x</a:t>
            </a:r>
            <a:r>
              <a:rPr lang="en-US" b="1" i="1" u="none" strike="noStrike" baseline="-25000" dirty="0">
                <a:latin typeface="Times New Roman" panose="02020603050405020304" pitchFamily="18" charset="0"/>
                <a:cs typeface="Times New Roman" panose="02020603050405020304" pitchFamily="18" charset="0"/>
              </a:rPr>
              <a:t>1d</a:t>
            </a:r>
            <a:r>
              <a:rPr lang="en-US" b="1" i="1" u="none" strike="noStrike" baseline="0" dirty="0">
                <a:latin typeface="Times New Roman" panose="02020603050405020304" pitchFamily="18" charset="0"/>
                <a:cs typeface="Times New Roman" panose="02020603050405020304" pitchFamily="18" charset="0"/>
              </a:rPr>
              <a:t> + w</a:t>
            </a:r>
            <a:r>
              <a:rPr lang="en-US" b="1" i="1" u="none" strike="noStrike" baseline="-25000" dirty="0">
                <a:latin typeface="Times New Roman" panose="02020603050405020304" pitchFamily="18" charset="0"/>
                <a:cs typeface="Times New Roman" panose="02020603050405020304" pitchFamily="18" charset="0"/>
              </a:rPr>
              <a:t>2</a:t>
            </a:r>
            <a:r>
              <a:rPr lang="en-US" b="1" i="1" u="none" strike="noStrike" baseline="0" dirty="0">
                <a:latin typeface="Times New Roman" panose="02020603050405020304" pitchFamily="18" charset="0"/>
                <a:cs typeface="Times New Roman" panose="02020603050405020304" pitchFamily="18" charset="0"/>
              </a:rPr>
              <a:t>x</a:t>
            </a:r>
            <a:r>
              <a:rPr lang="en-US" b="1" i="1" u="none" strike="noStrike" baseline="-25000" dirty="0">
                <a:latin typeface="Times New Roman" panose="02020603050405020304" pitchFamily="18" charset="0"/>
                <a:cs typeface="Times New Roman" panose="02020603050405020304" pitchFamily="18" charset="0"/>
              </a:rPr>
              <a:t>2d</a:t>
            </a:r>
            <a:r>
              <a:rPr lang="en-US" b="1" i="1" u="none" strike="noStrike" baseline="0" dirty="0">
                <a:latin typeface="Times New Roman" panose="02020603050405020304" pitchFamily="18" charset="0"/>
                <a:cs typeface="Times New Roman" panose="02020603050405020304" pitchFamily="18" charset="0"/>
              </a:rPr>
              <a:t> + …</a:t>
            </a:r>
            <a:r>
              <a:rPr lang="en-US" b="1" i="1" dirty="0">
                <a:latin typeface="Times New Roman" panose="02020603050405020304" pitchFamily="18" charset="0"/>
                <a:cs typeface="Times New Roman" panose="02020603050405020304" pitchFamily="18" charset="0"/>
              </a:rPr>
              <a:t> </a:t>
            </a:r>
            <a:r>
              <a:rPr lang="en-US" b="1" i="1" dirty="0" err="1">
                <a:latin typeface="Times New Roman" panose="02020603050405020304" pitchFamily="18" charset="0"/>
                <a:cs typeface="Times New Roman" panose="02020603050405020304" pitchFamily="18" charset="0"/>
              </a:rPr>
              <a:t>w</a:t>
            </a:r>
            <a:r>
              <a:rPr lang="en-US" b="1" i="1" baseline="-25000" dirty="0" err="1">
                <a:latin typeface="Times New Roman" panose="02020603050405020304" pitchFamily="18" charset="0"/>
                <a:cs typeface="Times New Roman" panose="02020603050405020304" pitchFamily="18" charset="0"/>
              </a:rPr>
              <a:t>i</a:t>
            </a:r>
            <a:r>
              <a:rPr lang="en-US" b="1" i="1" dirty="0" err="1">
                <a:latin typeface="Times New Roman" panose="02020603050405020304" pitchFamily="18" charset="0"/>
                <a:cs typeface="Times New Roman" panose="02020603050405020304" pitchFamily="18" charset="0"/>
              </a:rPr>
              <a:t>x</a:t>
            </a:r>
            <a:r>
              <a:rPr lang="en-US" b="1" i="1" baseline="-25000" dirty="0" err="1">
                <a:latin typeface="Times New Roman" panose="02020603050405020304" pitchFamily="18" charset="0"/>
                <a:cs typeface="Times New Roman" panose="02020603050405020304" pitchFamily="18" charset="0"/>
              </a:rPr>
              <a:t>id</a:t>
            </a:r>
            <a:r>
              <a:rPr lang="en-US" b="1" i="1" baseline="-25000" dirty="0">
                <a:latin typeface="Times New Roman" panose="02020603050405020304" pitchFamily="18" charset="0"/>
                <a:cs typeface="Times New Roman" panose="02020603050405020304" pitchFamily="18" charset="0"/>
              </a:rPr>
              <a:t> </a:t>
            </a:r>
            <a:r>
              <a:rPr lang="en-US" b="1" i="1" dirty="0">
                <a:latin typeface="Times New Roman" panose="02020603050405020304" pitchFamily="18" charset="0"/>
                <a:cs typeface="Times New Roman" panose="02020603050405020304" pitchFamily="18" charset="0"/>
              </a:rPr>
              <a:t> + …</a:t>
            </a:r>
            <a:r>
              <a:rPr lang="en-US" b="1" i="1" u="none" strike="noStrike" baseline="0" dirty="0">
                <a:latin typeface="Times New Roman" panose="02020603050405020304" pitchFamily="18" charset="0"/>
                <a:cs typeface="Times New Roman" panose="02020603050405020304" pitchFamily="18" charset="0"/>
              </a:rPr>
              <a:t> + </a:t>
            </a:r>
            <a:r>
              <a:rPr lang="en-US" b="1" i="1" u="none" strike="noStrike" baseline="0" dirty="0" err="1">
                <a:latin typeface="Times New Roman" panose="02020603050405020304" pitchFamily="18" charset="0"/>
                <a:cs typeface="Times New Roman" panose="02020603050405020304" pitchFamily="18" charset="0"/>
              </a:rPr>
              <a:t>w</a:t>
            </a:r>
            <a:r>
              <a:rPr lang="en-US" b="1" i="1" u="none" strike="noStrike" baseline="-25000" dirty="0" err="1">
                <a:latin typeface="Times New Roman" panose="02020603050405020304" pitchFamily="18" charset="0"/>
                <a:cs typeface="Times New Roman" panose="02020603050405020304" pitchFamily="18" charset="0"/>
              </a:rPr>
              <a:t>n</a:t>
            </a:r>
            <a:r>
              <a:rPr lang="en-US" b="1" i="1" u="none" strike="noStrike" baseline="0" dirty="0" err="1">
                <a:latin typeface="Times New Roman" panose="02020603050405020304" pitchFamily="18" charset="0"/>
                <a:cs typeface="Times New Roman" panose="02020603050405020304" pitchFamily="18" charset="0"/>
              </a:rPr>
              <a:t>x</a:t>
            </a:r>
            <a:r>
              <a:rPr lang="en-US" b="1" i="1" u="none" strike="noStrike" baseline="-25000" dirty="0" err="1">
                <a:latin typeface="Times New Roman" panose="02020603050405020304" pitchFamily="18" charset="0"/>
                <a:cs typeface="Times New Roman" panose="02020603050405020304" pitchFamily="18" charset="0"/>
              </a:rPr>
              <a:t>nd</a:t>
            </a:r>
            <a:r>
              <a:rPr lang="en-US" b="1" i="1" dirty="0">
                <a:latin typeface="Times New Roman" panose="02020603050405020304" pitchFamily="18" charset="0"/>
              </a:rPr>
              <a:t> </a:t>
            </a:r>
            <a:r>
              <a:rPr lang="en-US" dirty="0"/>
              <a:t>are constants in this   </a:t>
            </a:r>
          </a:p>
          <a:p>
            <a:pPr marL="0" indent="0">
              <a:buNone/>
            </a:pPr>
            <a:r>
              <a:rPr lang="en-US" dirty="0"/>
              <a:t>     differentiation </a:t>
            </a:r>
          </a:p>
          <a:p>
            <a:r>
              <a:rPr lang="en-US" dirty="0"/>
              <a:t>So the only element that matters is </a:t>
            </a:r>
            <a:r>
              <a:rPr lang="en-US" dirty="0" err="1"/>
              <a:t>w</a:t>
            </a:r>
            <a:r>
              <a:rPr lang="en-US" baseline="-25000" dirty="0" err="1"/>
              <a:t>i</a:t>
            </a:r>
            <a:r>
              <a:rPr lang="en-US" dirty="0" err="1"/>
              <a:t>x</a:t>
            </a:r>
            <a:r>
              <a:rPr lang="en-US" baseline="-25000" dirty="0" err="1"/>
              <a:t>id</a:t>
            </a:r>
            <a:r>
              <a:rPr lang="en-US" baseline="-25000" dirty="0"/>
              <a:t> </a:t>
            </a:r>
            <a:r>
              <a:rPr lang="en-US" dirty="0"/>
              <a:t> and when differentiated we get the co-efficient  </a:t>
            </a:r>
            <a:r>
              <a:rPr lang="en-US" dirty="0" err="1">
                <a:latin typeface="Times New Roman" panose="02020603050405020304" pitchFamily="18" charset="0"/>
                <a:cs typeface="Times New Roman" panose="02020603050405020304" pitchFamily="18" charset="0"/>
              </a:rPr>
              <a:t>x</a:t>
            </a:r>
            <a:r>
              <a:rPr lang="en-US" baseline="-25000" dirty="0" err="1">
                <a:latin typeface="Times New Roman" panose="02020603050405020304" pitchFamily="18" charset="0"/>
                <a:cs typeface="Times New Roman" panose="02020603050405020304" pitchFamily="18" charset="0"/>
              </a:rPr>
              <a:t>id</a:t>
            </a: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 and therefore we get </a:t>
            </a:r>
          </a:p>
          <a:p>
            <a:endParaRPr lang="en-US" baseline="-25000" dirty="0">
              <a:latin typeface="Times New Roman" panose="02020603050405020304" pitchFamily="18" charset="0"/>
              <a:cs typeface="Times New Roman" panose="02020603050405020304" pitchFamily="18" charset="0"/>
            </a:endParaRPr>
          </a:p>
          <a:p>
            <a:endParaRPr lang="en-US" baseline="-25000" dirty="0">
              <a:latin typeface="Times New Roman" panose="02020603050405020304" pitchFamily="18" charset="0"/>
              <a:cs typeface="Times New Roman" panose="02020603050405020304" pitchFamily="18" charset="0"/>
            </a:endParaRPr>
          </a:p>
          <a:p>
            <a:r>
              <a:rPr lang="en-US" b="0" i="0" u="none" strike="noStrike" baseline="0" dirty="0">
                <a:latin typeface="Times New Roman" panose="02020603050405020304" pitchFamily="18" charset="0"/>
              </a:rPr>
              <a:t>The equation gives in terms of the linear unit inputs </a:t>
            </a:r>
            <a:r>
              <a:rPr lang="en-US" dirty="0" err="1">
                <a:latin typeface="Times New Roman" panose="02020603050405020304" pitchFamily="18" charset="0"/>
                <a:cs typeface="Times New Roman" panose="02020603050405020304" pitchFamily="18" charset="0"/>
              </a:rPr>
              <a:t>x</a:t>
            </a:r>
            <a:r>
              <a:rPr lang="en-US" baseline="-25000" dirty="0" err="1">
                <a:latin typeface="Times New Roman" panose="02020603050405020304" pitchFamily="18" charset="0"/>
                <a:cs typeface="Times New Roman" panose="02020603050405020304" pitchFamily="18" charset="0"/>
              </a:rPr>
              <a:t>id</a:t>
            </a:r>
            <a:r>
              <a:rPr lang="en-US" baseline="-25000"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 , the</a:t>
            </a:r>
            <a:r>
              <a:rPr lang="en-US" b="0" i="0" u="none" strike="noStrike" baseline="0" dirty="0">
                <a:latin typeface="Times New Roman" panose="02020603050405020304" pitchFamily="18" charset="0"/>
              </a:rPr>
              <a:t> outputs o</a:t>
            </a:r>
            <a:r>
              <a:rPr lang="en-US" b="0" i="0" u="none" strike="noStrike" baseline="-25000" dirty="0">
                <a:latin typeface="Times New Roman" panose="02020603050405020304" pitchFamily="18" charset="0"/>
              </a:rPr>
              <a:t>d</a:t>
            </a:r>
            <a:r>
              <a:rPr lang="en-US" b="0" i="0" u="none" strike="noStrike" baseline="0" dirty="0">
                <a:latin typeface="Times New Roman" panose="02020603050405020304" pitchFamily="18" charset="0"/>
              </a:rPr>
              <a:t>, and target values t</a:t>
            </a:r>
            <a:r>
              <a:rPr lang="en-US" b="0" i="0" u="none" strike="noStrike" baseline="-25000" dirty="0">
                <a:latin typeface="Times New Roman" panose="02020603050405020304" pitchFamily="18" charset="0"/>
              </a:rPr>
              <a:t>d</a:t>
            </a:r>
            <a:r>
              <a:rPr lang="en-US" b="0" i="0" u="none" strike="noStrike" baseline="0" dirty="0">
                <a:latin typeface="Times New Roman" panose="02020603050405020304" pitchFamily="18" charset="0"/>
              </a:rPr>
              <a:t> associated with the training examples. </a:t>
            </a:r>
          </a:p>
          <a:p>
            <a:r>
              <a:rPr lang="en-US" b="0" i="0" u="none" strike="noStrike" baseline="0" dirty="0">
                <a:latin typeface="Times New Roman" panose="02020603050405020304" pitchFamily="18" charset="0"/>
              </a:rPr>
              <a:t>Substituting the above Equation into Equation                                                  </a:t>
            </a:r>
          </a:p>
          <a:p>
            <a:endParaRPr lang="en-US" dirty="0">
              <a:latin typeface="Times New Roman" panose="02020603050405020304" pitchFamily="18" charset="0"/>
            </a:endParaRPr>
          </a:p>
          <a:p>
            <a:r>
              <a:rPr lang="en-US" b="0" i="0" u="none" strike="noStrike" baseline="0" dirty="0">
                <a:latin typeface="Times New Roman" panose="02020603050405020304" pitchFamily="18" charset="0"/>
              </a:rPr>
              <a:t>yields </a:t>
            </a:r>
            <a:r>
              <a:rPr lang="en-US" b="1" i="0" u="none" strike="noStrike" baseline="0" dirty="0">
                <a:latin typeface="Times New Roman" panose="02020603050405020304" pitchFamily="18" charset="0"/>
              </a:rPr>
              <a:t>the weight update rule for gradient descent</a:t>
            </a:r>
            <a:endParaRPr lang="en-US" b="1" dirty="0">
              <a:latin typeface="Times New Roman" panose="02020603050405020304" pitchFamily="18" charset="0"/>
              <a:cs typeface="Times New Roman" panose="02020603050405020304" pitchFamily="18" charset="0"/>
            </a:endParaRPr>
          </a:p>
          <a:p>
            <a:endParaRPr lang="en-IN" baseline="-25000" dirty="0"/>
          </a:p>
        </p:txBody>
      </p:sp>
      <p:pic>
        <p:nvPicPr>
          <p:cNvPr id="5" name="Picture 4">
            <a:extLst>
              <a:ext uri="{FF2B5EF4-FFF2-40B4-BE49-F238E27FC236}">
                <a16:creationId xmlns:a16="http://schemas.microsoft.com/office/drawing/2014/main" id="{9B759A6B-34D6-65AC-496C-2F1F8001995C}"/>
              </a:ext>
            </a:extLst>
          </p:cNvPr>
          <p:cNvPicPr>
            <a:picLocks noChangeAspect="1"/>
          </p:cNvPicPr>
          <p:nvPr/>
        </p:nvPicPr>
        <p:blipFill>
          <a:blip r:embed="rId2"/>
          <a:stretch>
            <a:fillRect/>
          </a:stretch>
        </p:blipFill>
        <p:spPr>
          <a:xfrm>
            <a:off x="6551823" y="2180722"/>
            <a:ext cx="4178577" cy="1059784"/>
          </a:xfrm>
          <a:prstGeom prst="rect">
            <a:avLst/>
          </a:prstGeom>
        </p:spPr>
      </p:pic>
      <p:pic>
        <p:nvPicPr>
          <p:cNvPr id="9" name="Picture 8">
            <a:extLst>
              <a:ext uri="{FF2B5EF4-FFF2-40B4-BE49-F238E27FC236}">
                <a16:creationId xmlns:a16="http://schemas.microsoft.com/office/drawing/2014/main" id="{594FAB65-649D-6E93-961D-70008F9111D5}"/>
              </a:ext>
            </a:extLst>
          </p:cNvPr>
          <p:cNvPicPr>
            <a:picLocks noChangeAspect="1"/>
          </p:cNvPicPr>
          <p:nvPr/>
        </p:nvPicPr>
        <p:blipFill>
          <a:blip r:embed="rId3"/>
          <a:stretch>
            <a:fillRect/>
          </a:stretch>
        </p:blipFill>
        <p:spPr>
          <a:xfrm>
            <a:off x="8015698" y="5048989"/>
            <a:ext cx="4178577" cy="1012988"/>
          </a:xfrm>
          <a:prstGeom prst="rect">
            <a:avLst/>
          </a:prstGeom>
        </p:spPr>
      </p:pic>
      <p:pic>
        <p:nvPicPr>
          <p:cNvPr id="7" name="Picture 6">
            <a:extLst>
              <a:ext uri="{FF2B5EF4-FFF2-40B4-BE49-F238E27FC236}">
                <a16:creationId xmlns:a16="http://schemas.microsoft.com/office/drawing/2014/main" id="{58A104D9-07B4-72A8-0A00-FF7985684A6C}"/>
              </a:ext>
            </a:extLst>
          </p:cNvPr>
          <p:cNvPicPr>
            <a:picLocks noChangeAspect="1"/>
          </p:cNvPicPr>
          <p:nvPr/>
        </p:nvPicPr>
        <p:blipFill>
          <a:blip r:embed="rId4"/>
          <a:stretch>
            <a:fillRect/>
          </a:stretch>
        </p:blipFill>
        <p:spPr>
          <a:xfrm>
            <a:off x="8355071" y="4017835"/>
            <a:ext cx="2553559" cy="1055470"/>
          </a:xfrm>
          <a:prstGeom prst="rect">
            <a:avLst/>
          </a:prstGeom>
        </p:spPr>
      </p:pic>
    </p:spTree>
    <p:extLst>
      <p:ext uri="{BB962C8B-B14F-4D97-AF65-F5344CB8AC3E}">
        <p14:creationId xmlns:p14="http://schemas.microsoft.com/office/powerpoint/2010/main" val="2866998117"/>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08EBAEE-4946-10F6-CCD1-66FEFD928D8E}"/>
              </a:ext>
            </a:extLst>
          </p:cNvPr>
          <p:cNvSpPr>
            <a:spLocks noGrp="1"/>
          </p:cNvSpPr>
          <p:nvPr>
            <p:ph type="title"/>
          </p:nvPr>
        </p:nvSpPr>
        <p:spPr/>
        <p:txBody>
          <a:bodyPr/>
          <a:lstStyle/>
          <a:p>
            <a:r>
              <a:rPr lang="en-US" dirty="0"/>
              <a:t>Perceptron logic function – AND gate </a:t>
            </a:r>
            <a:endParaRPr lang="en-IN" dirty="0"/>
          </a:p>
        </p:txBody>
      </p:sp>
      <p:sp>
        <p:nvSpPr>
          <p:cNvPr id="3" name="Content Placeholder 2">
            <a:extLst>
              <a:ext uri="{FF2B5EF4-FFF2-40B4-BE49-F238E27FC236}">
                <a16:creationId xmlns:a16="http://schemas.microsoft.com/office/drawing/2014/main" id="{1F1E3B4A-C9A0-3778-6B0B-FFB3CA3809E7}"/>
              </a:ext>
            </a:extLst>
          </p:cNvPr>
          <p:cNvSpPr>
            <a:spLocks noGrp="1"/>
          </p:cNvSpPr>
          <p:nvPr>
            <p:ph idx="1"/>
          </p:nvPr>
        </p:nvSpPr>
        <p:spPr>
          <a:xfrm>
            <a:off x="1" y="1246909"/>
            <a:ext cx="12025744" cy="5374608"/>
          </a:xfrm>
        </p:spPr>
        <p:txBody>
          <a:bodyPr/>
          <a:lstStyle/>
          <a:p>
            <a:r>
              <a:rPr lang="en-US" dirty="0"/>
              <a:t>Perceptron can model basic logic gates like AND, OR and NOT</a:t>
            </a:r>
          </a:p>
          <a:p>
            <a:r>
              <a:rPr lang="en-US" dirty="0"/>
              <a:t>Example: Perceptron for AND gate</a:t>
            </a:r>
          </a:p>
          <a:p>
            <a:r>
              <a:rPr lang="en-IN" b="1" dirty="0"/>
              <a:t>Given the training examples (x</a:t>
            </a:r>
            <a:r>
              <a:rPr lang="en-IN" b="1" baseline="-25000" dirty="0"/>
              <a:t>1</a:t>
            </a:r>
            <a:r>
              <a:rPr lang="en-IN" b="1" dirty="0"/>
              <a:t>, x</a:t>
            </a:r>
            <a:r>
              <a:rPr lang="en-IN" b="1" baseline="-25000" dirty="0"/>
              <a:t>2</a:t>
            </a:r>
            <a:r>
              <a:rPr lang="en-IN" b="1" dirty="0"/>
              <a:t>) , Perceptron equation  y = step(w</a:t>
            </a:r>
            <a:r>
              <a:rPr lang="en-IN" b="1" baseline="-25000" dirty="0"/>
              <a:t>1</a:t>
            </a:r>
            <a:r>
              <a:rPr lang="en-IN" b="1" dirty="0"/>
              <a:t>x</a:t>
            </a:r>
            <a:r>
              <a:rPr lang="en-IN" b="1" baseline="-25000" dirty="0"/>
              <a:t>1</a:t>
            </a:r>
            <a:r>
              <a:rPr lang="en-IN" b="1" dirty="0"/>
              <a:t> + w</a:t>
            </a:r>
            <a:r>
              <a:rPr lang="en-IN" b="1" baseline="-25000" dirty="0"/>
              <a:t>2</a:t>
            </a:r>
            <a:r>
              <a:rPr lang="en-IN" b="1" dirty="0"/>
              <a:t>x</a:t>
            </a:r>
            <a:r>
              <a:rPr lang="en-IN" b="1" baseline="-25000" dirty="0"/>
              <a:t>2</a:t>
            </a:r>
            <a:r>
              <a:rPr lang="en-IN" b="1" dirty="0"/>
              <a:t> + b), this step function outputs 1 if the sum is &gt;= 0 and 0 otherwise. Find w</a:t>
            </a:r>
            <a:r>
              <a:rPr lang="en-IN" b="1" baseline="-25000" dirty="0"/>
              <a:t>1</a:t>
            </a:r>
            <a:r>
              <a:rPr lang="en-IN" b="1" dirty="0"/>
              <a:t>, w</a:t>
            </a:r>
            <a:r>
              <a:rPr lang="en-IN" b="1" baseline="-25000" dirty="0"/>
              <a:t>2</a:t>
            </a:r>
            <a:r>
              <a:rPr lang="en-IN" b="1" dirty="0"/>
              <a:t>, and b</a:t>
            </a:r>
          </a:p>
          <a:p>
            <a:endParaRPr lang="en-IN" dirty="0"/>
          </a:p>
        </p:txBody>
      </p:sp>
      <p:graphicFrame>
        <p:nvGraphicFramePr>
          <p:cNvPr id="4" name="Table 3">
            <a:extLst>
              <a:ext uri="{FF2B5EF4-FFF2-40B4-BE49-F238E27FC236}">
                <a16:creationId xmlns:a16="http://schemas.microsoft.com/office/drawing/2014/main" id="{14DF45A1-E99D-30A5-8B8F-FF990C26568A}"/>
              </a:ext>
            </a:extLst>
          </p:cNvPr>
          <p:cNvGraphicFramePr>
            <a:graphicFrameLocks noGrp="1"/>
          </p:cNvGraphicFramePr>
          <p:nvPr>
            <p:extLst>
              <p:ext uri="{D42A27DB-BD31-4B8C-83A1-F6EECF244321}">
                <p14:modId xmlns:p14="http://schemas.microsoft.com/office/powerpoint/2010/main" val="667568874"/>
              </p:ext>
            </p:extLst>
          </p:nvPr>
        </p:nvGraphicFramePr>
        <p:xfrm>
          <a:off x="1590567" y="3428999"/>
          <a:ext cx="5324583" cy="2848304"/>
        </p:xfrm>
        <a:graphic>
          <a:graphicData uri="http://schemas.openxmlformats.org/drawingml/2006/table">
            <a:tbl>
              <a:tblPr firstRow="1" bandRow="1">
                <a:tableStyleId>{5940675A-B579-460E-94D1-54222C63F5DA}</a:tableStyleId>
              </a:tblPr>
              <a:tblGrid>
                <a:gridCol w="1001981">
                  <a:extLst>
                    <a:ext uri="{9D8B030D-6E8A-4147-A177-3AD203B41FA5}">
                      <a16:colId xmlns:a16="http://schemas.microsoft.com/office/drawing/2014/main" val="180457648"/>
                    </a:ext>
                  </a:extLst>
                </a:gridCol>
                <a:gridCol w="1170705">
                  <a:extLst>
                    <a:ext uri="{9D8B030D-6E8A-4147-A177-3AD203B41FA5}">
                      <a16:colId xmlns:a16="http://schemas.microsoft.com/office/drawing/2014/main" val="24501733"/>
                    </a:ext>
                  </a:extLst>
                </a:gridCol>
                <a:gridCol w="2093760">
                  <a:extLst>
                    <a:ext uri="{9D8B030D-6E8A-4147-A177-3AD203B41FA5}">
                      <a16:colId xmlns:a16="http://schemas.microsoft.com/office/drawing/2014/main" val="3616225167"/>
                    </a:ext>
                  </a:extLst>
                </a:gridCol>
                <a:gridCol w="1058137">
                  <a:extLst>
                    <a:ext uri="{9D8B030D-6E8A-4147-A177-3AD203B41FA5}">
                      <a16:colId xmlns:a16="http://schemas.microsoft.com/office/drawing/2014/main" val="143531181"/>
                    </a:ext>
                  </a:extLst>
                </a:gridCol>
              </a:tblGrid>
              <a:tr h="528146">
                <a:tc>
                  <a:txBody>
                    <a:bodyPr/>
                    <a:lstStyle/>
                    <a:p>
                      <a:pPr algn="ctr"/>
                      <a:r>
                        <a:rPr lang="en-US" sz="2800" b="0" dirty="0">
                          <a:latin typeface="Times New Roman" panose="02020603050405020304" pitchFamily="18" charset="0"/>
                          <a:cs typeface="Times New Roman" panose="02020603050405020304" pitchFamily="18" charset="0"/>
                        </a:rPr>
                        <a:t>x1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x2</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y</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AND</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49196082"/>
                  </a:ext>
                </a:extLst>
              </a:tr>
              <a:tr h="472966">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US" sz="2800" b="0" dirty="0">
                          <a:latin typeface="Times New Roman" panose="02020603050405020304" pitchFamily="18" charset="0"/>
                          <a:cs typeface="Times New Roman" panose="02020603050405020304" pitchFamily="18" charset="0"/>
                        </a:rPr>
                        <a:t>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90489453"/>
                  </a:ext>
                </a:extLst>
              </a:tr>
              <a:tr h="600666">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t>w</a:t>
                      </a:r>
                      <a:r>
                        <a:rPr lang="en-IN" sz="2800" b="0" baseline="-25000" dirty="0"/>
                        <a:t>2</a:t>
                      </a:r>
                      <a:r>
                        <a:rPr lang="en-IN" sz="2800" b="0" dirty="0"/>
                        <a:t> +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0717832"/>
                  </a:ext>
                </a:extLst>
              </a:tr>
              <a:tr h="600666">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t>w</a:t>
                      </a:r>
                      <a:r>
                        <a:rPr lang="en-IN" sz="2800" b="0" baseline="-25000" dirty="0"/>
                        <a:t>1</a:t>
                      </a:r>
                      <a:r>
                        <a:rPr lang="en-IN" sz="2800" b="0" dirty="0"/>
                        <a:t> +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2328270"/>
                  </a:ext>
                </a:extLst>
              </a:tr>
              <a:tr h="600666">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t>w</a:t>
                      </a:r>
                      <a:r>
                        <a:rPr lang="en-IN" sz="2800" b="0" baseline="-25000" dirty="0"/>
                        <a:t>2  </a:t>
                      </a:r>
                      <a:r>
                        <a:rPr lang="en-IN" sz="2800" b="0" baseline="0" dirty="0"/>
                        <a:t> + </a:t>
                      </a:r>
                      <a:r>
                        <a:rPr lang="en-IN" sz="2800" b="0" dirty="0"/>
                        <a:t>w</a:t>
                      </a:r>
                      <a:r>
                        <a:rPr lang="en-IN" sz="2800" b="0" baseline="-25000" dirty="0"/>
                        <a:t>2</a:t>
                      </a:r>
                      <a:r>
                        <a:rPr lang="en-IN" sz="2800" b="0" dirty="0"/>
                        <a:t> +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0032701"/>
                  </a:ext>
                </a:extLst>
              </a:tr>
            </a:tbl>
          </a:graphicData>
        </a:graphic>
      </p:graphicFrame>
    </p:spTree>
    <p:extLst>
      <p:ext uri="{BB962C8B-B14F-4D97-AF65-F5344CB8AC3E}">
        <p14:creationId xmlns:p14="http://schemas.microsoft.com/office/powerpoint/2010/main" val="150768976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23C5916-CC5E-EC82-8BBA-AAF9117FF86A}"/>
              </a:ext>
            </a:extLst>
          </p:cNvPr>
          <p:cNvSpPr>
            <a:spLocks noGrp="1"/>
          </p:cNvSpPr>
          <p:nvPr>
            <p:ph idx="1"/>
          </p:nvPr>
        </p:nvSpPr>
        <p:spPr>
          <a:xfrm>
            <a:off x="152399" y="315310"/>
            <a:ext cx="11873345" cy="6385035"/>
          </a:xfrm>
        </p:spPr>
        <p:txBody>
          <a:bodyPr/>
          <a:lstStyle/>
          <a:p>
            <a:r>
              <a:rPr lang="en-US" dirty="0"/>
              <a:t>To satisfy these conditions:</a:t>
            </a:r>
          </a:p>
          <a:p>
            <a:pPr marL="514350" indent="-514350">
              <a:buFont typeface="+mj-lt"/>
              <a:buAutoNum type="arabicPeriod"/>
            </a:pPr>
            <a:r>
              <a:rPr lang="en-US" dirty="0"/>
              <a:t>b  &lt; 0 </a:t>
            </a:r>
          </a:p>
          <a:p>
            <a:pPr marL="514350" indent="-514350">
              <a:buFont typeface="+mj-lt"/>
              <a:buAutoNum type="arabicPeriod"/>
            </a:pPr>
            <a:r>
              <a:rPr lang="en-US" dirty="0"/>
              <a:t>w</a:t>
            </a:r>
            <a:r>
              <a:rPr lang="en-US" baseline="-25000" dirty="0"/>
              <a:t>1</a:t>
            </a:r>
            <a:r>
              <a:rPr lang="en-US" dirty="0"/>
              <a:t> + b &lt; 0 and w</a:t>
            </a:r>
            <a:r>
              <a:rPr lang="en-US" baseline="-25000" dirty="0"/>
              <a:t>2</a:t>
            </a:r>
            <a:r>
              <a:rPr lang="en-US" dirty="0"/>
              <a:t> + b &lt; 0    </a:t>
            </a:r>
          </a:p>
          <a:p>
            <a:pPr marL="514350" indent="-514350">
              <a:buFont typeface="+mj-lt"/>
              <a:buAutoNum type="arabicPeriod"/>
            </a:pPr>
            <a:r>
              <a:rPr lang="en-US" dirty="0"/>
              <a:t>w</a:t>
            </a:r>
            <a:r>
              <a:rPr lang="en-US" baseline="-25000" dirty="0"/>
              <a:t>1</a:t>
            </a:r>
            <a:r>
              <a:rPr lang="en-US" dirty="0"/>
              <a:t> + w</a:t>
            </a:r>
            <a:r>
              <a:rPr lang="en-US" baseline="-25000" dirty="0"/>
              <a:t>2</a:t>
            </a:r>
            <a:r>
              <a:rPr lang="en-US" dirty="0"/>
              <a:t> + b &gt;= 0    </a:t>
            </a:r>
          </a:p>
          <a:p>
            <a:pPr marL="514350" indent="-514350">
              <a:buFont typeface="+mj-lt"/>
              <a:buAutoNum type="arabicPeriod"/>
            </a:pPr>
            <a:endParaRPr lang="en-US" dirty="0"/>
          </a:p>
          <a:p>
            <a:pPr marL="0" indent="0">
              <a:buNone/>
            </a:pPr>
            <a:endParaRPr lang="en-US" dirty="0"/>
          </a:p>
          <a:p>
            <a:r>
              <a:rPr lang="en-US" dirty="0"/>
              <a:t>Choose w</a:t>
            </a:r>
            <a:r>
              <a:rPr lang="en-US" baseline="-25000" dirty="0"/>
              <a:t>1 </a:t>
            </a:r>
            <a:r>
              <a:rPr lang="en-US" dirty="0"/>
              <a:t> =1 w</a:t>
            </a:r>
            <a:r>
              <a:rPr lang="en-US" baseline="-25000" dirty="0"/>
              <a:t>2</a:t>
            </a:r>
            <a:r>
              <a:rPr lang="en-US" dirty="0"/>
              <a:t> = 1 and b = -1.5</a:t>
            </a:r>
          </a:p>
          <a:p>
            <a:r>
              <a:rPr lang="en-US" dirty="0"/>
              <a:t>Thus, ( 1, 1, -1.5) works for AND gate </a:t>
            </a:r>
            <a:r>
              <a:rPr lang="en-US" baseline="-25000" dirty="0"/>
              <a:t> </a:t>
            </a:r>
            <a:r>
              <a:rPr lang="en-US" dirty="0"/>
              <a:t>  </a:t>
            </a:r>
          </a:p>
          <a:p>
            <a:endParaRPr lang="en-US" dirty="0"/>
          </a:p>
        </p:txBody>
      </p:sp>
      <p:graphicFrame>
        <p:nvGraphicFramePr>
          <p:cNvPr id="5" name="Table 4">
            <a:extLst>
              <a:ext uri="{FF2B5EF4-FFF2-40B4-BE49-F238E27FC236}">
                <a16:creationId xmlns:a16="http://schemas.microsoft.com/office/drawing/2014/main" id="{A1C6E28C-50B9-B172-1F64-FF4BDC6275F0}"/>
              </a:ext>
            </a:extLst>
          </p:cNvPr>
          <p:cNvGraphicFramePr>
            <a:graphicFrameLocks noGrp="1"/>
          </p:cNvGraphicFramePr>
          <p:nvPr>
            <p:extLst>
              <p:ext uri="{D42A27DB-BD31-4B8C-83A1-F6EECF244321}">
                <p14:modId xmlns:p14="http://schemas.microsoft.com/office/powerpoint/2010/main" val="728021684"/>
              </p:ext>
            </p:extLst>
          </p:nvPr>
        </p:nvGraphicFramePr>
        <p:xfrm>
          <a:off x="6096000" y="26690"/>
          <a:ext cx="5165558" cy="2895600"/>
        </p:xfrm>
        <a:graphic>
          <a:graphicData uri="http://schemas.openxmlformats.org/drawingml/2006/table">
            <a:tbl>
              <a:tblPr firstRow="1" bandRow="1">
                <a:tableStyleId>{5940675A-B579-460E-94D1-54222C63F5DA}</a:tableStyleId>
              </a:tblPr>
              <a:tblGrid>
                <a:gridCol w="944293">
                  <a:extLst>
                    <a:ext uri="{9D8B030D-6E8A-4147-A177-3AD203B41FA5}">
                      <a16:colId xmlns:a16="http://schemas.microsoft.com/office/drawing/2014/main" val="1048055548"/>
                    </a:ext>
                  </a:extLst>
                </a:gridCol>
                <a:gridCol w="890559">
                  <a:extLst>
                    <a:ext uri="{9D8B030D-6E8A-4147-A177-3AD203B41FA5}">
                      <a16:colId xmlns:a16="http://schemas.microsoft.com/office/drawing/2014/main" val="843362058"/>
                    </a:ext>
                  </a:extLst>
                </a:gridCol>
                <a:gridCol w="1462719">
                  <a:extLst>
                    <a:ext uri="{9D8B030D-6E8A-4147-A177-3AD203B41FA5}">
                      <a16:colId xmlns:a16="http://schemas.microsoft.com/office/drawing/2014/main" val="2536499258"/>
                    </a:ext>
                  </a:extLst>
                </a:gridCol>
                <a:gridCol w="1867987">
                  <a:extLst>
                    <a:ext uri="{9D8B030D-6E8A-4147-A177-3AD203B41FA5}">
                      <a16:colId xmlns:a16="http://schemas.microsoft.com/office/drawing/2014/main" val="401331051"/>
                    </a:ext>
                  </a:extLst>
                </a:gridCol>
              </a:tblGrid>
              <a:tr h="653840">
                <a:tc>
                  <a:txBody>
                    <a:bodyPr/>
                    <a:lstStyle/>
                    <a:p>
                      <a:pPr algn="ctr"/>
                      <a:r>
                        <a:rPr lang="en-US" sz="2800" b="0" dirty="0">
                          <a:latin typeface="Times New Roman" panose="02020603050405020304" pitchFamily="18" charset="0"/>
                          <a:cs typeface="Times New Roman" panose="02020603050405020304" pitchFamily="18" charset="0"/>
                        </a:rPr>
                        <a:t>x1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x2</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y</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Step function OUTPUT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77628360"/>
                  </a:ext>
                </a:extLst>
              </a:tr>
              <a:tr h="370840">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-1.5</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69123005"/>
                  </a:ext>
                </a:extLst>
              </a:tr>
              <a:tr h="370840">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IN" sz="2800" b="0" dirty="0">
                          <a:latin typeface="Times New Roman" panose="02020603050405020304" pitchFamily="18" charset="0"/>
                          <a:cs typeface="Times New Roman" panose="02020603050405020304" pitchFamily="18" charset="0"/>
                        </a:rPr>
                        <a:t>-0.5</a:t>
                      </a:r>
                    </a:p>
                  </a:txBody>
                  <a:tcPr/>
                </a:tc>
                <a:tc>
                  <a:txBody>
                    <a:bodyPr/>
                    <a:lstStyle/>
                    <a:p>
                      <a:pPr algn="ctr"/>
                      <a:r>
                        <a:rPr lang="en-US" sz="2800" dirty="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1878621"/>
                  </a:ext>
                </a:extLst>
              </a:tr>
              <a:tr h="370840">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a:t>
                      </a:r>
                      <a:r>
                        <a:rPr lang="en-IN" sz="2800" b="0" dirty="0">
                          <a:latin typeface="Times New Roman" panose="02020603050405020304" pitchFamily="18" charset="0"/>
                          <a:cs typeface="Times New Roman" panose="02020603050405020304" pitchFamily="18" charset="0"/>
                        </a:rPr>
                        <a:t>0.5</a:t>
                      </a:r>
                    </a:p>
                  </a:txBody>
                  <a:tcPr/>
                </a:tc>
                <a:tc>
                  <a:txBody>
                    <a:bodyPr/>
                    <a:lstStyle/>
                    <a:p>
                      <a:pPr algn="ctr"/>
                      <a:r>
                        <a:rPr lang="en-US" sz="2800" dirty="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66836275"/>
                  </a:ext>
                </a:extLst>
              </a:tr>
              <a:tr h="370840">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r>
                        <a:rPr lang="en-IN" sz="2800" b="0" dirty="0">
                          <a:latin typeface="Times New Roman" panose="02020603050405020304" pitchFamily="18" charset="0"/>
                          <a:cs typeface="Times New Roman" panose="02020603050405020304" pitchFamily="18" charset="0"/>
                        </a:rPr>
                        <a:t>.5</a:t>
                      </a:r>
                    </a:p>
                  </a:txBody>
                  <a:tcPr/>
                </a:tc>
                <a:tc>
                  <a:txBody>
                    <a:bodyPr/>
                    <a:lstStyle/>
                    <a:p>
                      <a:pPr algn="ctr"/>
                      <a:r>
                        <a:rPr lang="en-US" sz="2800" dirty="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49821513"/>
                  </a:ext>
                </a:extLst>
              </a:tr>
            </a:tbl>
          </a:graphicData>
        </a:graphic>
      </p:graphicFrame>
      <p:pic>
        <p:nvPicPr>
          <p:cNvPr id="7" name="Picture 6">
            <a:extLst>
              <a:ext uri="{FF2B5EF4-FFF2-40B4-BE49-F238E27FC236}">
                <a16:creationId xmlns:a16="http://schemas.microsoft.com/office/drawing/2014/main" id="{899C5754-3A20-1B5C-FD3A-09F6F4D855F2}"/>
              </a:ext>
            </a:extLst>
          </p:cNvPr>
          <p:cNvPicPr>
            <a:picLocks noChangeAspect="1"/>
          </p:cNvPicPr>
          <p:nvPr/>
        </p:nvPicPr>
        <p:blipFill>
          <a:blip r:embed="rId2"/>
          <a:stretch>
            <a:fillRect/>
          </a:stretch>
        </p:blipFill>
        <p:spPr>
          <a:xfrm>
            <a:off x="6548046" y="3369089"/>
            <a:ext cx="4601217" cy="3534268"/>
          </a:xfrm>
          <a:prstGeom prst="rect">
            <a:avLst/>
          </a:prstGeom>
        </p:spPr>
      </p:pic>
      <p:sp>
        <p:nvSpPr>
          <p:cNvPr id="8" name="TextBox 7">
            <a:extLst>
              <a:ext uri="{FF2B5EF4-FFF2-40B4-BE49-F238E27FC236}">
                <a16:creationId xmlns:a16="http://schemas.microsoft.com/office/drawing/2014/main" id="{0E190351-0A72-2CD1-C82F-DA4936F1E6FC}"/>
              </a:ext>
            </a:extLst>
          </p:cNvPr>
          <p:cNvSpPr txBox="1"/>
          <p:nvPr/>
        </p:nvSpPr>
        <p:spPr>
          <a:xfrm>
            <a:off x="7603959" y="3701271"/>
            <a:ext cx="994611" cy="400110"/>
          </a:xfrm>
          <a:prstGeom prst="rect">
            <a:avLst/>
          </a:prstGeom>
          <a:noFill/>
        </p:spPr>
        <p:txBody>
          <a:bodyPr wrap="square" rtlCol="0">
            <a:spAutoFit/>
          </a:bodyPr>
          <a:lstStyle/>
          <a:p>
            <a:r>
              <a:rPr lang="en-US" sz="2000" b="1" dirty="0"/>
              <a:t>   -1.5</a:t>
            </a:r>
            <a:endParaRPr lang="en-IN" sz="2000" b="1" dirty="0"/>
          </a:p>
        </p:txBody>
      </p:sp>
      <p:sp>
        <p:nvSpPr>
          <p:cNvPr id="9" name="TextBox 8">
            <a:extLst>
              <a:ext uri="{FF2B5EF4-FFF2-40B4-BE49-F238E27FC236}">
                <a16:creationId xmlns:a16="http://schemas.microsoft.com/office/drawing/2014/main" id="{C22B457C-3739-EC1C-75E6-E7FD826E5FD4}"/>
              </a:ext>
            </a:extLst>
          </p:cNvPr>
          <p:cNvSpPr txBox="1"/>
          <p:nvPr/>
        </p:nvSpPr>
        <p:spPr>
          <a:xfrm>
            <a:off x="7563854" y="4820652"/>
            <a:ext cx="994611" cy="400110"/>
          </a:xfrm>
          <a:prstGeom prst="rect">
            <a:avLst/>
          </a:prstGeom>
          <a:noFill/>
        </p:spPr>
        <p:txBody>
          <a:bodyPr wrap="square" rtlCol="0">
            <a:spAutoFit/>
          </a:bodyPr>
          <a:lstStyle/>
          <a:p>
            <a:r>
              <a:rPr lang="en-US" sz="2000" b="1" dirty="0"/>
              <a:t>   w</a:t>
            </a:r>
            <a:r>
              <a:rPr lang="en-US" sz="2000" b="1" baseline="-25000" dirty="0"/>
              <a:t>1</a:t>
            </a:r>
            <a:r>
              <a:rPr lang="en-US" sz="2000" b="1" dirty="0"/>
              <a:t>=1</a:t>
            </a:r>
            <a:endParaRPr lang="en-IN" sz="2000" b="1" dirty="0"/>
          </a:p>
        </p:txBody>
      </p:sp>
      <p:sp>
        <p:nvSpPr>
          <p:cNvPr id="10" name="TextBox 9">
            <a:extLst>
              <a:ext uri="{FF2B5EF4-FFF2-40B4-BE49-F238E27FC236}">
                <a16:creationId xmlns:a16="http://schemas.microsoft.com/office/drawing/2014/main" id="{0CA7D320-11E7-A274-8A87-5C60EB589969}"/>
              </a:ext>
            </a:extLst>
          </p:cNvPr>
          <p:cNvSpPr txBox="1"/>
          <p:nvPr/>
        </p:nvSpPr>
        <p:spPr>
          <a:xfrm>
            <a:off x="7603960" y="5999743"/>
            <a:ext cx="994611" cy="400110"/>
          </a:xfrm>
          <a:prstGeom prst="rect">
            <a:avLst/>
          </a:prstGeom>
          <a:noFill/>
        </p:spPr>
        <p:txBody>
          <a:bodyPr wrap="square" rtlCol="0">
            <a:spAutoFit/>
          </a:bodyPr>
          <a:lstStyle/>
          <a:p>
            <a:r>
              <a:rPr lang="en-US" sz="2000" b="1" dirty="0"/>
              <a:t>   w</a:t>
            </a:r>
            <a:r>
              <a:rPr lang="en-US" sz="2000" b="1" baseline="-25000" dirty="0"/>
              <a:t>2</a:t>
            </a:r>
            <a:r>
              <a:rPr lang="en-US" sz="2000" b="1" dirty="0"/>
              <a:t>=1</a:t>
            </a:r>
            <a:endParaRPr lang="en-IN" sz="2000" b="1" dirty="0"/>
          </a:p>
        </p:txBody>
      </p:sp>
    </p:spTree>
    <p:extLst>
      <p:ext uri="{BB962C8B-B14F-4D97-AF65-F5344CB8AC3E}">
        <p14:creationId xmlns:p14="http://schemas.microsoft.com/office/powerpoint/2010/main" val="3997442928"/>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12A278-81D9-57F4-6342-77663406159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3896B31-DDB0-04C3-2C17-068538390A48}"/>
              </a:ext>
            </a:extLst>
          </p:cNvPr>
          <p:cNvSpPr>
            <a:spLocks noGrp="1"/>
          </p:cNvSpPr>
          <p:nvPr>
            <p:ph type="title"/>
          </p:nvPr>
        </p:nvSpPr>
        <p:spPr/>
        <p:txBody>
          <a:bodyPr/>
          <a:lstStyle/>
          <a:p>
            <a:r>
              <a:rPr lang="en-US" dirty="0"/>
              <a:t>Perceptron logic function- OR gate </a:t>
            </a:r>
            <a:endParaRPr lang="en-IN" dirty="0"/>
          </a:p>
        </p:txBody>
      </p:sp>
      <p:sp>
        <p:nvSpPr>
          <p:cNvPr id="3" name="Content Placeholder 2">
            <a:extLst>
              <a:ext uri="{FF2B5EF4-FFF2-40B4-BE49-F238E27FC236}">
                <a16:creationId xmlns:a16="http://schemas.microsoft.com/office/drawing/2014/main" id="{A2D3AAC5-3DB6-49D3-9B25-B048753E5B4F}"/>
              </a:ext>
            </a:extLst>
          </p:cNvPr>
          <p:cNvSpPr>
            <a:spLocks noGrp="1"/>
          </p:cNvSpPr>
          <p:nvPr>
            <p:ph idx="1"/>
          </p:nvPr>
        </p:nvSpPr>
        <p:spPr>
          <a:xfrm>
            <a:off x="166254" y="1233863"/>
            <a:ext cx="11187545" cy="5043440"/>
          </a:xfrm>
        </p:spPr>
        <p:txBody>
          <a:bodyPr/>
          <a:lstStyle/>
          <a:p>
            <a:r>
              <a:rPr lang="en-US" dirty="0"/>
              <a:t>Example: Perceptron for OR gate</a:t>
            </a:r>
          </a:p>
          <a:p>
            <a:r>
              <a:rPr lang="en-IN" b="1" dirty="0"/>
              <a:t>Given the Perceptron equation  y = step(w</a:t>
            </a:r>
            <a:r>
              <a:rPr lang="en-IN" b="1" baseline="-25000" dirty="0"/>
              <a:t>1</a:t>
            </a:r>
            <a:r>
              <a:rPr lang="en-IN" b="1" dirty="0"/>
              <a:t>x</a:t>
            </a:r>
            <a:r>
              <a:rPr lang="en-IN" b="1" baseline="-25000" dirty="0"/>
              <a:t>1</a:t>
            </a:r>
            <a:r>
              <a:rPr lang="en-IN" b="1" dirty="0"/>
              <a:t> + w</a:t>
            </a:r>
            <a:r>
              <a:rPr lang="en-IN" b="1" baseline="-25000" dirty="0"/>
              <a:t>2</a:t>
            </a:r>
            <a:r>
              <a:rPr lang="en-IN" b="1" dirty="0"/>
              <a:t>x</a:t>
            </a:r>
            <a:r>
              <a:rPr lang="en-IN" b="1" baseline="-25000" dirty="0"/>
              <a:t>2</a:t>
            </a:r>
            <a:r>
              <a:rPr lang="en-IN" b="1" dirty="0"/>
              <a:t> + b), this step function outputs 1 if the sum is &gt;= 0 and 0 otherwise. Find w</a:t>
            </a:r>
            <a:r>
              <a:rPr lang="en-IN" b="1" baseline="-25000" dirty="0"/>
              <a:t>1</a:t>
            </a:r>
            <a:r>
              <a:rPr lang="en-IN" b="1" dirty="0"/>
              <a:t>, w</a:t>
            </a:r>
            <a:r>
              <a:rPr lang="en-IN" b="1" baseline="-25000" dirty="0"/>
              <a:t>2</a:t>
            </a:r>
            <a:r>
              <a:rPr lang="en-IN" b="1" dirty="0"/>
              <a:t>, and b</a:t>
            </a:r>
          </a:p>
          <a:p>
            <a:endParaRPr lang="en-IN" dirty="0"/>
          </a:p>
        </p:txBody>
      </p:sp>
      <p:graphicFrame>
        <p:nvGraphicFramePr>
          <p:cNvPr id="5" name="Table 4">
            <a:extLst>
              <a:ext uri="{FF2B5EF4-FFF2-40B4-BE49-F238E27FC236}">
                <a16:creationId xmlns:a16="http://schemas.microsoft.com/office/drawing/2014/main" id="{E41714F8-DE3C-86CA-1CC1-9B17EA9EDCBC}"/>
              </a:ext>
            </a:extLst>
          </p:cNvPr>
          <p:cNvGraphicFramePr>
            <a:graphicFrameLocks noGrp="1"/>
          </p:cNvGraphicFramePr>
          <p:nvPr>
            <p:extLst>
              <p:ext uri="{D42A27DB-BD31-4B8C-83A1-F6EECF244321}">
                <p14:modId xmlns:p14="http://schemas.microsoft.com/office/powerpoint/2010/main" val="2894561397"/>
              </p:ext>
            </p:extLst>
          </p:nvPr>
        </p:nvGraphicFramePr>
        <p:xfrm>
          <a:off x="1590567" y="3428999"/>
          <a:ext cx="5324583" cy="2848304"/>
        </p:xfrm>
        <a:graphic>
          <a:graphicData uri="http://schemas.openxmlformats.org/drawingml/2006/table">
            <a:tbl>
              <a:tblPr firstRow="1" bandRow="1">
                <a:tableStyleId>{5940675A-B579-460E-94D1-54222C63F5DA}</a:tableStyleId>
              </a:tblPr>
              <a:tblGrid>
                <a:gridCol w="1001981">
                  <a:extLst>
                    <a:ext uri="{9D8B030D-6E8A-4147-A177-3AD203B41FA5}">
                      <a16:colId xmlns:a16="http://schemas.microsoft.com/office/drawing/2014/main" val="180457648"/>
                    </a:ext>
                  </a:extLst>
                </a:gridCol>
                <a:gridCol w="1170705">
                  <a:extLst>
                    <a:ext uri="{9D8B030D-6E8A-4147-A177-3AD203B41FA5}">
                      <a16:colId xmlns:a16="http://schemas.microsoft.com/office/drawing/2014/main" val="24501733"/>
                    </a:ext>
                  </a:extLst>
                </a:gridCol>
                <a:gridCol w="2093760">
                  <a:extLst>
                    <a:ext uri="{9D8B030D-6E8A-4147-A177-3AD203B41FA5}">
                      <a16:colId xmlns:a16="http://schemas.microsoft.com/office/drawing/2014/main" val="3616225167"/>
                    </a:ext>
                  </a:extLst>
                </a:gridCol>
                <a:gridCol w="1058137">
                  <a:extLst>
                    <a:ext uri="{9D8B030D-6E8A-4147-A177-3AD203B41FA5}">
                      <a16:colId xmlns:a16="http://schemas.microsoft.com/office/drawing/2014/main" val="143531181"/>
                    </a:ext>
                  </a:extLst>
                </a:gridCol>
              </a:tblGrid>
              <a:tr h="528146">
                <a:tc>
                  <a:txBody>
                    <a:bodyPr/>
                    <a:lstStyle/>
                    <a:p>
                      <a:pPr algn="ctr"/>
                      <a:r>
                        <a:rPr lang="en-US" sz="2800" b="0" dirty="0">
                          <a:latin typeface="Times New Roman" panose="02020603050405020304" pitchFamily="18" charset="0"/>
                          <a:cs typeface="Times New Roman" panose="02020603050405020304" pitchFamily="18" charset="0"/>
                        </a:rPr>
                        <a:t>x1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x2</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y</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OR</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49196082"/>
                  </a:ext>
                </a:extLst>
              </a:tr>
              <a:tr h="472966">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US" sz="2800" b="0" dirty="0">
                          <a:latin typeface="Times New Roman" panose="02020603050405020304" pitchFamily="18" charset="0"/>
                          <a:cs typeface="Times New Roman" panose="02020603050405020304" pitchFamily="18" charset="0"/>
                        </a:rPr>
                        <a:t>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90489453"/>
                  </a:ext>
                </a:extLst>
              </a:tr>
              <a:tr h="600666">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t>w</a:t>
                      </a:r>
                      <a:r>
                        <a:rPr lang="en-IN" sz="2800" b="0" baseline="-25000" dirty="0"/>
                        <a:t>2</a:t>
                      </a:r>
                      <a:r>
                        <a:rPr lang="en-IN" sz="2800" b="0" dirty="0"/>
                        <a:t> +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0717832"/>
                  </a:ext>
                </a:extLst>
              </a:tr>
              <a:tr h="600666">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t>w</a:t>
                      </a:r>
                      <a:r>
                        <a:rPr lang="en-IN" sz="2800" b="0" baseline="-25000" dirty="0"/>
                        <a:t>1</a:t>
                      </a:r>
                      <a:r>
                        <a:rPr lang="en-IN" sz="2800" b="0" dirty="0"/>
                        <a:t> +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2328270"/>
                  </a:ext>
                </a:extLst>
              </a:tr>
              <a:tr h="600666">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t>w</a:t>
                      </a:r>
                      <a:r>
                        <a:rPr lang="en-IN" sz="2800" b="0" baseline="-25000" dirty="0"/>
                        <a:t>1 </a:t>
                      </a:r>
                      <a:r>
                        <a:rPr lang="en-IN" sz="2800" b="0" baseline="0" dirty="0"/>
                        <a:t> + </a:t>
                      </a:r>
                      <a:r>
                        <a:rPr lang="en-IN" sz="2800" b="0" dirty="0"/>
                        <a:t>w</a:t>
                      </a:r>
                      <a:r>
                        <a:rPr lang="en-IN" sz="2800" b="0" baseline="-25000" dirty="0"/>
                        <a:t>2</a:t>
                      </a:r>
                      <a:r>
                        <a:rPr lang="en-IN" sz="2800" b="0" dirty="0"/>
                        <a:t> +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0032701"/>
                  </a:ext>
                </a:extLst>
              </a:tr>
            </a:tbl>
          </a:graphicData>
        </a:graphic>
      </p:graphicFrame>
    </p:spTree>
    <p:extLst>
      <p:ext uri="{BB962C8B-B14F-4D97-AF65-F5344CB8AC3E}">
        <p14:creationId xmlns:p14="http://schemas.microsoft.com/office/powerpoint/2010/main" val="3070079369"/>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BA69638-2A01-70FD-029E-199D089983F9}"/>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84720F2-D4C9-57A4-5FBA-46FFAE6CA6C7}"/>
              </a:ext>
            </a:extLst>
          </p:cNvPr>
          <p:cNvSpPr>
            <a:spLocks noGrp="1"/>
          </p:cNvSpPr>
          <p:nvPr>
            <p:ph idx="1"/>
          </p:nvPr>
        </p:nvSpPr>
        <p:spPr>
          <a:xfrm>
            <a:off x="152399" y="315310"/>
            <a:ext cx="11873345" cy="6385035"/>
          </a:xfrm>
        </p:spPr>
        <p:txBody>
          <a:bodyPr/>
          <a:lstStyle/>
          <a:p>
            <a:r>
              <a:rPr lang="en-US" dirty="0"/>
              <a:t>To satisfy these conditions:</a:t>
            </a:r>
          </a:p>
          <a:p>
            <a:pPr marL="514350" indent="-514350">
              <a:buFont typeface="+mj-lt"/>
              <a:buAutoNum type="arabicPeriod"/>
            </a:pPr>
            <a:r>
              <a:rPr lang="en-US" dirty="0"/>
              <a:t>b  &lt; 0</a:t>
            </a:r>
          </a:p>
          <a:p>
            <a:pPr marL="514350" indent="-514350">
              <a:buFont typeface="+mj-lt"/>
              <a:buAutoNum type="arabicPeriod"/>
            </a:pPr>
            <a:r>
              <a:rPr lang="en-US" dirty="0"/>
              <a:t>w</a:t>
            </a:r>
            <a:r>
              <a:rPr lang="en-US" baseline="-25000" dirty="0"/>
              <a:t>1</a:t>
            </a:r>
            <a:r>
              <a:rPr lang="en-US" dirty="0"/>
              <a:t> + b &gt;= 0 and w</a:t>
            </a:r>
            <a:r>
              <a:rPr lang="en-US" baseline="-25000" dirty="0"/>
              <a:t>2</a:t>
            </a:r>
            <a:r>
              <a:rPr lang="en-US" dirty="0"/>
              <a:t> + b &gt;= 0    </a:t>
            </a:r>
          </a:p>
          <a:p>
            <a:pPr marL="514350" indent="-514350">
              <a:buFont typeface="+mj-lt"/>
              <a:buAutoNum type="arabicPeriod"/>
            </a:pPr>
            <a:r>
              <a:rPr lang="en-US" dirty="0"/>
              <a:t>w</a:t>
            </a:r>
            <a:r>
              <a:rPr lang="en-US" baseline="-25000" dirty="0"/>
              <a:t>1</a:t>
            </a:r>
            <a:r>
              <a:rPr lang="en-US" dirty="0"/>
              <a:t> + w</a:t>
            </a:r>
            <a:r>
              <a:rPr lang="en-US" baseline="-25000" dirty="0"/>
              <a:t>2</a:t>
            </a:r>
            <a:r>
              <a:rPr lang="en-US" dirty="0"/>
              <a:t> + b &gt;= 0    </a:t>
            </a:r>
          </a:p>
          <a:p>
            <a:pPr marL="0" indent="0">
              <a:buNone/>
            </a:pPr>
            <a:endParaRPr lang="en-US" dirty="0"/>
          </a:p>
          <a:p>
            <a:r>
              <a:rPr lang="en-US" dirty="0"/>
              <a:t>Choose w</a:t>
            </a:r>
            <a:r>
              <a:rPr lang="en-US" baseline="-25000" dirty="0"/>
              <a:t>1 </a:t>
            </a:r>
            <a:r>
              <a:rPr lang="en-US" dirty="0"/>
              <a:t> =1 w</a:t>
            </a:r>
            <a:r>
              <a:rPr lang="en-US" baseline="-25000" dirty="0"/>
              <a:t>2</a:t>
            </a:r>
            <a:r>
              <a:rPr lang="en-US" dirty="0"/>
              <a:t> = 1 and b = -0.5</a:t>
            </a:r>
          </a:p>
          <a:p>
            <a:r>
              <a:rPr lang="en-US" dirty="0"/>
              <a:t>Thus, ( 1, 1, -0.5) works for OR gate </a:t>
            </a:r>
            <a:r>
              <a:rPr lang="en-US" baseline="-25000" dirty="0"/>
              <a:t> </a:t>
            </a:r>
            <a:r>
              <a:rPr lang="en-US" dirty="0"/>
              <a:t>  </a:t>
            </a:r>
          </a:p>
          <a:p>
            <a:endParaRPr lang="en-US" dirty="0"/>
          </a:p>
        </p:txBody>
      </p:sp>
      <p:graphicFrame>
        <p:nvGraphicFramePr>
          <p:cNvPr id="5" name="Table 4">
            <a:extLst>
              <a:ext uri="{FF2B5EF4-FFF2-40B4-BE49-F238E27FC236}">
                <a16:creationId xmlns:a16="http://schemas.microsoft.com/office/drawing/2014/main" id="{E77FC14B-C1A8-EFB6-3B51-E71AC168F43D}"/>
              </a:ext>
            </a:extLst>
          </p:cNvPr>
          <p:cNvGraphicFramePr>
            <a:graphicFrameLocks noGrp="1"/>
          </p:cNvGraphicFramePr>
          <p:nvPr>
            <p:extLst>
              <p:ext uri="{D42A27DB-BD31-4B8C-83A1-F6EECF244321}">
                <p14:modId xmlns:p14="http://schemas.microsoft.com/office/powerpoint/2010/main" val="2794086375"/>
              </p:ext>
            </p:extLst>
          </p:nvPr>
        </p:nvGraphicFramePr>
        <p:xfrm>
          <a:off x="6910381" y="2890519"/>
          <a:ext cx="4272455" cy="3261360"/>
        </p:xfrm>
        <a:graphic>
          <a:graphicData uri="http://schemas.openxmlformats.org/drawingml/2006/table">
            <a:tbl>
              <a:tblPr firstRow="1" bandRow="1">
                <a:tableStyleId>{5940675A-B579-460E-94D1-54222C63F5DA}</a:tableStyleId>
              </a:tblPr>
              <a:tblGrid>
                <a:gridCol w="781029">
                  <a:extLst>
                    <a:ext uri="{9D8B030D-6E8A-4147-A177-3AD203B41FA5}">
                      <a16:colId xmlns:a16="http://schemas.microsoft.com/office/drawing/2014/main" val="1048055548"/>
                    </a:ext>
                  </a:extLst>
                </a:gridCol>
                <a:gridCol w="736585">
                  <a:extLst>
                    <a:ext uri="{9D8B030D-6E8A-4147-A177-3AD203B41FA5}">
                      <a16:colId xmlns:a16="http://schemas.microsoft.com/office/drawing/2014/main" val="843362058"/>
                    </a:ext>
                  </a:extLst>
                </a:gridCol>
                <a:gridCol w="1209821">
                  <a:extLst>
                    <a:ext uri="{9D8B030D-6E8A-4147-A177-3AD203B41FA5}">
                      <a16:colId xmlns:a16="http://schemas.microsoft.com/office/drawing/2014/main" val="2536499258"/>
                    </a:ext>
                  </a:extLst>
                </a:gridCol>
                <a:gridCol w="1545020">
                  <a:extLst>
                    <a:ext uri="{9D8B030D-6E8A-4147-A177-3AD203B41FA5}">
                      <a16:colId xmlns:a16="http://schemas.microsoft.com/office/drawing/2014/main" val="401331051"/>
                    </a:ext>
                  </a:extLst>
                </a:gridCol>
              </a:tblGrid>
              <a:tr h="653840">
                <a:tc>
                  <a:txBody>
                    <a:bodyPr/>
                    <a:lstStyle/>
                    <a:p>
                      <a:pPr algn="ctr"/>
                      <a:r>
                        <a:rPr lang="en-US" sz="2800" b="0" dirty="0">
                          <a:latin typeface="Times New Roman" panose="02020603050405020304" pitchFamily="18" charset="0"/>
                          <a:cs typeface="Times New Roman" panose="02020603050405020304" pitchFamily="18" charset="0"/>
                        </a:rPr>
                        <a:t>x1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x2</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y</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Step function OUTPUT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77628360"/>
                  </a:ext>
                </a:extLst>
              </a:tr>
              <a:tr h="370840">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-0.5</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69123005"/>
                  </a:ext>
                </a:extLst>
              </a:tr>
              <a:tr h="370840">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IN" sz="2800" b="0" dirty="0">
                          <a:latin typeface="Times New Roman" panose="02020603050405020304" pitchFamily="18" charset="0"/>
                          <a:cs typeface="Times New Roman" panose="02020603050405020304" pitchFamily="18" charset="0"/>
                        </a:rPr>
                        <a:t>0.5</a:t>
                      </a:r>
                    </a:p>
                  </a:txBody>
                  <a:tcPr/>
                </a:tc>
                <a:tc>
                  <a:txBody>
                    <a:bodyPr/>
                    <a:lstStyle/>
                    <a:p>
                      <a:pPr algn="ctr"/>
                      <a:r>
                        <a:rPr lang="en-US" sz="2800" dirty="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1878621"/>
                  </a:ext>
                </a:extLst>
              </a:tr>
              <a:tr h="370840">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IN" sz="2800" b="0" dirty="0">
                          <a:latin typeface="Times New Roman" panose="02020603050405020304" pitchFamily="18" charset="0"/>
                          <a:cs typeface="Times New Roman" panose="02020603050405020304" pitchFamily="18" charset="0"/>
                        </a:rPr>
                        <a:t>0.5</a:t>
                      </a:r>
                    </a:p>
                  </a:txBody>
                  <a:tcPr/>
                </a:tc>
                <a:tc>
                  <a:txBody>
                    <a:bodyPr/>
                    <a:lstStyle/>
                    <a:p>
                      <a:pPr algn="ctr"/>
                      <a:r>
                        <a:rPr lang="en-US" sz="2800" dirty="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66836275"/>
                  </a:ext>
                </a:extLst>
              </a:tr>
              <a:tr h="370840">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r>
                        <a:rPr lang="en-IN" sz="2800" b="0" dirty="0">
                          <a:latin typeface="Times New Roman" panose="02020603050405020304" pitchFamily="18" charset="0"/>
                          <a:cs typeface="Times New Roman" panose="02020603050405020304" pitchFamily="18" charset="0"/>
                        </a:rPr>
                        <a:t>.5</a:t>
                      </a:r>
                    </a:p>
                  </a:txBody>
                  <a:tcPr/>
                </a:tc>
                <a:tc>
                  <a:txBody>
                    <a:bodyPr/>
                    <a:lstStyle/>
                    <a:p>
                      <a:pPr algn="ctr"/>
                      <a:r>
                        <a:rPr lang="en-US" sz="2800" dirty="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49821513"/>
                  </a:ext>
                </a:extLst>
              </a:tr>
            </a:tbl>
          </a:graphicData>
        </a:graphic>
      </p:graphicFrame>
    </p:spTree>
    <p:extLst>
      <p:ext uri="{BB962C8B-B14F-4D97-AF65-F5344CB8AC3E}">
        <p14:creationId xmlns:p14="http://schemas.microsoft.com/office/powerpoint/2010/main" val="3434026074"/>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DF86E75-6112-B63D-DE21-AB4983E4251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3F14B74A-EBA9-9D3F-96D7-E9D0C8B3E845}"/>
              </a:ext>
            </a:extLst>
          </p:cNvPr>
          <p:cNvSpPr>
            <a:spLocks noGrp="1"/>
          </p:cNvSpPr>
          <p:nvPr>
            <p:ph type="title"/>
          </p:nvPr>
        </p:nvSpPr>
        <p:spPr/>
        <p:txBody>
          <a:bodyPr/>
          <a:lstStyle/>
          <a:p>
            <a:r>
              <a:rPr lang="en-US" dirty="0"/>
              <a:t>Perceptron logic function – NOR gate</a:t>
            </a:r>
            <a:endParaRPr lang="en-IN" dirty="0"/>
          </a:p>
        </p:txBody>
      </p:sp>
      <p:sp>
        <p:nvSpPr>
          <p:cNvPr id="3" name="Content Placeholder 2">
            <a:extLst>
              <a:ext uri="{FF2B5EF4-FFF2-40B4-BE49-F238E27FC236}">
                <a16:creationId xmlns:a16="http://schemas.microsoft.com/office/drawing/2014/main" id="{65F306FC-F1E6-A709-F628-DAF94E7DEE2C}"/>
              </a:ext>
            </a:extLst>
          </p:cNvPr>
          <p:cNvSpPr>
            <a:spLocks noGrp="1"/>
          </p:cNvSpPr>
          <p:nvPr>
            <p:ph idx="1"/>
          </p:nvPr>
        </p:nvSpPr>
        <p:spPr>
          <a:xfrm>
            <a:off x="166254" y="1233863"/>
            <a:ext cx="11187545" cy="5043440"/>
          </a:xfrm>
        </p:spPr>
        <p:txBody>
          <a:bodyPr/>
          <a:lstStyle/>
          <a:p>
            <a:r>
              <a:rPr lang="en-US" dirty="0"/>
              <a:t>Example: Perceptron for NOR gate</a:t>
            </a:r>
          </a:p>
          <a:p>
            <a:r>
              <a:rPr lang="en-IN" b="1" dirty="0"/>
              <a:t>Given the Perceptron equation  y = step(w</a:t>
            </a:r>
            <a:r>
              <a:rPr lang="en-IN" b="1" baseline="-25000" dirty="0"/>
              <a:t>1</a:t>
            </a:r>
            <a:r>
              <a:rPr lang="en-IN" b="1" dirty="0"/>
              <a:t>x</a:t>
            </a:r>
            <a:r>
              <a:rPr lang="en-IN" b="1" baseline="-25000" dirty="0"/>
              <a:t>1</a:t>
            </a:r>
            <a:r>
              <a:rPr lang="en-IN" b="1" dirty="0"/>
              <a:t> + w</a:t>
            </a:r>
            <a:r>
              <a:rPr lang="en-IN" b="1" baseline="-25000" dirty="0"/>
              <a:t>2</a:t>
            </a:r>
            <a:r>
              <a:rPr lang="en-IN" b="1" dirty="0"/>
              <a:t>x</a:t>
            </a:r>
            <a:r>
              <a:rPr lang="en-IN" b="1" baseline="-25000" dirty="0"/>
              <a:t>2</a:t>
            </a:r>
            <a:r>
              <a:rPr lang="en-IN" b="1" dirty="0"/>
              <a:t> + b), this step function outputs 1 if the sum is &gt;= 0 and 0 otherwise. Find w</a:t>
            </a:r>
            <a:r>
              <a:rPr lang="en-IN" b="1" baseline="-25000" dirty="0"/>
              <a:t>1</a:t>
            </a:r>
            <a:r>
              <a:rPr lang="en-IN" b="1" dirty="0"/>
              <a:t>, w</a:t>
            </a:r>
            <a:r>
              <a:rPr lang="en-IN" b="1" baseline="-25000" dirty="0"/>
              <a:t>2</a:t>
            </a:r>
            <a:r>
              <a:rPr lang="en-IN" b="1" dirty="0"/>
              <a:t>, and b</a:t>
            </a:r>
          </a:p>
          <a:p>
            <a:endParaRPr lang="en-IN" dirty="0"/>
          </a:p>
        </p:txBody>
      </p:sp>
      <p:graphicFrame>
        <p:nvGraphicFramePr>
          <p:cNvPr id="5" name="Table 4">
            <a:extLst>
              <a:ext uri="{FF2B5EF4-FFF2-40B4-BE49-F238E27FC236}">
                <a16:creationId xmlns:a16="http://schemas.microsoft.com/office/drawing/2014/main" id="{70CD083C-9C31-9435-75A9-9A4372816946}"/>
              </a:ext>
            </a:extLst>
          </p:cNvPr>
          <p:cNvGraphicFramePr>
            <a:graphicFrameLocks noGrp="1"/>
          </p:cNvGraphicFramePr>
          <p:nvPr>
            <p:extLst>
              <p:ext uri="{D42A27DB-BD31-4B8C-83A1-F6EECF244321}">
                <p14:modId xmlns:p14="http://schemas.microsoft.com/office/powerpoint/2010/main" val="1609657274"/>
              </p:ext>
            </p:extLst>
          </p:nvPr>
        </p:nvGraphicFramePr>
        <p:xfrm>
          <a:off x="1590567" y="3428999"/>
          <a:ext cx="5324583" cy="2848304"/>
        </p:xfrm>
        <a:graphic>
          <a:graphicData uri="http://schemas.openxmlformats.org/drawingml/2006/table">
            <a:tbl>
              <a:tblPr firstRow="1" bandRow="1">
                <a:tableStyleId>{5940675A-B579-460E-94D1-54222C63F5DA}</a:tableStyleId>
              </a:tblPr>
              <a:tblGrid>
                <a:gridCol w="1001981">
                  <a:extLst>
                    <a:ext uri="{9D8B030D-6E8A-4147-A177-3AD203B41FA5}">
                      <a16:colId xmlns:a16="http://schemas.microsoft.com/office/drawing/2014/main" val="180457648"/>
                    </a:ext>
                  </a:extLst>
                </a:gridCol>
                <a:gridCol w="1170705">
                  <a:extLst>
                    <a:ext uri="{9D8B030D-6E8A-4147-A177-3AD203B41FA5}">
                      <a16:colId xmlns:a16="http://schemas.microsoft.com/office/drawing/2014/main" val="24501733"/>
                    </a:ext>
                  </a:extLst>
                </a:gridCol>
                <a:gridCol w="2093760">
                  <a:extLst>
                    <a:ext uri="{9D8B030D-6E8A-4147-A177-3AD203B41FA5}">
                      <a16:colId xmlns:a16="http://schemas.microsoft.com/office/drawing/2014/main" val="3616225167"/>
                    </a:ext>
                  </a:extLst>
                </a:gridCol>
                <a:gridCol w="1058137">
                  <a:extLst>
                    <a:ext uri="{9D8B030D-6E8A-4147-A177-3AD203B41FA5}">
                      <a16:colId xmlns:a16="http://schemas.microsoft.com/office/drawing/2014/main" val="143531181"/>
                    </a:ext>
                  </a:extLst>
                </a:gridCol>
              </a:tblGrid>
              <a:tr h="528146">
                <a:tc>
                  <a:txBody>
                    <a:bodyPr/>
                    <a:lstStyle/>
                    <a:p>
                      <a:pPr algn="ctr"/>
                      <a:r>
                        <a:rPr lang="en-US" sz="2800" b="0" dirty="0">
                          <a:latin typeface="Times New Roman" panose="02020603050405020304" pitchFamily="18" charset="0"/>
                          <a:cs typeface="Times New Roman" panose="02020603050405020304" pitchFamily="18" charset="0"/>
                        </a:rPr>
                        <a:t>x1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x2</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y</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NOR</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49196082"/>
                  </a:ext>
                </a:extLst>
              </a:tr>
              <a:tr h="472966">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US" sz="2800" b="0" dirty="0">
                          <a:latin typeface="Times New Roman" panose="02020603050405020304" pitchFamily="18" charset="0"/>
                          <a:cs typeface="Times New Roman" panose="02020603050405020304" pitchFamily="18" charset="0"/>
                        </a:rPr>
                        <a:t>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90489453"/>
                  </a:ext>
                </a:extLst>
              </a:tr>
              <a:tr h="600666">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t>w</a:t>
                      </a:r>
                      <a:r>
                        <a:rPr lang="en-IN" sz="2800" b="0" baseline="-25000" dirty="0"/>
                        <a:t>2</a:t>
                      </a:r>
                      <a:r>
                        <a:rPr lang="en-IN" sz="2800" b="0" dirty="0"/>
                        <a:t> +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0717832"/>
                  </a:ext>
                </a:extLst>
              </a:tr>
              <a:tr h="600666">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t>w</a:t>
                      </a:r>
                      <a:r>
                        <a:rPr lang="en-IN" sz="2800" b="0" baseline="-25000" dirty="0"/>
                        <a:t>1</a:t>
                      </a:r>
                      <a:r>
                        <a:rPr lang="en-IN" sz="2800" b="0" dirty="0"/>
                        <a:t> +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2328270"/>
                  </a:ext>
                </a:extLst>
              </a:tr>
              <a:tr h="600666">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t>w</a:t>
                      </a:r>
                      <a:r>
                        <a:rPr lang="en-IN" sz="2800" b="0" baseline="-25000" dirty="0"/>
                        <a:t>1  </a:t>
                      </a:r>
                      <a:r>
                        <a:rPr lang="en-IN" sz="2800" b="0" baseline="0" dirty="0"/>
                        <a:t> + </a:t>
                      </a:r>
                      <a:r>
                        <a:rPr lang="en-IN" sz="2800" b="0" dirty="0"/>
                        <a:t>w</a:t>
                      </a:r>
                      <a:r>
                        <a:rPr lang="en-IN" sz="2800" b="0" baseline="-25000" dirty="0"/>
                        <a:t>2</a:t>
                      </a:r>
                      <a:r>
                        <a:rPr lang="en-IN" sz="2800" b="0" dirty="0"/>
                        <a:t> +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0032701"/>
                  </a:ext>
                </a:extLst>
              </a:tr>
            </a:tbl>
          </a:graphicData>
        </a:graphic>
      </p:graphicFrame>
    </p:spTree>
    <p:extLst>
      <p:ext uri="{BB962C8B-B14F-4D97-AF65-F5344CB8AC3E}">
        <p14:creationId xmlns:p14="http://schemas.microsoft.com/office/powerpoint/2010/main" val="8937737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B5261-4DD9-2DE9-FC23-7D60C8D0318F}"/>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8FF12D0-0F93-158C-8FA8-A99E2E29AD78}"/>
              </a:ext>
            </a:extLst>
          </p:cNvPr>
          <p:cNvSpPr>
            <a:spLocks noGrp="1"/>
          </p:cNvSpPr>
          <p:nvPr>
            <p:ph idx="1"/>
          </p:nvPr>
        </p:nvSpPr>
        <p:spPr>
          <a:xfrm>
            <a:off x="152399" y="315310"/>
            <a:ext cx="11873345" cy="6385035"/>
          </a:xfrm>
        </p:spPr>
        <p:txBody>
          <a:bodyPr/>
          <a:lstStyle/>
          <a:p>
            <a:r>
              <a:rPr lang="en-US" dirty="0"/>
              <a:t>To satisfy these conditions:</a:t>
            </a:r>
          </a:p>
          <a:p>
            <a:pPr marL="514350" indent="-514350">
              <a:buFont typeface="+mj-lt"/>
              <a:buAutoNum type="arabicPeriod"/>
            </a:pPr>
            <a:r>
              <a:rPr lang="en-US" dirty="0"/>
              <a:t>b  &gt;= 0  </a:t>
            </a:r>
          </a:p>
          <a:p>
            <a:pPr marL="514350" indent="-514350">
              <a:buFont typeface="+mj-lt"/>
              <a:buAutoNum type="arabicPeriod"/>
            </a:pPr>
            <a:r>
              <a:rPr lang="en-US" dirty="0"/>
              <a:t>w</a:t>
            </a:r>
            <a:r>
              <a:rPr lang="en-US" baseline="-25000" dirty="0"/>
              <a:t>1</a:t>
            </a:r>
            <a:r>
              <a:rPr lang="en-US" dirty="0"/>
              <a:t> + b &lt; 0 and w</a:t>
            </a:r>
            <a:r>
              <a:rPr lang="en-US" baseline="-25000" dirty="0"/>
              <a:t>2</a:t>
            </a:r>
            <a:r>
              <a:rPr lang="en-US" dirty="0"/>
              <a:t> + b &lt; 0    </a:t>
            </a:r>
          </a:p>
          <a:p>
            <a:pPr marL="514350" indent="-514350">
              <a:buFont typeface="+mj-lt"/>
              <a:buAutoNum type="arabicPeriod"/>
            </a:pPr>
            <a:r>
              <a:rPr lang="en-US" dirty="0"/>
              <a:t>w</a:t>
            </a:r>
            <a:r>
              <a:rPr lang="en-US" baseline="-25000" dirty="0"/>
              <a:t>1</a:t>
            </a:r>
            <a:r>
              <a:rPr lang="en-US" dirty="0"/>
              <a:t> + w</a:t>
            </a:r>
            <a:r>
              <a:rPr lang="en-US" baseline="-25000" dirty="0"/>
              <a:t>2</a:t>
            </a:r>
            <a:r>
              <a:rPr lang="en-US" dirty="0"/>
              <a:t> + b &lt; 0    </a:t>
            </a:r>
          </a:p>
          <a:p>
            <a:pPr marL="0" indent="0">
              <a:buNone/>
            </a:pPr>
            <a:endParaRPr lang="en-US" dirty="0"/>
          </a:p>
          <a:p>
            <a:r>
              <a:rPr lang="en-US" dirty="0"/>
              <a:t>Choose w</a:t>
            </a:r>
            <a:r>
              <a:rPr lang="en-US" baseline="-25000" dirty="0"/>
              <a:t>1 </a:t>
            </a:r>
            <a:r>
              <a:rPr lang="en-US" dirty="0"/>
              <a:t> = -1 w</a:t>
            </a:r>
            <a:r>
              <a:rPr lang="en-US" baseline="-25000" dirty="0"/>
              <a:t>2</a:t>
            </a:r>
            <a:r>
              <a:rPr lang="en-US" dirty="0"/>
              <a:t> = -1 and b = 0.5</a:t>
            </a:r>
          </a:p>
          <a:p>
            <a:r>
              <a:rPr lang="en-US" dirty="0"/>
              <a:t>Thus, ( -1, -1, 0.5) works for NOR gate </a:t>
            </a:r>
            <a:r>
              <a:rPr lang="en-US" baseline="-25000" dirty="0"/>
              <a:t> </a:t>
            </a:r>
            <a:r>
              <a:rPr lang="en-US" dirty="0"/>
              <a:t>  </a:t>
            </a:r>
          </a:p>
          <a:p>
            <a:endParaRPr lang="en-US" dirty="0"/>
          </a:p>
        </p:txBody>
      </p:sp>
      <p:graphicFrame>
        <p:nvGraphicFramePr>
          <p:cNvPr id="5" name="Table 4">
            <a:extLst>
              <a:ext uri="{FF2B5EF4-FFF2-40B4-BE49-F238E27FC236}">
                <a16:creationId xmlns:a16="http://schemas.microsoft.com/office/drawing/2014/main" id="{F9505F24-3DD0-92A7-75D4-EBD8D1AC51F0}"/>
              </a:ext>
            </a:extLst>
          </p:cNvPr>
          <p:cNvGraphicFramePr>
            <a:graphicFrameLocks noGrp="1"/>
          </p:cNvGraphicFramePr>
          <p:nvPr>
            <p:extLst>
              <p:ext uri="{D42A27DB-BD31-4B8C-83A1-F6EECF244321}">
                <p14:modId xmlns:p14="http://schemas.microsoft.com/office/powerpoint/2010/main" val="3819411859"/>
              </p:ext>
            </p:extLst>
          </p:nvPr>
        </p:nvGraphicFramePr>
        <p:xfrm>
          <a:off x="6910381" y="2890519"/>
          <a:ext cx="4272455" cy="3261360"/>
        </p:xfrm>
        <a:graphic>
          <a:graphicData uri="http://schemas.openxmlformats.org/drawingml/2006/table">
            <a:tbl>
              <a:tblPr firstRow="1" bandRow="1">
                <a:tableStyleId>{5940675A-B579-460E-94D1-54222C63F5DA}</a:tableStyleId>
              </a:tblPr>
              <a:tblGrid>
                <a:gridCol w="781029">
                  <a:extLst>
                    <a:ext uri="{9D8B030D-6E8A-4147-A177-3AD203B41FA5}">
                      <a16:colId xmlns:a16="http://schemas.microsoft.com/office/drawing/2014/main" val="1048055548"/>
                    </a:ext>
                  </a:extLst>
                </a:gridCol>
                <a:gridCol w="736585">
                  <a:extLst>
                    <a:ext uri="{9D8B030D-6E8A-4147-A177-3AD203B41FA5}">
                      <a16:colId xmlns:a16="http://schemas.microsoft.com/office/drawing/2014/main" val="843362058"/>
                    </a:ext>
                  </a:extLst>
                </a:gridCol>
                <a:gridCol w="1209821">
                  <a:extLst>
                    <a:ext uri="{9D8B030D-6E8A-4147-A177-3AD203B41FA5}">
                      <a16:colId xmlns:a16="http://schemas.microsoft.com/office/drawing/2014/main" val="2536499258"/>
                    </a:ext>
                  </a:extLst>
                </a:gridCol>
                <a:gridCol w="1545020">
                  <a:extLst>
                    <a:ext uri="{9D8B030D-6E8A-4147-A177-3AD203B41FA5}">
                      <a16:colId xmlns:a16="http://schemas.microsoft.com/office/drawing/2014/main" val="401331051"/>
                    </a:ext>
                  </a:extLst>
                </a:gridCol>
              </a:tblGrid>
              <a:tr h="653840">
                <a:tc>
                  <a:txBody>
                    <a:bodyPr/>
                    <a:lstStyle/>
                    <a:p>
                      <a:pPr algn="ctr"/>
                      <a:r>
                        <a:rPr lang="en-US" sz="2800" b="0" dirty="0">
                          <a:latin typeface="Times New Roman" panose="02020603050405020304" pitchFamily="18" charset="0"/>
                          <a:cs typeface="Times New Roman" panose="02020603050405020304" pitchFamily="18" charset="0"/>
                        </a:rPr>
                        <a:t>x1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x2</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y</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Step function OUTPUT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77628360"/>
                  </a:ext>
                </a:extLst>
              </a:tr>
              <a:tr h="370840">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0.5</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dirty="0">
                          <a:latin typeface="Times New Roman" panose="02020603050405020304" pitchFamily="18" charset="0"/>
                          <a:cs typeface="Times New Roman" panose="02020603050405020304" pitchFamily="18" charset="0"/>
                        </a:rPr>
                        <a:t>1</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69123005"/>
                  </a:ext>
                </a:extLst>
              </a:tr>
              <a:tr h="370840">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IN" sz="2800" b="0" dirty="0">
                          <a:latin typeface="Times New Roman" panose="02020603050405020304" pitchFamily="18" charset="0"/>
                          <a:cs typeface="Times New Roman" panose="02020603050405020304" pitchFamily="18" charset="0"/>
                        </a:rPr>
                        <a:t>-0.5</a:t>
                      </a:r>
                    </a:p>
                  </a:txBody>
                  <a:tcPr/>
                </a:tc>
                <a:tc>
                  <a:txBody>
                    <a:bodyPr/>
                    <a:lstStyle/>
                    <a:p>
                      <a:pPr algn="ctr"/>
                      <a:r>
                        <a:rPr lang="en-US" sz="2800" dirty="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81878621"/>
                  </a:ext>
                </a:extLst>
              </a:tr>
              <a:tr h="370840">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IN" sz="2800" b="0" dirty="0">
                          <a:latin typeface="Times New Roman" panose="02020603050405020304" pitchFamily="18" charset="0"/>
                          <a:cs typeface="Times New Roman" panose="02020603050405020304" pitchFamily="18" charset="0"/>
                        </a:rPr>
                        <a:t>-0.5</a:t>
                      </a:r>
                    </a:p>
                  </a:txBody>
                  <a:tcPr/>
                </a:tc>
                <a:tc>
                  <a:txBody>
                    <a:bodyPr/>
                    <a:lstStyle/>
                    <a:p>
                      <a:pPr algn="ctr"/>
                      <a:r>
                        <a:rPr lang="en-US" sz="2800" dirty="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266836275"/>
                  </a:ext>
                </a:extLst>
              </a:tr>
              <a:tr h="370840">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r>
                        <a:rPr lang="en-IN" sz="2800" b="0" dirty="0">
                          <a:latin typeface="Times New Roman" panose="02020603050405020304" pitchFamily="18" charset="0"/>
                          <a:cs typeface="Times New Roman" panose="02020603050405020304" pitchFamily="18" charset="0"/>
                        </a:rPr>
                        <a:t>.5</a:t>
                      </a:r>
                    </a:p>
                  </a:txBody>
                  <a:tcPr/>
                </a:tc>
                <a:tc>
                  <a:txBody>
                    <a:bodyPr/>
                    <a:lstStyle/>
                    <a:p>
                      <a:pPr algn="ctr"/>
                      <a:r>
                        <a:rPr lang="en-US" sz="2800" dirty="0">
                          <a:latin typeface="Times New Roman" panose="02020603050405020304" pitchFamily="18" charset="0"/>
                          <a:cs typeface="Times New Roman" panose="02020603050405020304" pitchFamily="18" charset="0"/>
                        </a:rPr>
                        <a:t>0</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649821513"/>
                  </a:ext>
                </a:extLst>
              </a:tr>
            </a:tbl>
          </a:graphicData>
        </a:graphic>
      </p:graphicFrame>
    </p:spTree>
    <p:extLst>
      <p:ext uri="{BB962C8B-B14F-4D97-AF65-F5344CB8AC3E}">
        <p14:creationId xmlns:p14="http://schemas.microsoft.com/office/powerpoint/2010/main" val="2004005888"/>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DF384A-38B1-B597-712F-EFA2AAE297A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C95D337-840C-FE18-1A53-A053470FD903}"/>
              </a:ext>
            </a:extLst>
          </p:cNvPr>
          <p:cNvSpPr>
            <a:spLocks noGrp="1"/>
          </p:cNvSpPr>
          <p:nvPr>
            <p:ph type="title"/>
          </p:nvPr>
        </p:nvSpPr>
        <p:spPr/>
        <p:txBody>
          <a:bodyPr/>
          <a:lstStyle/>
          <a:p>
            <a:r>
              <a:rPr lang="en-US" dirty="0"/>
              <a:t>Perceptron logic function – XOR gate </a:t>
            </a:r>
            <a:endParaRPr lang="en-IN" dirty="0"/>
          </a:p>
        </p:txBody>
      </p:sp>
      <p:sp>
        <p:nvSpPr>
          <p:cNvPr id="3" name="Content Placeholder 2">
            <a:extLst>
              <a:ext uri="{FF2B5EF4-FFF2-40B4-BE49-F238E27FC236}">
                <a16:creationId xmlns:a16="http://schemas.microsoft.com/office/drawing/2014/main" id="{3A9082B7-E157-4CDE-BB60-70B6F457E38C}"/>
              </a:ext>
            </a:extLst>
          </p:cNvPr>
          <p:cNvSpPr>
            <a:spLocks noGrp="1"/>
          </p:cNvSpPr>
          <p:nvPr>
            <p:ph idx="1"/>
          </p:nvPr>
        </p:nvSpPr>
        <p:spPr>
          <a:xfrm>
            <a:off x="166254" y="1162050"/>
            <a:ext cx="11892396" cy="5607919"/>
          </a:xfrm>
        </p:spPr>
        <p:txBody>
          <a:bodyPr>
            <a:normAutofit lnSpcReduction="10000"/>
          </a:bodyPr>
          <a:lstStyle/>
          <a:p>
            <a:r>
              <a:rPr lang="en-US" dirty="0"/>
              <a:t>Example: Perceptron for XOR gate – Not possible</a:t>
            </a:r>
          </a:p>
          <a:p>
            <a:r>
              <a:rPr lang="en-IN" b="1" dirty="0"/>
              <a:t>Given the Perceptron equation  y = step(w</a:t>
            </a:r>
            <a:r>
              <a:rPr lang="en-IN" b="1" baseline="-25000" dirty="0"/>
              <a:t>1</a:t>
            </a:r>
            <a:r>
              <a:rPr lang="en-IN" b="1" dirty="0"/>
              <a:t>x</a:t>
            </a:r>
            <a:r>
              <a:rPr lang="en-IN" b="1" baseline="-25000" dirty="0"/>
              <a:t>1</a:t>
            </a:r>
            <a:r>
              <a:rPr lang="en-IN" b="1" dirty="0"/>
              <a:t> + w</a:t>
            </a:r>
            <a:r>
              <a:rPr lang="en-IN" b="1" baseline="-25000" dirty="0"/>
              <a:t>2</a:t>
            </a:r>
            <a:r>
              <a:rPr lang="en-IN" b="1" dirty="0"/>
              <a:t>x</a:t>
            </a:r>
            <a:r>
              <a:rPr lang="en-IN" b="1" baseline="-25000" dirty="0"/>
              <a:t>2</a:t>
            </a:r>
            <a:r>
              <a:rPr lang="en-IN" b="1" dirty="0"/>
              <a:t> + b), step function outputs 1 if the sum is &gt;= 0 and 0 otherwise. </a:t>
            </a:r>
          </a:p>
          <a:p>
            <a:r>
              <a:rPr lang="en-US" dirty="0"/>
              <a:t>To satisfy these conditions:</a:t>
            </a:r>
          </a:p>
          <a:p>
            <a:pPr marL="514350" indent="-514350">
              <a:buFont typeface="+mj-lt"/>
              <a:buAutoNum type="arabicPeriod"/>
            </a:pPr>
            <a:r>
              <a:rPr lang="en-US" dirty="0"/>
              <a:t>b  &lt; 0</a:t>
            </a:r>
          </a:p>
          <a:p>
            <a:pPr marL="514350" indent="-514350">
              <a:buFont typeface="+mj-lt"/>
              <a:buAutoNum type="arabicPeriod"/>
            </a:pPr>
            <a:r>
              <a:rPr lang="en-US" dirty="0"/>
              <a:t>0 + w</a:t>
            </a:r>
            <a:r>
              <a:rPr lang="en-US" baseline="-25000" dirty="0"/>
              <a:t>2</a:t>
            </a:r>
            <a:r>
              <a:rPr lang="en-US" dirty="0"/>
              <a:t> + b &gt;= 0</a:t>
            </a:r>
          </a:p>
          <a:p>
            <a:pPr marL="514350" indent="-514350">
              <a:buFont typeface="+mj-lt"/>
              <a:buAutoNum type="arabicPeriod"/>
            </a:pPr>
            <a:r>
              <a:rPr lang="en-US" dirty="0"/>
              <a:t>w</a:t>
            </a:r>
            <a:r>
              <a:rPr lang="en-US" baseline="-25000" dirty="0"/>
              <a:t>1</a:t>
            </a:r>
            <a:r>
              <a:rPr lang="en-US" dirty="0"/>
              <a:t> + 0 + b &gt;= 0    </a:t>
            </a:r>
          </a:p>
          <a:p>
            <a:pPr marL="514350" indent="-514350">
              <a:buFont typeface="+mj-lt"/>
              <a:buAutoNum type="arabicPeriod"/>
            </a:pPr>
            <a:r>
              <a:rPr lang="en-US" dirty="0"/>
              <a:t>w</a:t>
            </a:r>
            <a:r>
              <a:rPr lang="en-US" baseline="-25000" dirty="0"/>
              <a:t>1</a:t>
            </a:r>
            <a:r>
              <a:rPr lang="en-US" dirty="0"/>
              <a:t> + w</a:t>
            </a:r>
            <a:r>
              <a:rPr lang="en-US" baseline="-25000" dirty="0"/>
              <a:t>2</a:t>
            </a:r>
            <a:r>
              <a:rPr lang="en-US" dirty="0"/>
              <a:t> + b &lt; 0    </a:t>
            </a:r>
          </a:p>
          <a:p>
            <a:r>
              <a:rPr lang="en-US" dirty="0"/>
              <a:t>Since, XOR function requires 2 different decision boundaries, single perceptron is not sufficient </a:t>
            </a:r>
          </a:p>
          <a:p>
            <a:r>
              <a:rPr lang="en-US" dirty="0"/>
              <a:t>That is., Since they are not linearly  separable, no single equation can separate these points  - Solution </a:t>
            </a:r>
            <a:r>
              <a:rPr lang="en-US" dirty="0">
                <a:sym typeface="Wingdings" panose="05000000000000000000" pitchFamily="2" charset="2"/>
              </a:rPr>
              <a:t> Multilayer perceptron - 3 perceptrons </a:t>
            </a:r>
            <a:endParaRPr lang="en-US" dirty="0"/>
          </a:p>
          <a:p>
            <a:endParaRPr lang="en-IN" b="1" dirty="0"/>
          </a:p>
          <a:p>
            <a:endParaRPr lang="en-IN" dirty="0"/>
          </a:p>
        </p:txBody>
      </p:sp>
      <p:graphicFrame>
        <p:nvGraphicFramePr>
          <p:cNvPr id="5" name="Table 4">
            <a:extLst>
              <a:ext uri="{FF2B5EF4-FFF2-40B4-BE49-F238E27FC236}">
                <a16:creationId xmlns:a16="http://schemas.microsoft.com/office/drawing/2014/main" id="{2CD086D2-F49E-95F7-710C-ED1A75782A08}"/>
              </a:ext>
            </a:extLst>
          </p:cNvPr>
          <p:cNvGraphicFramePr>
            <a:graphicFrameLocks noGrp="1"/>
          </p:cNvGraphicFramePr>
          <p:nvPr>
            <p:extLst>
              <p:ext uri="{D42A27DB-BD31-4B8C-83A1-F6EECF244321}">
                <p14:modId xmlns:p14="http://schemas.microsoft.com/office/powerpoint/2010/main" val="2055234403"/>
              </p:ext>
            </p:extLst>
          </p:nvPr>
        </p:nvGraphicFramePr>
        <p:xfrm>
          <a:off x="7696200" y="2070983"/>
          <a:ext cx="4417108" cy="2590800"/>
        </p:xfrm>
        <a:graphic>
          <a:graphicData uri="http://schemas.openxmlformats.org/drawingml/2006/table">
            <a:tbl>
              <a:tblPr firstRow="1" bandRow="1">
                <a:tableStyleId>{5940675A-B579-460E-94D1-54222C63F5DA}</a:tableStyleId>
              </a:tblPr>
              <a:tblGrid>
                <a:gridCol w="762000">
                  <a:extLst>
                    <a:ext uri="{9D8B030D-6E8A-4147-A177-3AD203B41FA5}">
                      <a16:colId xmlns:a16="http://schemas.microsoft.com/office/drawing/2014/main" val="180457648"/>
                    </a:ext>
                  </a:extLst>
                </a:gridCol>
                <a:gridCol w="857250">
                  <a:extLst>
                    <a:ext uri="{9D8B030D-6E8A-4147-A177-3AD203B41FA5}">
                      <a16:colId xmlns:a16="http://schemas.microsoft.com/office/drawing/2014/main" val="24501733"/>
                    </a:ext>
                  </a:extLst>
                </a:gridCol>
                <a:gridCol w="1752600">
                  <a:extLst>
                    <a:ext uri="{9D8B030D-6E8A-4147-A177-3AD203B41FA5}">
                      <a16:colId xmlns:a16="http://schemas.microsoft.com/office/drawing/2014/main" val="3616225167"/>
                    </a:ext>
                  </a:extLst>
                </a:gridCol>
                <a:gridCol w="1045258">
                  <a:extLst>
                    <a:ext uri="{9D8B030D-6E8A-4147-A177-3AD203B41FA5}">
                      <a16:colId xmlns:a16="http://schemas.microsoft.com/office/drawing/2014/main" val="143531181"/>
                    </a:ext>
                  </a:extLst>
                </a:gridCol>
              </a:tblGrid>
              <a:tr h="400168">
                <a:tc>
                  <a:txBody>
                    <a:bodyPr/>
                    <a:lstStyle/>
                    <a:p>
                      <a:pPr algn="ctr"/>
                      <a:r>
                        <a:rPr lang="en-US" sz="2800" b="0" dirty="0">
                          <a:latin typeface="Times New Roman" panose="02020603050405020304" pitchFamily="18" charset="0"/>
                          <a:cs typeface="Times New Roman" panose="02020603050405020304" pitchFamily="18" charset="0"/>
                        </a:rPr>
                        <a:t>x1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x2</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y</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XOR</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49196082"/>
                  </a:ext>
                </a:extLst>
              </a:tr>
              <a:tr h="392602">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US" sz="2800" b="0" dirty="0">
                          <a:latin typeface="Times New Roman" panose="02020603050405020304" pitchFamily="18" charset="0"/>
                          <a:cs typeface="Times New Roman" panose="02020603050405020304" pitchFamily="18" charset="0"/>
                        </a:rPr>
                        <a:t>     b</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90489453"/>
                  </a:ext>
                </a:extLst>
              </a:tr>
              <a:tr h="455116">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latin typeface="Times New Roman" panose="02020603050405020304" pitchFamily="18" charset="0"/>
                          <a:cs typeface="Times New Roman" panose="02020603050405020304" pitchFamily="18" charset="0"/>
                        </a:rPr>
                        <a:t>w</a:t>
                      </a:r>
                      <a:r>
                        <a:rPr lang="en-IN" sz="2800" b="0" baseline="-25000" dirty="0">
                          <a:latin typeface="Times New Roman" panose="02020603050405020304" pitchFamily="18" charset="0"/>
                          <a:cs typeface="Times New Roman" panose="02020603050405020304" pitchFamily="18" charset="0"/>
                        </a:rPr>
                        <a:t>2</a:t>
                      </a:r>
                      <a:r>
                        <a:rPr lang="en-IN" sz="2800" b="0" dirty="0">
                          <a:latin typeface="Times New Roman" panose="02020603050405020304" pitchFamily="18" charset="0"/>
                          <a:cs typeface="Times New Roman" panose="02020603050405020304" pitchFamily="18" charset="0"/>
                        </a:rPr>
                        <a:t> + b</a:t>
                      </a: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0717832"/>
                  </a:ext>
                </a:extLst>
              </a:tr>
              <a:tr h="455116">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latin typeface="Times New Roman" panose="02020603050405020304" pitchFamily="18" charset="0"/>
                          <a:cs typeface="Times New Roman" panose="02020603050405020304" pitchFamily="18" charset="0"/>
                        </a:rPr>
                        <a:t>w</a:t>
                      </a:r>
                      <a:r>
                        <a:rPr lang="en-IN" sz="2800" b="0" baseline="-25000" dirty="0">
                          <a:latin typeface="Times New Roman" panose="02020603050405020304" pitchFamily="18" charset="0"/>
                          <a:cs typeface="Times New Roman" panose="02020603050405020304" pitchFamily="18" charset="0"/>
                        </a:rPr>
                        <a:t>1</a:t>
                      </a:r>
                      <a:r>
                        <a:rPr lang="en-IN" sz="2800" b="0" dirty="0">
                          <a:latin typeface="Times New Roman" panose="02020603050405020304" pitchFamily="18" charset="0"/>
                          <a:cs typeface="Times New Roman" panose="02020603050405020304" pitchFamily="18" charset="0"/>
                        </a:rPr>
                        <a:t> + b</a:t>
                      </a: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2328270"/>
                  </a:ext>
                </a:extLst>
              </a:tr>
              <a:tr h="455116">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l"/>
                      <a:r>
                        <a:rPr lang="en-IN" sz="2800" b="0" dirty="0">
                          <a:latin typeface="Times New Roman" panose="02020603050405020304" pitchFamily="18" charset="0"/>
                          <a:cs typeface="Times New Roman" panose="02020603050405020304" pitchFamily="18" charset="0"/>
                        </a:rPr>
                        <a:t>w</a:t>
                      </a:r>
                      <a:r>
                        <a:rPr lang="en-IN" sz="2800" b="0" baseline="-25000" dirty="0">
                          <a:latin typeface="Times New Roman" panose="02020603050405020304" pitchFamily="18" charset="0"/>
                          <a:cs typeface="Times New Roman" panose="02020603050405020304" pitchFamily="18" charset="0"/>
                        </a:rPr>
                        <a:t>1  </a:t>
                      </a:r>
                      <a:r>
                        <a:rPr lang="en-IN" sz="2800" b="0" baseline="0" dirty="0">
                          <a:latin typeface="Times New Roman" panose="02020603050405020304" pitchFamily="18" charset="0"/>
                          <a:cs typeface="Times New Roman" panose="02020603050405020304" pitchFamily="18" charset="0"/>
                        </a:rPr>
                        <a:t>+</a:t>
                      </a:r>
                      <a:r>
                        <a:rPr lang="en-IN" sz="2800" b="0" dirty="0">
                          <a:latin typeface="Times New Roman" panose="02020603050405020304" pitchFamily="18" charset="0"/>
                          <a:cs typeface="Times New Roman" panose="02020603050405020304" pitchFamily="18" charset="0"/>
                        </a:rPr>
                        <a:t>w</a:t>
                      </a:r>
                      <a:r>
                        <a:rPr lang="en-IN" sz="2800" b="0" baseline="-25000" dirty="0">
                          <a:latin typeface="Times New Roman" panose="02020603050405020304" pitchFamily="18" charset="0"/>
                          <a:cs typeface="Times New Roman" panose="02020603050405020304" pitchFamily="18" charset="0"/>
                        </a:rPr>
                        <a:t>2</a:t>
                      </a:r>
                      <a:r>
                        <a:rPr lang="en-IN" sz="2800" b="0" dirty="0">
                          <a:latin typeface="Times New Roman" panose="02020603050405020304" pitchFamily="18" charset="0"/>
                          <a:cs typeface="Times New Roman" panose="02020603050405020304" pitchFamily="18" charset="0"/>
                        </a:rPr>
                        <a:t>+ b</a:t>
                      </a: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0032701"/>
                  </a:ext>
                </a:extLst>
              </a:tr>
            </a:tbl>
          </a:graphicData>
        </a:graphic>
      </p:graphicFrame>
    </p:spTree>
    <p:extLst>
      <p:ext uri="{BB962C8B-B14F-4D97-AF65-F5344CB8AC3E}">
        <p14:creationId xmlns:p14="http://schemas.microsoft.com/office/powerpoint/2010/main" val="1604505500"/>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a:extLst>
              <a:ext uri="{FF2B5EF4-FFF2-40B4-BE49-F238E27FC236}">
                <a16:creationId xmlns:a16="http://schemas.microsoft.com/office/drawing/2014/main" id="{3C138769-49AB-F545-0C7D-26E3E6A62AC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882190" y="651016"/>
            <a:ext cx="8165432" cy="6082567"/>
          </a:xfrm>
          <a:prstGeom prst="rect">
            <a:avLst/>
          </a:prstGeom>
          <a:noFill/>
          <a:extLst>
            <a:ext uri="{909E8E84-426E-40DD-AFC4-6F175D3DCCD1}">
              <a14:hiddenFill xmlns:a14="http://schemas.microsoft.com/office/drawing/2010/main">
                <a:solidFill>
                  <a:srgbClr val="FFFFFF"/>
                </a:solidFill>
              </a14:hiddenFill>
            </a:ext>
          </a:extLst>
        </p:spPr>
      </p:pic>
      <p:sp>
        <p:nvSpPr>
          <p:cNvPr id="4" name="Title 1">
            <a:extLst>
              <a:ext uri="{FF2B5EF4-FFF2-40B4-BE49-F238E27FC236}">
                <a16:creationId xmlns:a16="http://schemas.microsoft.com/office/drawing/2014/main" id="{A71D22E0-FF77-DBA8-578F-71D1D13BD7BF}"/>
              </a:ext>
            </a:extLst>
          </p:cNvPr>
          <p:cNvSpPr>
            <a:spLocks noGrp="1"/>
          </p:cNvSpPr>
          <p:nvPr>
            <p:ph type="title"/>
          </p:nvPr>
        </p:nvSpPr>
        <p:spPr>
          <a:xfrm>
            <a:off x="52138" y="55947"/>
            <a:ext cx="8165432" cy="562985"/>
          </a:xfrm>
        </p:spPr>
        <p:txBody>
          <a:bodyPr>
            <a:normAutofit fontScale="90000"/>
          </a:bodyPr>
          <a:lstStyle/>
          <a:p>
            <a:r>
              <a:rPr lang="en-US" dirty="0"/>
              <a:t>Multilayer Perceptrons – XOR gate </a:t>
            </a:r>
            <a:endParaRPr lang="en-IN" dirty="0"/>
          </a:p>
        </p:txBody>
      </p:sp>
    </p:spTree>
    <p:extLst>
      <p:ext uri="{BB962C8B-B14F-4D97-AF65-F5344CB8AC3E}">
        <p14:creationId xmlns:p14="http://schemas.microsoft.com/office/powerpoint/2010/main" val="2728335920"/>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BA6C3-0055-C072-3CBC-78A100C6C52F}"/>
              </a:ext>
            </a:extLst>
          </p:cNvPr>
          <p:cNvSpPr>
            <a:spLocks noGrp="1"/>
          </p:cNvSpPr>
          <p:nvPr>
            <p:ph type="title"/>
          </p:nvPr>
        </p:nvSpPr>
        <p:spPr/>
        <p:txBody>
          <a:bodyPr/>
          <a:lstStyle/>
          <a:p>
            <a:r>
              <a:rPr lang="en-US" dirty="0"/>
              <a:t>Where is the learning happening?</a:t>
            </a:r>
            <a:endParaRPr lang="en-IN" dirty="0"/>
          </a:p>
        </p:txBody>
      </p:sp>
      <p:sp>
        <p:nvSpPr>
          <p:cNvPr id="4" name="Content Placeholder 2">
            <a:extLst>
              <a:ext uri="{FF2B5EF4-FFF2-40B4-BE49-F238E27FC236}">
                <a16:creationId xmlns:a16="http://schemas.microsoft.com/office/drawing/2014/main" id="{D09486B6-7170-4976-B5F9-E91D1BD139D5}"/>
              </a:ext>
            </a:extLst>
          </p:cNvPr>
          <p:cNvSpPr>
            <a:spLocks noGrp="1"/>
          </p:cNvSpPr>
          <p:nvPr>
            <p:ph idx="1"/>
          </p:nvPr>
        </p:nvSpPr>
        <p:spPr>
          <a:xfrm>
            <a:off x="152400" y="1246188"/>
            <a:ext cx="11872913" cy="4930775"/>
          </a:xfrm>
        </p:spPr>
        <p:txBody>
          <a:bodyPr/>
          <a:lstStyle/>
          <a:p>
            <a:r>
              <a:rPr lang="en-US" dirty="0"/>
              <a:t>Example: Training a Perceptron to learn the AND gate using Perceptron Learning</a:t>
            </a:r>
          </a:p>
          <a:p>
            <a:r>
              <a:rPr lang="en-IN" b="1" dirty="0"/>
              <a:t>Given the activation function  y’ = step(w</a:t>
            </a:r>
            <a:r>
              <a:rPr lang="en-IN" b="1" baseline="-25000" dirty="0"/>
              <a:t>1</a:t>
            </a:r>
            <a:r>
              <a:rPr lang="en-IN" b="1" dirty="0"/>
              <a:t>x</a:t>
            </a:r>
            <a:r>
              <a:rPr lang="en-IN" b="1" baseline="-25000" dirty="0"/>
              <a:t>1</a:t>
            </a:r>
            <a:r>
              <a:rPr lang="en-IN" b="1" dirty="0"/>
              <a:t> + w</a:t>
            </a:r>
            <a:r>
              <a:rPr lang="en-IN" b="1" baseline="-25000" dirty="0"/>
              <a:t>2</a:t>
            </a:r>
            <a:r>
              <a:rPr lang="en-IN" b="1" dirty="0"/>
              <a:t>x</a:t>
            </a:r>
            <a:r>
              <a:rPr lang="en-IN" b="1" baseline="-25000" dirty="0"/>
              <a:t>2</a:t>
            </a:r>
            <a:r>
              <a:rPr lang="en-IN" b="1" dirty="0"/>
              <a:t> + b), </a:t>
            </a:r>
          </a:p>
          <a:p>
            <a:r>
              <a:rPr lang="en-IN" b="1" dirty="0"/>
              <a:t>Where the step function is </a:t>
            </a:r>
          </a:p>
          <a:p>
            <a:pPr marL="0" indent="0">
              <a:buNone/>
            </a:pPr>
            <a:r>
              <a:rPr lang="en-IN" b="1" dirty="0"/>
              <a:t>				step(z) =   1,  if  z&gt;= 0</a:t>
            </a:r>
          </a:p>
          <a:p>
            <a:pPr marL="0" indent="0">
              <a:buNone/>
            </a:pPr>
            <a:r>
              <a:rPr lang="en-IN" b="1" dirty="0"/>
              <a:t>					          0,  otherwise</a:t>
            </a:r>
          </a:p>
          <a:p>
            <a:r>
              <a:rPr lang="en-IN" b="1" dirty="0"/>
              <a:t> Find w</a:t>
            </a:r>
            <a:r>
              <a:rPr lang="en-IN" b="1" baseline="-25000" dirty="0"/>
              <a:t>1</a:t>
            </a:r>
            <a:r>
              <a:rPr lang="en-IN" b="1" dirty="0"/>
              <a:t>, w</a:t>
            </a:r>
            <a:r>
              <a:rPr lang="en-IN" b="1" baseline="-25000" dirty="0"/>
              <a:t>2</a:t>
            </a:r>
            <a:r>
              <a:rPr lang="en-IN" b="1" dirty="0"/>
              <a:t>, and bias b for the AND gate function</a:t>
            </a:r>
          </a:p>
          <a:p>
            <a:endParaRPr lang="en-IN" dirty="0"/>
          </a:p>
        </p:txBody>
      </p:sp>
    </p:spTree>
    <p:extLst>
      <p:ext uri="{BB962C8B-B14F-4D97-AF65-F5344CB8AC3E}">
        <p14:creationId xmlns:p14="http://schemas.microsoft.com/office/powerpoint/2010/main" val="1124347089"/>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B84FE42B-3096-A7E1-2616-CBF51A43D43D}"/>
              </a:ext>
            </a:extLst>
          </p:cNvPr>
          <p:cNvSpPr>
            <a:spLocks noGrp="1"/>
          </p:cNvSpPr>
          <p:nvPr>
            <p:ph idx="1"/>
          </p:nvPr>
        </p:nvSpPr>
        <p:spPr>
          <a:xfrm>
            <a:off x="152399" y="283779"/>
            <a:ext cx="11873345" cy="5893184"/>
          </a:xfrm>
        </p:spPr>
        <p:txBody>
          <a:bodyPr/>
          <a:lstStyle/>
          <a:p>
            <a:r>
              <a:rPr lang="en-US" dirty="0"/>
              <a:t>Step1: Define the AND gate truth table:</a:t>
            </a:r>
          </a:p>
          <a:p>
            <a:r>
              <a:rPr lang="en-US" dirty="0"/>
              <a:t> Step2: </a:t>
            </a:r>
            <a:r>
              <a:rPr lang="en-IN" b="1" dirty="0"/>
              <a:t>Given the activation function </a:t>
            </a:r>
          </a:p>
          <a:p>
            <a:pPr marL="0" indent="0">
              <a:buNone/>
            </a:pPr>
            <a:r>
              <a:rPr lang="en-IN" b="1" dirty="0"/>
              <a:t>                    y’ = step(w</a:t>
            </a:r>
            <a:r>
              <a:rPr lang="en-IN" b="1" baseline="-25000" dirty="0"/>
              <a:t>1</a:t>
            </a:r>
            <a:r>
              <a:rPr lang="en-IN" b="1" dirty="0"/>
              <a:t>x</a:t>
            </a:r>
            <a:r>
              <a:rPr lang="en-IN" b="1" baseline="-25000" dirty="0"/>
              <a:t>1</a:t>
            </a:r>
            <a:r>
              <a:rPr lang="en-IN" b="1" dirty="0"/>
              <a:t> + w</a:t>
            </a:r>
            <a:r>
              <a:rPr lang="en-IN" b="1" baseline="-25000" dirty="0"/>
              <a:t>2</a:t>
            </a:r>
            <a:r>
              <a:rPr lang="en-IN" b="1" dirty="0"/>
              <a:t>x</a:t>
            </a:r>
            <a:r>
              <a:rPr lang="en-IN" b="1" baseline="-25000" dirty="0"/>
              <a:t>2</a:t>
            </a:r>
            <a:r>
              <a:rPr lang="en-IN" b="1" dirty="0"/>
              <a:t> + b), </a:t>
            </a:r>
          </a:p>
          <a:p>
            <a:pPr marL="0" indent="0">
              <a:buNone/>
            </a:pPr>
            <a:r>
              <a:rPr lang="en-IN" dirty="0"/>
              <a:t>                    Initialize weights and Bias </a:t>
            </a:r>
          </a:p>
          <a:p>
            <a:pPr marL="0" indent="0">
              <a:buNone/>
            </a:pPr>
            <a:r>
              <a:rPr lang="en-IN" dirty="0"/>
              <a:t>                    </a:t>
            </a:r>
            <a:r>
              <a:rPr lang="en-US" dirty="0"/>
              <a:t>w</a:t>
            </a:r>
            <a:r>
              <a:rPr lang="en-US" baseline="-25000" dirty="0"/>
              <a:t>1 </a:t>
            </a:r>
            <a:r>
              <a:rPr lang="en-US" dirty="0"/>
              <a:t> =0, w</a:t>
            </a:r>
            <a:r>
              <a:rPr lang="en-US" baseline="-25000" dirty="0"/>
              <a:t>2</a:t>
            </a:r>
            <a:r>
              <a:rPr lang="en-US" dirty="0"/>
              <a:t> = 0,  b = 0</a:t>
            </a:r>
          </a:p>
          <a:p>
            <a:pPr marL="0" indent="0">
              <a:buNone/>
            </a:pPr>
            <a:r>
              <a:rPr lang="en-US" dirty="0"/>
              <a:t>                    Also define the learning rate </a:t>
            </a:r>
            <a:r>
              <a:rPr lang="el-GR" b="1" dirty="0">
                <a:effectLst/>
                <a:latin typeface="Times New Roman" panose="02020603050405020304" pitchFamily="18" charset="0"/>
                <a:cs typeface="Times New Roman" panose="02020603050405020304" pitchFamily="18" charset="0"/>
              </a:rPr>
              <a:t>η</a:t>
            </a:r>
            <a:r>
              <a:rPr lang="en-US" b="1" u="none" strike="noStrike" baseline="0" dirty="0">
                <a:latin typeface="Times New Roman" panose="02020603050405020304" pitchFamily="18" charset="0"/>
                <a:cs typeface="Times New Roman" panose="02020603050405020304" pitchFamily="18" charset="0"/>
              </a:rPr>
              <a:t> = 1</a:t>
            </a:r>
          </a:p>
          <a:p>
            <a:r>
              <a:rPr lang="en-US" dirty="0">
                <a:latin typeface="Times New Roman" panose="02020603050405020304" pitchFamily="18" charset="0"/>
                <a:cs typeface="Times New Roman" panose="02020603050405020304" pitchFamily="18" charset="0"/>
              </a:rPr>
              <a:t>Step3: Use Perceptron Learning Rule to update </a:t>
            </a:r>
          </a:p>
          <a:p>
            <a:pPr marL="0" indent="0">
              <a:buNone/>
            </a:pPr>
            <a:r>
              <a:rPr lang="en-IN" dirty="0"/>
              <a:t>                weights and bias -</a:t>
            </a:r>
          </a:p>
          <a:p>
            <a:pPr marL="0" indent="0">
              <a:buNone/>
            </a:pPr>
            <a:r>
              <a:rPr lang="en-IN" b="1" dirty="0"/>
              <a:t>  </a:t>
            </a:r>
            <a:r>
              <a:rPr lang="en-IN" dirty="0"/>
              <a:t>               </a:t>
            </a:r>
            <a:r>
              <a:rPr lang="en-IN" dirty="0" err="1"/>
              <a:t>w</a:t>
            </a:r>
            <a:r>
              <a:rPr lang="en-IN" baseline="-25000" dirty="0" err="1"/>
              <a:t>i</a:t>
            </a:r>
            <a:r>
              <a:rPr lang="en-IN" dirty="0"/>
              <a:t> </a:t>
            </a:r>
            <a:r>
              <a:rPr lang="en-IN" dirty="0">
                <a:sym typeface="Wingdings" panose="05000000000000000000" pitchFamily="2" charset="2"/>
              </a:rPr>
              <a:t> </a:t>
            </a:r>
            <a:r>
              <a:rPr lang="en-IN" dirty="0" err="1">
                <a:sym typeface="Wingdings" panose="05000000000000000000" pitchFamily="2" charset="2"/>
              </a:rPr>
              <a:t>w</a:t>
            </a:r>
            <a:r>
              <a:rPr lang="en-IN" baseline="-25000" dirty="0" err="1">
                <a:sym typeface="Wingdings" panose="05000000000000000000" pitchFamily="2" charset="2"/>
              </a:rPr>
              <a:t>i</a:t>
            </a:r>
            <a:r>
              <a:rPr lang="en-IN" dirty="0">
                <a:sym typeface="Wingdings" panose="05000000000000000000" pitchFamily="2" charset="2"/>
              </a:rPr>
              <a:t> + </a:t>
            </a:r>
            <a:r>
              <a:rPr lang="el-GR" b="1" dirty="0">
                <a:effectLst/>
                <a:latin typeface="Times New Roman" panose="02020603050405020304" pitchFamily="18" charset="0"/>
                <a:cs typeface="Times New Roman" panose="02020603050405020304" pitchFamily="18" charset="0"/>
              </a:rPr>
              <a:t>η</a:t>
            </a:r>
            <a:r>
              <a:rPr lang="en-US" b="1" u="none" strike="noStrike" baseline="0" dirty="0">
                <a:latin typeface="Times New Roman" panose="02020603050405020304" pitchFamily="18" charset="0"/>
                <a:cs typeface="Times New Roman" panose="02020603050405020304" pitchFamily="18" charset="0"/>
              </a:rPr>
              <a:t> </a:t>
            </a:r>
            <a:r>
              <a:rPr lang="en-US" u="none" strike="noStrike" baseline="0" dirty="0">
                <a:latin typeface="Times New Roman" panose="02020603050405020304" pitchFamily="18" charset="0"/>
                <a:cs typeface="Times New Roman" panose="02020603050405020304" pitchFamily="18" charset="0"/>
              </a:rPr>
              <a:t>( y – y’) . x</a:t>
            </a:r>
            <a:r>
              <a:rPr lang="en-US" u="none" strike="noStrike" baseline="-25000" dirty="0">
                <a:latin typeface="Times New Roman" panose="02020603050405020304" pitchFamily="18" charset="0"/>
                <a:cs typeface="Times New Roman" panose="02020603050405020304" pitchFamily="18" charset="0"/>
              </a:rPr>
              <a:t>i</a:t>
            </a:r>
            <a:r>
              <a:rPr lang="en-US" u="none" strike="noStrike" baseline="0" dirty="0">
                <a:latin typeface="Times New Roman" panose="02020603050405020304" pitchFamily="18" charset="0"/>
                <a:cs typeface="Times New Roman" panose="02020603050405020304" pitchFamily="18" charset="0"/>
              </a:rPr>
              <a:t>      </a:t>
            </a:r>
            <a:r>
              <a:rPr lang="en-US" sz="2400" u="none" strike="noStrike" baseline="0" dirty="0">
                <a:latin typeface="Times New Roman" panose="02020603050405020304" pitchFamily="18" charset="0"/>
                <a:cs typeface="Times New Roman" panose="02020603050405020304" pitchFamily="18" charset="0"/>
              </a:rPr>
              <a:t>y - target output, y’ – perceptron’s predicted output</a:t>
            </a:r>
            <a:endParaRPr lang="en-US" u="none" strike="noStrike" baseline="0" dirty="0">
              <a:latin typeface="Times New Roman" panose="02020603050405020304" pitchFamily="18" charset="0"/>
              <a:cs typeface="Times New Roman" panose="02020603050405020304" pitchFamily="18" charset="0"/>
            </a:endParaRPr>
          </a:p>
          <a:p>
            <a:pPr marL="0" indent="0">
              <a:buNone/>
            </a:pPr>
            <a:r>
              <a:rPr lang="en-US" dirty="0">
                <a:latin typeface="Times New Roman" panose="02020603050405020304" pitchFamily="18" charset="0"/>
                <a:cs typeface="Times New Roman" panose="02020603050405020304" pitchFamily="18" charset="0"/>
              </a:rPr>
              <a:t>                b  </a:t>
            </a:r>
            <a:r>
              <a:rPr lang="en-US" dirty="0">
                <a:latin typeface="Times New Roman" panose="02020603050405020304" pitchFamily="18" charset="0"/>
                <a:cs typeface="Times New Roman" panose="02020603050405020304" pitchFamily="18" charset="0"/>
                <a:sym typeface="Wingdings" panose="05000000000000000000" pitchFamily="2" charset="2"/>
              </a:rPr>
              <a:t>  b + </a:t>
            </a:r>
            <a:r>
              <a:rPr lang="el-GR" b="1" dirty="0">
                <a:effectLst/>
                <a:latin typeface="Times New Roman" panose="02020603050405020304" pitchFamily="18" charset="0"/>
                <a:cs typeface="Times New Roman" panose="02020603050405020304" pitchFamily="18" charset="0"/>
              </a:rPr>
              <a:t>η</a:t>
            </a:r>
            <a:r>
              <a:rPr lang="en-US" b="1" u="none" strike="noStrike" baseline="0" dirty="0">
                <a:latin typeface="Times New Roman" panose="02020603050405020304" pitchFamily="18" charset="0"/>
                <a:cs typeface="Times New Roman" panose="02020603050405020304" pitchFamily="18" charset="0"/>
              </a:rPr>
              <a:t> </a:t>
            </a:r>
            <a:r>
              <a:rPr lang="en-US" u="none" strike="noStrike" baseline="0" dirty="0">
                <a:latin typeface="Times New Roman" panose="02020603050405020304" pitchFamily="18" charset="0"/>
                <a:cs typeface="Times New Roman" panose="02020603050405020304" pitchFamily="18" charset="0"/>
              </a:rPr>
              <a:t>( y – y’) </a:t>
            </a:r>
            <a:endParaRPr lang="en-IN" dirty="0"/>
          </a:p>
          <a:p>
            <a:endParaRPr lang="en-IN" sz="2800" b="0" dirty="0">
              <a:latin typeface="Times New Roman" panose="02020603050405020304" pitchFamily="18" charset="0"/>
              <a:cs typeface="Times New Roman" panose="02020603050405020304" pitchFamily="18" charset="0"/>
            </a:endParaRPr>
          </a:p>
        </p:txBody>
      </p:sp>
      <p:graphicFrame>
        <p:nvGraphicFramePr>
          <p:cNvPr id="4" name="Table 3">
            <a:extLst>
              <a:ext uri="{FF2B5EF4-FFF2-40B4-BE49-F238E27FC236}">
                <a16:creationId xmlns:a16="http://schemas.microsoft.com/office/drawing/2014/main" id="{8FD55320-0331-2BC9-C617-C8D8558C0D05}"/>
              </a:ext>
            </a:extLst>
          </p:cNvPr>
          <p:cNvGraphicFramePr>
            <a:graphicFrameLocks noGrp="1"/>
          </p:cNvGraphicFramePr>
          <p:nvPr>
            <p:extLst>
              <p:ext uri="{D42A27DB-BD31-4B8C-83A1-F6EECF244321}">
                <p14:modId xmlns:p14="http://schemas.microsoft.com/office/powerpoint/2010/main" val="1467382721"/>
              </p:ext>
            </p:extLst>
          </p:nvPr>
        </p:nvGraphicFramePr>
        <p:xfrm>
          <a:off x="7707588" y="382067"/>
          <a:ext cx="3470163" cy="3447918"/>
        </p:xfrm>
        <a:graphic>
          <a:graphicData uri="http://schemas.openxmlformats.org/drawingml/2006/table">
            <a:tbl>
              <a:tblPr firstRow="1" bandRow="1">
                <a:tableStyleId>{5940675A-B579-460E-94D1-54222C63F5DA}</a:tableStyleId>
              </a:tblPr>
              <a:tblGrid>
                <a:gridCol w="1076208">
                  <a:extLst>
                    <a:ext uri="{9D8B030D-6E8A-4147-A177-3AD203B41FA5}">
                      <a16:colId xmlns:a16="http://schemas.microsoft.com/office/drawing/2014/main" val="180457648"/>
                    </a:ext>
                  </a:extLst>
                </a:gridCol>
                <a:gridCol w="1257431">
                  <a:extLst>
                    <a:ext uri="{9D8B030D-6E8A-4147-A177-3AD203B41FA5}">
                      <a16:colId xmlns:a16="http://schemas.microsoft.com/office/drawing/2014/main" val="24501733"/>
                    </a:ext>
                  </a:extLst>
                </a:gridCol>
                <a:gridCol w="1136524">
                  <a:extLst>
                    <a:ext uri="{9D8B030D-6E8A-4147-A177-3AD203B41FA5}">
                      <a16:colId xmlns:a16="http://schemas.microsoft.com/office/drawing/2014/main" val="143531181"/>
                    </a:ext>
                  </a:extLst>
                </a:gridCol>
              </a:tblGrid>
              <a:tr h="528146">
                <a:tc>
                  <a:txBody>
                    <a:bodyPr/>
                    <a:lstStyle/>
                    <a:p>
                      <a:pPr algn="ctr"/>
                      <a:r>
                        <a:rPr lang="en-US" sz="2800" b="0" dirty="0">
                          <a:latin typeface="Times New Roman" panose="02020603050405020304" pitchFamily="18" charset="0"/>
                          <a:cs typeface="Times New Roman" panose="02020603050405020304" pitchFamily="18" charset="0"/>
                        </a:rPr>
                        <a:t>x</a:t>
                      </a:r>
                      <a:r>
                        <a:rPr lang="en-US" sz="2800" b="0" baseline="-25000" dirty="0">
                          <a:latin typeface="Times New Roman" panose="02020603050405020304" pitchFamily="18" charset="0"/>
                          <a:cs typeface="Times New Roman" panose="02020603050405020304" pitchFamily="18" charset="0"/>
                        </a:rPr>
                        <a:t>1</a:t>
                      </a:r>
                      <a:endParaRPr lang="en-IN" sz="28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x</a:t>
                      </a:r>
                      <a:r>
                        <a:rPr lang="en-US" sz="2800" b="0" baseline="-25000" dirty="0">
                          <a:latin typeface="Times New Roman" panose="02020603050405020304" pitchFamily="18" charset="0"/>
                          <a:cs typeface="Times New Roman" panose="02020603050405020304" pitchFamily="18" charset="0"/>
                        </a:rPr>
                        <a:t>2</a:t>
                      </a:r>
                      <a:endParaRPr lang="en-IN" sz="28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y </a:t>
                      </a:r>
                    </a:p>
                    <a:p>
                      <a:pPr algn="ctr"/>
                      <a:r>
                        <a:rPr lang="en-US" sz="2000" b="0" dirty="0">
                          <a:latin typeface="Times New Roman" panose="02020603050405020304" pitchFamily="18" charset="0"/>
                          <a:cs typeface="Times New Roman" panose="02020603050405020304" pitchFamily="18" charset="0"/>
                        </a:rPr>
                        <a:t>Target o/p</a:t>
                      </a:r>
                      <a:endParaRPr lang="en-IN" sz="20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549196082"/>
                  </a:ext>
                </a:extLst>
              </a:tr>
              <a:tr h="472966">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90489453"/>
                  </a:ext>
                </a:extLst>
              </a:tr>
              <a:tr h="600666">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980717832"/>
                  </a:ext>
                </a:extLst>
              </a:tr>
              <a:tr h="600666">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0</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892328270"/>
                  </a:ext>
                </a:extLst>
              </a:tr>
              <a:tr h="600666">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tc>
                  <a:txBody>
                    <a:bodyPr/>
                    <a:lstStyle/>
                    <a:p>
                      <a:pPr algn="ctr"/>
                      <a:r>
                        <a:rPr lang="en-US" sz="2800" b="0" dirty="0">
                          <a:latin typeface="Times New Roman" panose="02020603050405020304" pitchFamily="18" charset="0"/>
                          <a:cs typeface="Times New Roman" panose="02020603050405020304" pitchFamily="18" charset="0"/>
                        </a:rPr>
                        <a:t>1</a:t>
                      </a:r>
                      <a:endParaRPr lang="en-IN" sz="2800" b="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50032701"/>
                  </a:ext>
                </a:extLst>
              </a:tr>
            </a:tbl>
          </a:graphicData>
        </a:graphic>
      </p:graphicFrame>
    </p:spTree>
    <p:extLst>
      <p:ext uri="{BB962C8B-B14F-4D97-AF65-F5344CB8AC3E}">
        <p14:creationId xmlns:p14="http://schemas.microsoft.com/office/powerpoint/2010/main" val="427893896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350C62A4-6FFF-047B-4C5C-720CFFD98F81}"/>
              </a:ext>
            </a:extLst>
          </p:cNvPr>
          <p:cNvSpPr>
            <a:spLocks noGrp="1"/>
          </p:cNvSpPr>
          <p:nvPr>
            <p:ph idx="1"/>
          </p:nvPr>
        </p:nvSpPr>
        <p:spPr>
          <a:xfrm>
            <a:off x="152399" y="252248"/>
            <a:ext cx="11873345" cy="6437310"/>
          </a:xfrm>
        </p:spPr>
        <p:txBody>
          <a:bodyPr/>
          <a:lstStyle/>
          <a:p>
            <a:r>
              <a:rPr lang="en-US" dirty="0"/>
              <a:t>Epoch 1: First iteration on training data</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Updated weights after Epoch1 : </a:t>
            </a:r>
            <a:r>
              <a:rPr lang="en-IN" sz="2800" b="0" dirty="0">
                <a:latin typeface="Times New Roman" panose="02020603050405020304" pitchFamily="18" charset="0"/>
                <a:cs typeface="Times New Roman" panose="02020603050405020304" pitchFamily="18" charset="0"/>
              </a:rPr>
              <a:t>w</a:t>
            </a:r>
            <a:r>
              <a:rPr lang="en-IN" sz="2800" b="0" baseline="-25000" dirty="0">
                <a:latin typeface="Times New Roman" panose="02020603050405020304" pitchFamily="18" charset="0"/>
                <a:cs typeface="Times New Roman" panose="02020603050405020304" pitchFamily="18" charset="0"/>
              </a:rPr>
              <a:t>1 </a:t>
            </a:r>
            <a:r>
              <a:rPr lang="en-IN" sz="2800" b="0" dirty="0">
                <a:latin typeface="Times New Roman" panose="02020603050405020304" pitchFamily="18" charset="0"/>
                <a:cs typeface="Times New Roman" panose="02020603050405020304" pitchFamily="18" charset="0"/>
              </a:rPr>
              <a:t> = 1,  w</a:t>
            </a:r>
            <a:r>
              <a:rPr lang="en-IN" sz="2800" b="0" baseline="-25000" dirty="0">
                <a:latin typeface="Times New Roman" panose="02020603050405020304" pitchFamily="18" charset="0"/>
                <a:cs typeface="Times New Roman" panose="02020603050405020304" pitchFamily="18" charset="0"/>
              </a:rPr>
              <a:t>2</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 1, </a:t>
            </a:r>
            <a:r>
              <a:rPr lang="en-IN" sz="2800" b="0" dirty="0">
                <a:latin typeface="Times New Roman" panose="02020603050405020304" pitchFamily="18" charset="0"/>
                <a:cs typeface="Times New Roman" panose="02020603050405020304" pitchFamily="18" charset="0"/>
              </a:rPr>
              <a:t> b = 0</a:t>
            </a:r>
            <a:endParaRPr lang="en-US" dirty="0"/>
          </a:p>
          <a:p>
            <a:endParaRPr lang="en-IN" dirty="0"/>
          </a:p>
        </p:txBody>
      </p:sp>
      <p:graphicFrame>
        <p:nvGraphicFramePr>
          <p:cNvPr id="4" name="Table 3">
            <a:extLst>
              <a:ext uri="{FF2B5EF4-FFF2-40B4-BE49-F238E27FC236}">
                <a16:creationId xmlns:a16="http://schemas.microsoft.com/office/drawing/2014/main" id="{2D2F22AB-42D1-9FF7-99CE-A9DF5F770CD5}"/>
              </a:ext>
            </a:extLst>
          </p:cNvPr>
          <p:cNvGraphicFramePr>
            <a:graphicFrameLocks noGrp="1"/>
          </p:cNvGraphicFramePr>
          <p:nvPr>
            <p:extLst>
              <p:ext uri="{D42A27DB-BD31-4B8C-83A1-F6EECF244321}">
                <p14:modId xmlns:p14="http://schemas.microsoft.com/office/powerpoint/2010/main" val="3788206617"/>
              </p:ext>
            </p:extLst>
          </p:nvPr>
        </p:nvGraphicFramePr>
        <p:xfrm>
          <a:off x="441432" y="719666"/>
          <a:ext cx="11584312" cy="5111384"/>
        </p:xfrm>
        <a:graphic>
          <a:graphicData uri="http://schemas.openxmlformats.org/drawingml/2006/table">
            <a:tbl>
              <a:tblPr firstRow="1" bandRow="1">
                <a:tableStyleId>{5940675A-B579-460E-94D1-54222C63F5DA}</a:tableStyleId>
              </a:tblPr>
              <a:tblGrid>
                <a:gridCol w="676691">
                  <a:extLst>
                    <a:ext uri="{9D8B030D-6E8A-4147-A177-3AD203B41FA5}">
                      <a16:colId xmlns:a16="http://schemas.microsoft.com/office/drawing/2014/main" val="4198714237"/>
                    </a:ext>
                  </a:extLst>
                </a:gridCol>
                <a:gridCol w="711847">
                  <a:extLst>
                    <a:ext uri="{9D8B030D-6E8A-4147-A177-3AD203B41FA5}">
                      <a16:colId xmlns:a16="http://schemas.microsoft.com/office/drawing/2014/main" val="2060827199"/>
                    </a:ext>
                  </a:extLst>
                </a:gridCol>
                <a:gridCol w="867099">
                  <a:extLst>
                    <a:ext uri="{9D8B030D-6E8A-4147-A177-3AD203B41FA5}">
                      <a16:colId xmlns:a16="http://schemas.microsoft.com/office/drawing/2014/main" val="3973716721"/>
                    </a:ext>
                  </a:extLst>
                </a:gridCol>
                <a:gridCol w="2742172">
                  <a:extLst>
                    <a:ext uri="{9D8B030D-6E8A-4147-A177-3AD203B41FA5}">
                      <a16:colId xmlns:a16="http://schemas.microsoft.com/office/drawing/2014/main" val="2816883336"/>
                    </a:ext>
                  </a:extLst>
                </a:gridCol>
                <a:gridCol w="1812952">
                  <a:extLst>
                    <a:ext uri="{9D8B030D-6E8A-4147-A177-3AD203B41FA5}">
                      <a16:colId xmlns:a16="http://schemas.microsoft.com/office/drawing/2014/main" val="4264298716"/>
                    </a:ext>
                  </a:extLst>
                </a:gridCol>
                <a:gridCol w="4773551">
                  <a:extLst>
                    <a:ext uri="{9D8B030D-6E8A-4147-A177-3AD203B41FA5}">
                      <a16:colId xmlns:a16="http://schemas.microsoft.com/office/drawing/2014/main" val="391685063"/>
                    </a:ext>
                  </a:extLst>
                </a:gridCol>
              </a:tblGrid>
              <a:tr h="437835">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1</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2</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y</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b="0" dirty="0">
                          <a:latin typeface="Times New Roman" panose="02020603050405020304" pitchFamily="18" charset="0"/>
                          <a:cs typeface="Times New Roman" panose="02020603050405020304" pitchFamily="18" charset="0"/>
                        </a:rPr>
                        <a:t>z = w</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 + w</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 + b</a:t>
                      </a:r>
                    </a:p>
                  </a:txBody>
                  <a:tcPr/>
                </a:tc>
                <a:tc>
                  <a:txBody>
                    <a:bodyPr/>
                    <a:lstStyle/>
                    <a:p>
                      <a:pPr algn="ctr"/>
                      <a:r>
                        <a:rPr lang="en-US" sz="2400" dirty="0">
                          <a:latin typeface="Times New Roman" panose="02020603050405020304" pitchFamily="18" charset="0"/>
                          <a:cs typeface="Times New Roman" panose="02020603050405020304" pitchFamily="18" charset="0"/>
                        </a:rPr>
                        <a:t>y’ = step(z)</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Update rule( if y and y’ are different)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4807214"/>
                  </a:ext>
                </a:extLst>
              </a:tr>
              <a:tr h="1488640">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0 + 0 + 0 = 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0 + (1 x (0-1)) x 0 = 0</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0 + (1 x (0-1)) x 0 = 0</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0 + (1 x (0-1))  = -1</a:t>
                      </a:r>
                    </a:p>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4828272"/>
                  </a:ext>
                </a:extLst>
              </a:tr>
              <a:tr h="788104">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0 + 0 + (-1)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  No Update ( y and y’ same)</a:t>
                      </a:r>
                    </a:p>
                  </a:txBody>
                  <a:tcPr/>
                </a:tc>
                <a:extLst>
                  <a:ext uri="{0D108BD9-81ED-4DB2-BD59-A6C34878D82A}">
                    <a16:rowId xmlns:a16="http://schemas.microsoft.com/office/drawing/2014/main" val="2776168881"/>
                  </a:ext>
                </a:extLst>
              </a:tr>
              <a:tr h="788104">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 + 0 + (-1)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  No Update ( y and y’ same)</a:t>
                      </a:r>
                    </a:p>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2600471"/>
                  </a:ext>
                </a:extLst>
              </a:tr>
              <a:tr h="1488640">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 + 0 + (-1)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0 + (1 x (1-0)) x 1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 0 + (1 x (1-0)) x 1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-1 + (1 x (1-0))  = 0</a:t>
                      </a:r>
                    </a:p>
                  </a:txBody>
                  <a:tcPr/>
                </a:tc>
                <a:extLst>
                  <a:ext uri="{0D108BD9-81ED-4DB2-BD59-A6C34878D82A}">
                    <a16:rowId xmlns:a16="http://schemas.microsoft.com/office/drawing/2014/main" val="695089844"/>
                  </a:ext>
                </a:extLst>
              </a:tr>
            </a:tbl>
          </a:graphicData>
        </a:graphic>
      </p:graphicFrame>
    </p:spTree>
    <p:extLst>
      <p:ext uri="{BB962C8B-B14F-4D97-AF65-F5344CB8AC3E}">
        <p14:creationId xmlns:p14="http://schemas.microsoft.com/office/powerpoint/2010/main" val="2865105201"/>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AB40C-47D5-F622-157A-7741BF4A3C3E}"/>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57D06FC9-FFDD-7CF7-D452-D2A3C37F695A}"/>
              </a:ext>
            </a:extLst>
          </p:cNvPr>
          <p:cNvSpPr>
            <a:spLocks noGrp="1"/>
          </p:cNvSpPr>
          <p:nvPr>
            <p:ph idx="1"/>
          </p:nvPr>
        </p:nvSpPr>
        <p:spPr>
          <a:xfrm>
            <a:off x="152399" y="208547"/>
            <a:ext cx="11873345" cy="6481011"/>
          </a:xfrm>
        </p:spPr>
        <p:txBody>
          <a:bodyPr>
            <a:normAutofit fontScale="92500" lnSpcReduction="20000"/>
          </a:bodyPr>
          <a:lstStyle/>
          <a:p>
            <a:r>
              <a:rPr lang="en-US" dirty="0"/>
              <a:t>Epoch 2: Second iteration on training data – checking for errors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Updated weights after Epoch2 : </a:t>
            </a:r>
            <a:r>
              <a:rPr lang="en-IN" sz="2800" b="0" dirty="0">
                <a:latin typeface="Times New Roman" panose="02020603050405020304" pitchFamily="18" charset="0"/>
                <a:cs typeface="Times New Roman" panose="02020603050405020304" pitchFamily="18" charset="0"/>
              </a:rPr>
              <a:t>w</a:t>
            </a:r>
            <a:r>
              <a:rPr lang="en-IN" sz="2800" b="0" baseline="-25000" dirty="0">
                <a:latin typeface="Times New Roman" panose="02020603050405020304" pitchFamily="18" charset="0"/>
                <a:cs typeface="Times New Roman" panose="02020603050405020304" pitchFamily="18" charset="0"/>
              </a:rPr>
              <a:t>1 </a:t>
            </a:r>
            <a:r>
              <a:rPr lang="en-IN" sz="2800" b="0" dirty="0">
                <a:latin typeface="Times New Roman" panose="02020603050405020304" pitchFamily="18" charset="0"/>
                <a:cs typeface="Times New Roman" panose="02020603050405020304" pitchFamily="18" charset="0"/>
              </a:rPr>
              <a:t> = 2,  w</a:t>
            </a:r>
            <a:r>
              <a:rPr lang="en-IN" sz="2800" b="0" baseline="-25000" dirty="0">
                <a:latin typeface="Times New Roman" panose="02020603050405020304" pitchFamily="18" charset="0"/>
                <a:cs typeface="Times New Roman" panose="02020603050405020304" pitchFamily="18" charset="0"/>
              </a:rPr>
              <a:t>2</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 1, </a:t>
            </a:r>
            <a:r>
              <a:rPr lang="en-IN" sz="2800" b="0" dirty="0">
                <a:latin typeface="Times New Roman" panose="02020603050405020304" pitchFamily="18" charset="0"/>
                <a:cs typeface="Times New Roman" panose="02020603050405020304" pitchFamily="18" charset="0"/>
              </a:rPr>
              <a:t> b = -1</a:t>
            </a:r>
            <a:endParaRPr lang="en-US" dirty="0"/>
          </a:p>
          <a:p>
            <a:endParaRPr lang="en-IN" dirty="0"/>
          </a:p>
        </p:txBody>
      </p:sp>
      <p:graphicFrame>
        <p:nvGraphicFramePr>
          <p:cNvPr id="4" name="Table 3">
            <a:extLst>
              <a:ext uri="{FF2B5EF4-FFF2-40B4-BE49-F238E27FC236}">
                <a16:creationId xmlns:a16="http://schemas.microsoft.com/office/drawing/2014/main" id="{34B816EA-4691-82A2-7E83-536B505F47DF}"/>
              </a:ext>
            </a:extLst>
          </p:cNvPr>
          <p:cNvGraphicFramePr>
            <a:graphicFrameLocks noGrp="1"/>
          </p:cNvGraphicFramePr>
          <p:nvPr>
            <p:extLst>
              <p:ext uri="{D42A27DB-BD31-4B8C-83A1-F6EECF244321}">
                <p14:modId xmlns:p14="http://schemas.microsoft.com/office/powerpoint/2010/main" val="2287215983"/>
              </p:ext>
            </p:extLst>
          </p:nvPr>
        </p:nvGraphicFramePr>
        <p:xfrm>
          <a:off x="441432" y="719666"/>
          <a:ext cx="11584312" cy="5477144"/>
        </p:xfrm>
        <a:graphic>
          <a:graphicData uri="http://schemas.openxmlformats.org/drawingml/2006/table">
            <a:tbl>
              <a:tblPr firstRow="1" bandRow="1">
                <a:tableStyleId>{5940675A-B579-460E-94D1-54222C63F5DA}</a:tableStyleId>
              </a:tblPr>
              <a:tblGrid>
                <a:gridCol w="676691">
                  <a:extLst>
                    <a:ext uri="{9D8B030D-6E8A-4147-A177-3AD203B41FA5}">
                      <a16:colId xmlns:a16="http://schemas.microsoft.com/office/drawing/2014/main" val="4198714237"/>
                    </a:ext>
                  </a:extLst>
                </a:gridCol>
                <a:gridCol w="711847">
                  <a:extLst>
                    <a:ext uri="{9D8B030D-6E8A-4147-A177-3AD203B41FA5}">
                      <a16:colId xmlns:a16="http://schemas.microsoft.com/office/drawing/2014/main" val="2060827199"/>
                    </a:ext>
                  </a:extLst>
                </a:gridCol>
                <a:gridCol w="867099">
                  <a:extLst>
                    <a:ext uri="{9D8B030D-6E8A-4147-A177-3AD203B41FA5}">
                      <a16:colId xmlns:a16="http://schemas.microsoft.com/office/drawing/2014/main" val="3973716721"/>
                    </a:ext>
                  </a:extLst>
                </a:gridCol>
                <a:gridCol w="2885584">
                  <a:extLst>
                    <a:ext uri="{9D8B030D-6E8A-4147-A177-3AD203B41FA5}">
                      <a16:colId xmlns:a16="http://schemas.microsoft.com/office/drawing/2014/main" val="2816883336"/>
                    </a:ext>
                  </a:extLst>
                </a:gridCol>
                <a:gridCol w="1669540">
                  <a:extLst>
                    <a:ext uri="{9D8B030D-6E8A-4147-A177-3AD203B41FA5}">
                      <a16:colId xmlns:a16="http://schemas.microsoft.com/office/drawing/2014/main" val="4264298716"/>
                    </a:ext>
                  </a:extLst>
                </a:gridCol>
                <a:gridCol w="4773551">
                  <a:extLst>
                    <a:ext uri="{9D8B030D-6E8A-4147-A177-3AD203B41FA5}">
                      <a16:colId xmlns:a16="http://schemas.microsoft.com/office/drawing/2014/main" val="391685063"/>
                    </a:ext>
                  </a:extLst>
                </a:gridCol>
              </a:tblGrid>
              <a:tr h="437835">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1</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2</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y</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 + w</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 + b = z</a:t>
                      </a:r>
                    </a:p>
                  </a:txBody>
                  <a:tcPr/>
                </a:tc>
                <a:tc>
                  <a:txBody>
                    <a:bodyPr/>
                    <a:lstStyle/>
                    <a:p>
                      <a:pPr algn="ctr"/>
                      <a:r>
                        <a:rPr lang="en-US" sz="2400" dirty="0">
                          <a:latin typeface="Times New Roman" panose="02020603050405020304" pitchFamily="18" charset="0"/>
                          <a:cs typeface="Times New Roman" panose="02020603050405020304" pitchFamily="18" charset="0"/>
                        </a:rPr>
                        <a:t>y’ = step(z)</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Update rule( if y and y’ are different)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4807214"/>
                  </a:ext>
                </a:extLst>
              </a:tr>
              <a:tr h="1488640">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1(0) + 1(0) + 0 = 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1 + (1 x (0-1)) x 0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1 + (1 x (0-1)) x 0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0 + (1 x (0-1))  = -1</a:t>
                      </a:r>
                    </a:p>
                    <a:p>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4828272"/>
                  </a:ext>
                </a:extLst>
              </a:tr>
              <a:tr h="788104">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1(0) +1(1) + (-1) = 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US" sz="2400" dirty="0">
                          <a:latin typeface="Times New Roman" panose="02020603050405020304" pitchFamily="18" charset="0"/>
                          <a:cs typeface="Times New Roman" panose="02020603050405020304" pitchFamily="18" charset="0"/>
                        </a:rPr>
                        <a:t>  </a:t>
                      </a: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1 + (1 x (0-1)) x 0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  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1 + (1 x (0-1)) x 1 = 0</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-1</a:t>
                      </a:r>
                      <a:r>
                        <a:rPr lang="en-IN" sz="2400" b="0" baseline="0" dirty="0">
                          <a:latin typeface="Times New Roman" panose="02020603050405020304" pitchFamily="18" charset="0"/>
                          <a:cs typeface="Times New Roman" panose="02020603050405020304" pitchFamily="18" charset="0"/>
                        </a:rPr>
                        <a:t> + (1 x (0-1))  = -2</a:t>
                      </a:r>
                    </a:p>
                  </a:txBody>
                  <a:tcPr/>
                </a:tc>
                <a:extLst>
                  <a:ext uri="{0D108BD9-81ED-4DB2-BD59-A6C34878D82A}">
                    <a16:rowId xmlns:a16="http://schemas.microsoft.com/office/drawing/2014/main" val="2776168881"/>
                  </a:ext>
                </a:extLst>
              </a:tr>
              <a:tr h="788104">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1(1) + 0(0) + (-2)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  No Update ( y and y’ same)</a:t>
                      </a:r>
                    </a:p>
                  </a:txBody>
                  <a:tcPr/>
                </a:tc>
                <a:extLst>
                  <a:ext uri="{0D108BD9-81ED-4DB2-BD59-A6C34878D82A}">
                    <a16:rowId xmlns:a16="http://schemas.microsoft.com/office/drawing/2014/main" val="1122600471"/>
                  </a:ext>
                </a:extLst>
              </a:tr>
              <a:tr h="1488640">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1(1) + 0(1) + (-2)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1 + (1 x (1-0)) x 1 = 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 0 + (1 x (1-0)) x 1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-2 + (1 x (1-0))  = -1</a:t>
                      </a:r>
                    </a:p>
                  </a:txBody>
                  <a:tcPr/>
                </a:tc>
                <a:extLst>
                  <a:ext uri="{0D108BD9-81ED-4DB2-BD59-A6C34878D82A}">
                    <a16:rowId xmlns:a16="http://schemas.microsoft.com/office/drawing/2014/main" val="695089844"/>
                  </a:ext>
                </a:extLst>
              </a:tr>
            </a:tbl>
          </a:graphicData>
        </a:graphic>
      </p:graphicFrame>
    </p:spTree>
    <p:extLst>
      <p:ext uri="{BB962C8B-B14F-4D97-AF65-F5344CB8AC3E}">
        <p14:creationId xmlns:p14="http://schemas.microsoft.com/office/powerpoint/2010/main" val="3211039111"/>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31C053-0384-739E-C87E-013B44E624E3}"/>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A984C99-CE97-4605-DEAE-A9E699E5E611}"/>
              </a:ext>
            </a:extLst>
          </p:cNvPr>
          <p:cNvSpPr>
            <a:spLocks noGrp="1"/>
          </p:cNvSpPr>
          <p:nvPr>
            <p:ph idx="1"/>
          </p:nvPr>
        </p:nvSpPr>
        <p:spPr>
          <a:xfrm>
            <a:off x="152399" y="208547"/>
            <a:ext cx="11873345" cy="6481011"/>
          </a:xfrm>
        </p:spPr>
        <p:txBody>
          <a:bodyPr>
            <a:normAutofit fontScale="92500" lnSpcReduction="20000"/>
          </a:bodyPr>
          <a:lstStyle/>
          <a:p>
            <a:r>
              <a:rPr lang="en-US" dirty="0"/>
              <a:t>Epoch 3: Third iteration on training data – checking for errors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Updated weights after Epoch3 : </a:t>
            </a:r>
            <a:r>
              <a:rPr lang="en-IN" sz="2800" b="0" dirty="0">
                <a:latin typeface="Times New Roman" panose="02020603050405020304" pitchFamily="18" charset="0"/>
                <a:cs typeface="Times New Roman" panose="02020603050405020304" pitchFamily="18" charset="0"/>
              </a:rPr>
              <a:t>w</a:t>
            </a:r>
            <a:r>
              <a:rPr lang="en-IN" sz="2800" b="0" baseline="-25000" dirty="0">
                <a:latin typeface="Times New Roman" panose="02020603050405020304" pitchFamily="18" charset="0"/>
                <a:cs typeface="Times New Roman" panose="02020603050405020304" pitchFamily="18" charset="0"/>
              </a:rPr>
              <a:t>1 </a:t>
            </a:r>
            <a:r>
              <a:rPr lang="en-IN" sz="2800" b="0" dirty="0">
                <a:latin typeface="Times New Roman" panose="02020603050405020304" pitchFamily="18" charset="0"/>
                <a:cs typeface="Times New Roman" panose="02020603050405020304" pitchFamily="18" charset="0"/>
              </a:rPr>
              <a:t> = 2,  w</a:t>
            </a:r>
            <a:r>
              <a:rPr lang="en-IN" sz="2800" b="0" baseline="-25000" dirty="0">
                <a:latin typeface="Times New Roman" panose="02020603050405020304" pitchFamily="18" charset="0"/>
                <a:cs typeface="Times New Roman" panose="02020603050405020304" pitchFamily="18" charset="0"/>
              </a:rPr>
              <a:t>2</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 2, </a:t>
            </a:r>
            <a:r>
              <a:rPr lang="en-IN" sz="2800" b="0" dirty="0">
                <a:latin typeface="Times New Roman" panose="02020603050405020304" pitchFamily="18" charset="0"/>
                <a:cs typeface="Times New Roman" panose="02020603050405020304" pitchFamily="18" charset="0"/>
              </a:rPr>
              <a:t> b = -2</a:t>
            </a:r>
            <a:endParaRPr lang="en-US" dirty="0"/>
          </a:p>
          <a:p>
            <a:endParaRPr lang="en-IN" dirty="0"/>
          </a:p>
        </p:txBody>
      </p:sp>
      <p:graphicFrame>
        <p:nvGraphicFramePr>
          <p:cNvPr id="4" name="Table 3">
            <a:extLst>
              <a:ext uri="{FF2B5EF4-FFF2-40B4-BE49-F238E27FC236}">
                <a16:creationId xmlns:a16="http://schemas.microsoft.com/office/drawing/2014/main" id="{FB95F001-41FE-0E0C-B9EA-FE0AA2EA19D2}"/>
              </a:ext>
            </a:extLst>
          </p:cNvPr>
          <p:cNvGraphicFramePr>
            <a:graphicFrameLocks noGrp="1"/>
          </p:cNvGraphicFramePr>
          <p:nvPr>
            <p:extLst>
              <p:ext uri="{D42A27DB-BD31-4B8C-83A1-F6EECF244321}">
                <p14:modId xmlns:p14="http://schemas.microsoft.com/office/powerpoint/2010/main" val="1807608641"/>
              </p:ext>
            </p:extLst>
          </p:nvPr>
        </p:nvGraphicFramePr>
        <p:xfrm>
          <a:off x="441432" y="719666"/>
          <a:ext cx="11584312" cy="5408240"/>
        </p:xfrm>
        <a:graphic>
          <a:graphicData uri="http://schemas.openxmlformats.org/drawingml/2006/table">
            <a:tbl>
              <a:tblPr firstRow="1" bandRow="1">
                <a:tableStyleId>{5940675A-B579-460E-94D1-54222C63F5DA}</a:tableStyleId>
              </a:tblPr>
              <a:tblGrid>
                <a:gridCol w="676691">
                  <a:extLst>
                    <a:ext uri="{9D8B030D-6E8A-4147-A177-3AD203B41FA5}">
                      <a16:colId xmlns:a16="http://schemas.microsoft.com/office/drawing/2014/main" val="4198714237"/>
                    </a:ext>
                  </a:extLst>
                </a:gridCol>
                <a:gridCol w="711847">
                  <a:extLst>
                    <a:ext uri="{9D8B030D-6E8A-4147-A177-3AD203B41FA5}">
                      <a16:colId xmlns:a16="http://schemas.microsoft.com/office/drawing/2014/main" val="2060827199"/>
                    </a:ext>
                  </a:extLst>
                </a:gridCol>
                <a:gridCol w="867099">
                  <a:extLst>
                    <a:ext uri="{9D8B030D-6E8A-4147-A177-3AD203B41FA5}">
                      <a16:colId xmlns:a16="http://schemas.microsoft.com/office/drawing/2014/main" val="3973716721"/>
                    </a:ext>
                  </a:extLst>
                </a:gridCol>
                <a:gridCol w="2885584">
                  <a:extLst>
                    <a:ext uri="{9D8B030D-6E8A-4147-A177-3AD203B41FA5}">
                      <a16:colId xmlns:a16="http://schemas.microsoft.com/office/drawing/2014/main" val="2816883336"/>
                    </a:ext>
                  </a:extLst>
                </a:gridCol>
                <a:gridCol w="1669540">
                  <a:extLst>
                    <a:ext uri="{9D8B030D-6E8A-4147-A177-3AD203B41FA5}">
                      <a16:colId xmlns:a16="http://schemas.microsoft.com/office/drawing/2014/main" val="4264298716"/>
                    </a:ext>
                  </a:extLst>
                </a:gridCol>
                <a:gridCol w="4773551">
                  <a:extLst>
                    <a:ext uri="{9D8B030D-6E8A-4147-A177-3AD203B41FA5}">
                      <a16:colId xmlns:a16="http://schemas.microsoft.com/office/drawing/2014/main" val="391685063"/>
                    </a:ext>
                  </a:extLst>
                </a:gridCol>
              </a:tblGrid>
              <a:tr h="437835">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1</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2</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y</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 + w</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 + b = z</a:t>
                      </a:r>
                    </a:p>
                  </a:txBody>
                  <a:tcPr/>
                </a:tc>
                <a:tc>
                  <a:txBody>
                    <a:bodyPr/>
                    <a:lstStyle/>
                    <a:p>
                      <a:pPr algn="ctr"/>
                      <a:r>
                        <a:rPr lang="en-US" sz="2400" dirty="0">
                          <a:latin typeface="Times New Roman" panose="02020603050405020304" pitchFamily="18" charset="0"/>
                          <a:cs typeface="Times New Roman" panose="02020603050405020304" pitchFamily="18" charset="0"/>
                        </a:rPr>
                        <a:t>y’ = step(z)</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Update rule( if y and y’ are different)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4807214"/>
                  </a:ext>
                </a:extLst>
              </a:tr>
              <a:tr h="521335">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2(0) + 1(0) + -1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2 + (1 x (0-1)) x 0 = 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1 + (1 x (0-1)) x 0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-1 + (1 x (0-1))  = -2</a:t>
                      </a:r>
                    </a:p>
                    <a:p>
                      <a:endParaRPr lang="en-IN" sz="14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4828272"/>
                  </a:ext>
                </a:extLst>
              </a:tr>
              <a:tr h="658240">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2(0) +1(1) + (-2)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   No update</a:t>
                      </a:r>
                      <a:endParaRPr lang="en-IN" sz="24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6168881"/>
                  </a:ext>
                </a:extLst>
              </a:tr>
              <a:tr h="788104">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2(1) + 1(0) + (-2) = 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2 + (1 x (0-1)) x 1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1 + (1 x (0-1)) x 0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-2 + (1 x (0-1))  = -3</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2600471"/>
                  </a:ext>
                </a:extLst>
              </a:tr>
              <a:tr h="1488640">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1(1) + 1(1) + (-3)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1 + (1 x (1-0)) x 1 = 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 1 + (1 x (1-0)) x 1 = 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-3 + (1 x (1-0))  = -2</a:t>
                      </a:r>
                    </a:p>
                  </a:txBody>
                  <a:tcPr/>
                </a:tc>
                <a:extLst>
                  <a:ext uri="{0D108BD9-81ED-4DB2-BD59-A6C34878D82A}">
                    <a16:rowId xmlns:a16="http://schemas.microsoft.com/office/drawing/2014/main" val="695089844"/>
                  </a:ext>
                </a:extLst>
              </a:tr>
            </a:tbl>
          </a:graphicData>
        </a:graphic>
      </p:graphicFrame>
    </p:spTree>
    <p:extLst>
      <p:ext uri="{BB962C8B-B14F-4D97-AF65-F5344CB8AC3E}">
        <p14:creationId xmlns:p14="http://schemas.microsoft.com/office/powerpoint/2010/main" val="1584997077"/>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512A4F1-7530-3998-A3A1-4A6E3721BDDD}"/>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7984F087-7849-2BF2-56A3-88FDC6E88102}"/>
              </a:ext>
            </a:extLst>
          </p:cNvPr>
          <p:cNvSpPr>
            <a:spLocks noGrp="1"/>
          </p:cNvSpPr>
          <p:nvPr>
            <p:ph idx="1"/>
          </p:nvPr>
        </p:nvSpPr>
        <p:spPr>
          <a:xfrm>
            <a:off x="152399" y="208547"/>
            <a:ext cx="11873345" cy="6481011"/>
          </a:xfrm>
        </p:spPr>
        <p:txBody>
          <a:bodyPr>
            <a:normAutofit fontScale="92500" lnSpcReduction="20000"/>
          </a:bodyPr>
          <a:lstStyle/>
          <a:p>
            <a:r>
              <a:rPr lang="en-US" dirty="0"/>
              <a:t>Epoch 4: forth iteration on training data – checking for errors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Updated weights after Epoch4 : </a:t>
            </a:r>
            <a:r>
              <a:rPr lang="en-IN" sz="2800" b="0" dirty="0">
                <a:latin typeface="Times New Roman" panose="02020603050405020304" pitchFamily="18" charset="0"/>
                <a:cs typeface="Times New Roman" panose="02020603050405020304" pitchFamily="18" charset="0"/>
              </a:rPr>
              <a:t>w</a:t>
            </a:r>
            <a:r>
              <a:rPr lang="en-IN" sz="2800" b="0" baseline="-25000" dirty="0">
                <a:latin typeface="Times New Roman" panose="02020603050405020304" pitchFamily="18" charset="0"/>
                <a:cs typeface="Times New Roman" panose="02020603050405020304" pitchFamily="18" charset="0"/>
              </a:rPr>
              <a:t>1 </a:t>
            </a:r>
            <a:r>
              <a:rPr lang="en-IN" sz="2800" b="0" dirty="0">
                <a:latin typeface="Times New Roman" panose="02020603050405020304" pitchFamily="18" charset="0"/>
                <a:cs typeface="Times New Roman" panose="02020603050405020304" pitchFamily="18" charset="0"/>
              </a:rPr>
              <a:t> = 3,  w</a:t>
            </a:r>
            <a:r>
              <a:rPr lang="en-IN" sz="2800" b="0" baseline="-25000" dirty="0">
                <a:latin typeface="Times New Roman" panose="02020603050405020304" pitchFamily="18" charset="0"/>
                <a:cs typeface="Times New Roman" panose="02020603050405020304" pitchFamily="18" charset="0"/>
              </a:rPr>
              <a:t>2</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 2, </a:t>
            </a:r>
            <a:r>
              <a:rPr lang="en-IN" sz="2800" b="0" dirty="0">
                <a:latin typeface="Times New Roman" panose="02020603050405020304" pitchFamily="18" charset="0"/>
                <a:cs typeface="Times New Roman" panose="02020603050405020304" pitchFamily="18" charset="0"/>
              </a:rPr>
              <a:t> b = -2</a:t>
            </a:r>
            <a:endParaRPr lang="en-US" dirty="0"/>
          </a:p>
          <a:p>
            <a:endParaRPr lang="en-IN" dirty="0"/>
          </a:p>
        </p:txBody>
      </p:sp>
      <p:graphicFrame>
        <p:nvGraphicFramePr>
          <p:cNvPr id="4" name="Table 3">
            <a:extLst>
              <a:ext uri="{FF2B5EF4-FFF2-40B4-BE49-F238E27FC236}">
                <a16:creationId xmlns:a16="http://schemas.microsoft.com/office/drawing/2014/main" id="{B2DFE9DE-7697-8848-3A1D-648A6BC13E4E}"/>
              </a:ext>
            </a:extLst>
          </p:cNvPr>
          <p:cNvGraphicFramePr>
            <a:graphicFrameLocks noGrp="1"/>
          </p:cNvGraphicFramePr>
          <p:nvPr>
            <p:extLst>
              <p:ext uri="{D42A27DB-BD31-4B8C-83A1-F6EECF244321}">
                <p14:modId xmlns:p14="http://schemas.microsoft.com/office/powerpoint/2010/main" val="156857631"/>
              </p:ext>
            </p:extLst>
          </p:nvPr>
        </p:nvGraphicFramePr>
        <p:xfrm>
          <a:off x="441432" y="680050"/>
          <a:ext cx="11584312" cy="5320306"/>
        </p:xfrm>
        <a:graphic>
          <a:graphicData uri="http://schemas.openxmlformats.org/drawingml/2006/table">
            <a:tbl>
              <a:tblPr firstRow="1" bandRow="1">
                <a:tableStyleId>{5940675A-B579-460E-94D1-54222C63F5DA}</a:tableStyleId>
              </a:tblPr>
              <a:tblGrid>
                <a:gridCol w="676691">
                  <a:extLst>
                    <a:ext uri="{9D8B030D-6E8A-4147-A177-3AD203B41FA5}">
                      <a16:colId xmlns:a16="http://schemas.microsoft.com/office/drawing/2014/main" val="4198714237"/>
                    </a:ext>
                  </a:extLst>
                </a:gridCol>
                <a:gridCol w="711847">
                  <a:extLst>
                    <a:ext uri="{9D8B030D-6E8A-4147-A177-3AD203B41FA5}">
                      <a16:colId xmlns:a16="http://schemas.microsoft.com/office/drawing/2014/main" val="2060827199"/>
                    </a:ext>
                  </a:extLst>
                </a:gridCol>
                <a:gridCol w="867099">
                  <a:extLst>
                    <a:ext uri="{9D8B030D-6E8A-4147-A177-3AD203B41FA5}">
                      <a16:colId xmlns:a16="http://schemas.microsoft.com/office/drawing/2014/main" val="3973716721"/>
                    </a:ext>
                  </a:extLst>
                </a:gridCol>
                <a:gridCol w="2885584">
                  <a:extLst>
                    <a:ext uri="{9D8B030D-6E8A-4147-A177-3AD203B41FA5}">
                      <a16:colId xmlns:a16="http://schemas.microsoft.com/office/drawing/2014/main" val="2816883336"/>
                    </a:ext>
                  </a:extLst>
                </a:gridCol>
                <a:gridCol w="1669540">
                  <a:extLst>
                    <a:ext uri="{9D8B030D-6E8A-4147-A177-3AD203B41FA5}">
                      <a16:colId xmlns:a16="http://schemas.microsoft.com/office/drawing/2014/main" val="4264298716"/>
                    </a:ext>
                  </a:extLst>
                </a:gridCol>
                <a:gridCol w="4773551">
                  <a:extLst>
                    <a:ext uri="{9D8B030D-6E8A-4147-A177-3AD203B41FA5}">
                      <a16:colId xmlns:a16="http://schemas.microsoft.com/office/drawing/2014/main" val="391685063"/>
                    </a:ext>
                  </a:extLst>
                </a:gridCol>
              </a:tblGrid>
              <a:tr h="600124">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1</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2</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y</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 + w</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 + b = z</a:t>
                      </a:r>
                    </a:p>
                  </a:txBody>
                  <a:tcPr/>
                </a:tc>
                <a:tc>
                  <a:txBody>
                    <a:bodyPr/>
                    <a:lstStyle/>
                    <a:p>
                      <a:pPr algn="ctr"/>
                      <a:r>
                        <a:rPr lang="en-US" sz="2400" dirty="0">
                          <a:latin typeface="Times New Roman" panose="02020603050405020304" pitchFamily="18" charset="0"/>
                          <a:cs typeface="Times New Roman" panose="02020603050405020304" pitchFamily="18" charset="0"/>
                        </a:rPr>
                        <a:t>y’ = step(z)</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Update rule( if y and y’ are different)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4807214"/>
                  </a:ext>
                </a:extLst>
              </a:tr>
              <a:tr h="695583">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2(0) +2(0) + (-2) = -2</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  No update</a:t>
                      </a:r>
                      <a:endParaRPr lang="en-IN" sz="24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4828272"/>
                  </a:ext>
                </a:extLst>
              </a:tr>
              <a:tr h="1354666">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2(0) +2(1) + (-2) = 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 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2 + (1 x (0-1)) x 0 = 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 2 + (1 x (0-1)) x 1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-2 + (1 x (0-1))  = -3</a:t>
                      </a:r>
                    </a:p>
                    <a:p>
                      <a:endParaRPr lang="en-IN" sz="24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6168881"/>
                  </a:ext>
                </a:extLst>
              </a:tr>
              <a:tr h="915639">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2(1) + 1(0) + (-3)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No update</a:t>
                      </a:r>
                      <a:endParaRPr lang="en-IN" sz="2400" b="0" baseline="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2600471"/>
                  </a:ext>
                </a:extLst>
              </a:tr>
              <a:tr h="1175623">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1(1) + 1(1) + (-3)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2 + (1 x (1-0)) x 1 = 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1 + (1 x (1-0)) x 1 = 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-3 + (1 x (1-0))  = -2</a:t>
                      </a:r>
                    </a:p>
                    <a:p>
                      <a:endParaRPr lang="en-IN" sz="24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5089844"/>
                  </a:ext>
                </a:extLst>
              </a:tr>
            </a:tbl>
          </a:graphicData>
        </a:graphic>
      </p:graphicFrame>
    </p:spTree>
    <p:extLst>
      <p:ext uri="{BB962C8B-B14F-4D97-AF65-F5344CB8AC3E}">
        <p14:creationId xmlns:p14="http://schemas.microsoft.com/office/powerpoint/2010/main" val="3836375000"/>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3E609F-11A3-88D1-90EF-81D4A4ED0E60}"/>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E962EA32-A1C4-F7B1-06DB-2198520357B2}"/>
              </a:ext>
            </a:extLst>
          </p:cNvPr>
          <p:cNvSpPr>
            <a:spLocks noGrp="1"/>
          </p:cNvSpPr>
          <p:nvPr>
            <p:ph idx="1"/>
          </p:nvPr>
        </p:nvSpPr>
        <p:spPr>
          <a:xfrm>
            <a:off x="152399" y="208547"/>
            <a:ext cx="11873345" cy="6481011"/>
          </a:xfrm>
        </p:spPr>
        <p:txBody>
          <a:bodyPr>
            <a:normAutofit fontScale="92500" lnSpcReduction="20000"/>
          </a:bodyPr>
          <a:lstStyle/>
          <a:p>
            <a:r>
              <a:rPr lang="en-US" dirty="0"/>
              <a:t>Epoch 5: fifth iteration on training data – checking for errors</a:t>
            </a:r>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endParaRPr lang="en-US" dirty="0"/>
          </a:p>
          <a:p>
            <a:r>
              <a:rPr lang="en-US" dirty="0"/>
              <a:t>Updated weights after Epoch5 : </a:t>
            </a:r>
            <a:r>
              <a:rPr lang="en-IN" sz="2800" b="0" dirty="0">
                <a:latin typeface="Times New Roman" panose="02020603050405020304" pitchFamily="18" charset="0"/>
                <a:cs typeface="Times New Roman" panose="02020603050405020304" pitchFamily="18" charset="0"/>
              </a:rPr>
              <a:t>w</a:t>
            </a:r>
            <a:r>
              <a:rPr lang="en-IN" sz="2800" b="0" baseline="-25000" dirty="0">
                <a:latin typeface="Times New Roman" panose="02020603050405020304" pitchFamily="18" charset="0"/>
                <a:cs typeface="Times New Roman" panose="02020603050405020304" pitchFamily="18" charset="0"/>
              </a:rPr>
              <a:t>1 </a:t>
            </a:r>
            <a:r>
              <a:rPr lang="en-IN" sz="2800" b="0"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rPr>
              <a:t>1</a:t>
            </a:r>
            <a:r>
              <a:rPr lang="en-IN" sz="2800" b="0" dirty="0">
                <a:latin typeface="Times New Roman" panose="02020603050405020304" pitchFamily="18" charset="0"/>
                <a:cs typeface="Times New Roman" panose="02020603050405020304" pitchFamily="18" charset="0"/>
              </a:rPr>
              <a:t>,  w</a:t>
            </a:r>
            <a:r>
              <a:rPr lang="en-IN" sz="2800" b="0" baseline="-25000" dirty="0">
                <a:latin typeface="Times New Roman" panose="02020603050405020304" pitchFamily="18" charset="0"/>
                <a:cs typeface="Times New Roman" panose="02020603050405020304" pitchFamily="18" charset="0"/>
              </a:rPr>
              <a:t>2</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 2, </a:t>
            </a:r>
            <a:r>
              <a:rPr lang="en-IN" sz="2800" b="0" dirty="0">
                <a:latin typeface="Times New Roman" panose="02020603050405020304" pitchFamily="18" charset="0"/>
                <a:cs typeface="Times New Roman" panose="02020603050405020304" pitchFamily="18" charset="0"/>
              </a:rPr>
              <a:t> b = -3</a:t>
            </a:r>
            <a:endParaRPr lang="en-US" dirty="0"/>
          </a:p>
          <a:p>
            <a:endParaRPr lang="en-IN" dirty="0"/>
          </a:p>
        </p:txBody>
      </p:sp>
      <p:graphicFrame>
        <p:nvGraphicFramePr>
          <p:cNvPr id="4" name="Table 3">
            <a:extLst>
              <a:ext uri="{FF2B5EF4-FFF2-40B4-BE49-F238E27FC236}">
                <a16:creationId xmlns:a16="http://schemas.microsoft.com/office/drawing/2014/main" id="{865434D5-91FA-7513-4821-928377A63068}"/>
              </a:ext>
            </a:extLst>
          </p:cNvPr>
          <p:cNvGraphicFramePr>
            <a:graphicFrameLocks noGrp="1"/>
          </p:cNvGraphicFramePr>
          <p:nvPr>
            <p:extLst>
              <p:ext uri="{D42A27DB-BD31-4B8C-83A1-F6EECF244321}">
                <p14:modId xmlns:p14="http://schemas.microsoft.com/office/powerpoint/2010/main" val="2285186466"/>
              </p:ext>
            </p:extLst>
          </p:nvPr>
        </p:nvGraphicFramePr>
        <p:xfrm>
          <a:off x="441432" y="680050"/>
          <a:ext cx="11584312" cy="5501947"/>
        </p:xfrm>
        <a:graphic>
          <a:graphicData uri="http://schemas.openxmlformats.org/drawingml/2006/table">
            <a:tbl>
              <a:tblPr firstRow="1" bandRow="1">
                <a:tableStyleId>{5940675A-B579-460E-94D1-54222C63F5DA}</a:tableStyleId>
              </a:tblPr>
              <a:tblGrid>
                <a:gridCol w="676691">
                  <a:extLst>
                    <a:ext uri="{9D8B030D-6E8A-4147-A177-3AD203B41FA5}">
                      <a16:colId xmlns:a16="http://schemas.microsoft.com/office/drawing/2014/main" val="4198714237"/>
                    </a:ext>
                  </a:extLst>
                </a:gridCol>
                <a:gridCol w="711847">
                  <a:extLst>
                    <a:ext uri="{9D8B030D-6E8A-4147-A177-3AD203B41FA5}">
                      <a16:colId xmlns:a16="http://schemas.microsoft.com/office/drawing/2014/main" val="2060827199"/>
                    </a:ext>
                  </a:extLst>
                </a:gridCol>
                <a:gridCol w="867099">
                  <a:extLst>
                    <a:ext uri="{9D8B030D-6E8A-4147-A177-3AD203B41FA5}">
                      <a16:colId xmlns:a16="http://schemas.microsoft.com/office/drawing/2014/main" val="3973716721"/>
                    </a:ext>
                  </a:extLst>
                </a:gridCol>
                <a:gridCol w="2885584">
                  <a:extLst>
                    <a:ext uri="{9D8B030D-6E8A-4147-A177-3AD203B41FA5}">
                      <a16:colId xmlns:a16="http://schemas.microsoft.com/office/drawing/2014/main" val="2816883336"/>
                    </a:ext>
                  </a:extLst>
                </a:gridCol>
                <a:gridCol w="1669540">
                  <a:extLst>
                    <a:ext uri="{9D8B030D-6E8A-4147-A177-3AD203B41FA5}">
                      <a16:colId xmlns:a16="http://schemas.microsoft.com/office/drawing/2014/main" val="4264298716"/>
                    </a:ext>
                  </a:extLst>
                </a:gridCol>
                <a:gridCol w="4773551">
                  <a:extLst>
                    <a:ext uri="{9D8B030D-6E8A-4147-A177-3AD203B41FA5}">
                      <a16:colId xmlns:a16="http://schemas.microsoft.com/office/drawing/2014/main" val="391685063"/>
                    </a:ext>
                  </a:extLst>
                </a:gridCol>
              </a:tblGrid>
              <a:tr h="600124">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1</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2</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y</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 + w</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 + b = z</a:t>
                      </a:r>
                    </a:p>
                  </a:txBody>
                  <a:tcPr/>
                </a:tc>
                <a:tc>
                  <a:txBody>
                    <a:bodyPr/>
                    <a:lstStyle/>
                    <a:p>
                      <a:pPr algn="ctr"/>
                      <a:r>
                        <a:rPr lang="en-US" sz="2400" dirty="0">
                          <a:latin typeface="Times New Roman" panose="02020603050405020304" pitchFamily="18" charset="0"/>
                          <a:cs typeface="Times New Roman" panose="02020603050405020304" pitchFamily="18" charset="0"/>
                        </a:rPr>
                        <a:t>y’ = step(z)</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Update rule( if y and y’ are different)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4807214"/>
                  </a:ext>
                </a:extLst>
              </a:tr>
              <a:tr h="695583">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3(0) +2(0) + (-2)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  No update</a:t>
                      </a:r>
                      <a:endParaRPr lang="en-IN" sz="24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4828272"/>
                  </a:ext>
                </a:extLst>
              </a:tr>
              <a:tr h="1072126">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3(0) +2(1) + (-2) = 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 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3 + (1 x (0-1)) x 0 = 3</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 2 + (1 x (0-1)) x 1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-2 + (1 x (0-1))  = -3</a:t>
                      </a:r>
                    </a:p>
                    <a:p>
                      <a:endParaRPr lang="en-IN" sz="14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6168881"/>
                  </a:ext>
                </a:extLst>
              </a:tr>
              <a:tr h="915639">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3(1) + 1(0) + (-3) = 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3 + (1 x (0-1)) x 1 = 0</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 1 + (1 x (0-1)) x 0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-3 + (1 x (0-1))  = -4</a:t>
                      </a: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2600471"/>
                  </a:ext>
                </a:extLst>
              </a:tr>
              <a:tr h="1175623">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0(1) + 1(1) + (-4) = -3</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 </a:t>
                      </a:r>
                      <a:r>
                        <a:rPr lang="en-IN" sz="2400" b="0" baseline="0" dirty="0">
                          <a:latin typeface="Times New Roman" panose="02020603050405020304" pitchFamily="18" charset="0"/>
                          <a:cs typeface="Times New Roman" panose="02020603050405020304" pitchFamily="18" charset="0"/>
                        </a:rPr>
                        <a:t> = 0 + (1 x (1-0)) x 1 = 1</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2  </a:t>
                      </a:r>
                      <a:r>
                        <a:rPr lang="en-IN" sz="2400" b="0" baseline="0" dirty="0">
                          <a:latin typeface="Times New Roman" panose="02020603050405020304" pitchFamily="18" charset="0"/>
                          <a:cs typeface="Times New Roman" panose="02020603050405020304" pitchFamily="18" charset="0"/>
                        </a:rPr>
                        <a:t>= 1 + (1 x (1-0)) x 1 = 2</a:t>
                      </a:r>
                    </a:p>
                    <a:p>
                      <a:pPr marL="0" marR="0" lvl="0" indent="0" algn="l" defTabSz="914400" rtl="0" eaLnBrk="1" fontAlgn="auto" latinLnBrk="0" hangingPunct="1">
                        <a:lnSpc>
                          <a:spcPct val="100000"/>
                        </a:lnSpc>
                        <a:spcBef>
                          <a:spcPts val="0"/>
                        </a:spcBef>
                        <a:spcAft>
                          <a:spcPts val="0"/>
                        </a:spcAft>
                        <a:buClrTx/>
                        <a:buSzTx/>
                        <a:buFontTx/>
                        <a:buNone/>
                        <a:tabLst/>
                        <a:defRPr/>
                      </a:pPr>
                      <a:r>
                        <a:rPr lang="en-IN" sz="2400" dirty="0">
                          <a:latin typeface="Times New Roman" panose="02020603050405020304" pitchFamily="18" charset="0"/>
                          <a:cs typeface="Times New Roman" panose="02020603050405020304" pitchFamily="18" charset="0"/>
                        </a:rPr>
                        <a:t> b  = </a:t>
                      </a:r>
                      <a:r>
                        <a:rPr lang="en-IN" sz="2400" b="0" baseline="0" dirty="0">
                          <a:latin typeface="Times New Roman" panose="02020603050405020304" pitchFamily="18" charset="0"/>
                          <a:cs typeface="Times New Roman" panose="02020603050405020304" pitchFamily="18" charset="0"/>
                        </a:rPr>
                        <a:t>-4 + (1 x (1-0))  = -3</a:t>
                      </a:r>
                    </a:p>
                    <a:p>
                      <a:endParaRPr lang="en-IN" sz="14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5089844"/>
                  </a:ext>
                </a:extLst>
              </a:tr>
            </a:tbl>
          </a:graphicData>
        </a:graphic>
      </p:graphicFrame>
    </p:spTree>
    <p:extLst>
      <p:ext uri="{BB962C8B-B14F-4D97-AF65-F5344CB8AC3E}">
        <p14:creationId xmlns:p14="http://schemas.microsoft.com/office/powerpoint/2010/main" val="3568535095"/>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B949FE2-4C34-4AB8-39F0-FBAC6D0D9177}"/>
            </a:ext>
          </a:extLst>
        </p:cNvPr>
        <p:cNvGrpSpPr/>
        <p:nvPr/>
      </p:nvGrpSpPr>
      <p:grpSpPr>
        <a:xfrm>
          <a:off x="0" y="0"/>
          <a:ext cx="0" cy="0"/>
          <a:chOff x="0" y="0"/>
          <a:chExt cx="0" cy="0"/>
        </a:xfrm>
      </p:grpSpPr>
      <p:sp>
        <p:nvSpPr>
          <p:cNvPr id="3" name="Content Placeholder 2">
            <a:extLst>
              <a:ext uri="{FF2B5EF4-FFF2-40B4-BE49-F238E27FC236}">
                <a16:creationId xmlns:a16="http://schemas.microsoft.com/office/drawing/2014/main" id="{F108F491-9DCE-7716-67D6-9810DA32C3DE}"/>
              </a:ext>
            </a:extLst>
          </p:cNvPr>
          <p:cNvSpPr>
            <a:spLocks noGrp="1"/>
          </p:cNvSpPr>
          <p:nvPr>
            <p:ph idx="1"/>
          </p:nvPr>
        </p:nvSpPr>
        <p:spPr>
          <a:xfrm>
            <a:off x="152399" y="208547"/>
            <a:ext cx="11873345" cy="6481011"/>
          </a:xfrm>
        </p:spPr>
        <p:txBody>
          <a:bodyPr>
            <a:normAutofit/>
          </a:bodyPr>
          <a:lstStyle/>
          <a:p>
            <a:r>
              <a:rPr lang="en-US" dirty="0"/>
              <a:t>Epoch 6: sixth iteration on training data – checking for errors</a:t>
            </a:r>
          </a:p>
          <a:p>
            <a:endParaRPr lang="en-US" dirty="0"/>
          </a:p>
          <a:p>
            <a:endParaRPr lang="en-US" dirty="0"/>
          </a:p>
          <a:p>
            <a:endParaRPr lang="en-US" dirty="0"/>
          </a:p>
          <a:p>
            <a:endParaRPr lang="en-US" dirty="0"/>
          </a:p>
          <a:p>
            <a:endParaRPr lang="en-US" dirty="0"/>
          </a:p>
          <a:p>
            <a:endParaRPr lang="en-US" dirty="0"/>
          </a:p>
          <a:p>
            <a:endParaRPr lang="en-US" dirty="0"/>
          </a:p>
          <a:p>
            <a:pPr marL="0" indent="0">
              <a:buNone/>
            </a:pPr>
            <a:endParaRPr lang="en-US" dirty="0"/>
          </a:p>
          <a:p>
            <a:r>
              <a:rPr lang="en-US" dirty="0"/>
              <a:t>Updated weights after Epoch6 : </a:t>
            </a:r>
            <a:r>
              <a:rPr lang="en-IN" sz="2800" b="0" dirty="0">
                <a:latin typeface="Times New Roman" panose="02020603050405020304" pitchFamily="18" charset="0"/>
                <a:cs typeface="Times New Roman" panose="02020603050405020304" pitchFamily="18" charset="0"/>
              </a:rPr>
              <a:t>w</a:t>
            </a:r>
            <a:r>
              <a:rPr lang="en-IN" sz="2800" b="0" baseline="-25000" dirty="0">
                <a:latin typeface="Times New Roman" panose="02020603050405020304" pitchFamily="18" charset="0"/>
                <a:cs typeface="Times New Roman" panose="02020603050405020304" pitchFamily="18" charset="0"/>
              </a:rPr>
              <a:t>1 </a:t>
            </a:r>
            <a:r>
              <a:rPr lang="en-IN" sz="2800" b="0" dirty="0">
                <a:latin typeface="Times New Roman" panose="02020603050405020304" pitchFamily="18" charset="0"/>
                <a:cs typeface="Times New Roman" panose="02020603050405020304" pitchFamily="18" charset="0"/>
              </a:rPr>
              <a:t> = </a:t>
            </a:r>
            <a:r>
              <a:rPr lang="en-IN" dirty="0">
                <a:latin typeface="Times New Roman" panose="02020603050405020304" pitchFamily="18" charset="0"/>
                <a:cs typeface="Times New Roman" panose="02020603050405020304" pitchFamily="18" charset="0"/>
              </a:rPr>
              <a:t>1</a:t>
            </a:r>
            <a:r>
              <a:rPr lang="en-IN" sz="2800" b="0" dirty="0">
                <a:latin typeface="Times New Roman" panose="02020603050405020304" pitchFamily="18" charset="0"/>
                <a:cs typeface="Times New Roman" panose="02020603050405020304" pitchFamily="18" charset="0"/>
              </a:rPr>
              <a:t>,  w</a:t>
            </a:r>
            <a:r>
              <a:rPr lang="en-IN" sz="2800" b="0" baseline="-25000" dirty="0">
                <a:latin typeface="Times New Roman" panose="02020603050405020304" pitchFamily="18" charset="0"/>
                <a:cs typeface="Times New Roman" panose="02020603050405020304" pitchFamily="18" charset="0"/>
              </a:rPr>
              <a:t>2</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 2, </a:t>
            </a:r>
            <a:r>
              <a:rPr lang="en-IN" sz="2800" b="0" dirty="0">
                <a:latin typeface="Times New Roman" panose="02020603050405020304" pitchFamily="18" charset="0"/>
                <a:cs typeface="Times New Roman" panose="02020603050405020304" pitchFamily="18" charset="0"/>
              </a:rPr>
              <a:t> b = -3</a:t>
            </a:r>
          </a:p>
          <a:p>
            <a:r>
              <a:rPr lang="en-IN" b="0" dirty="0">
                <a:latin typeface="Times New Roman" panose="02020603050405020304" pitchFamily="18" charset="0"/>
                <a:cs typeface="Times New Roman" panose="02020603050405020304" pitchFamily="18" charset="0"/>
              </a:rPr>
              <a:t>for which further updates are not required as we get y’ = y, and hence learning happened with 6 iterations with the final weights w</a:t>
            </a:r>
            <a:r>
              <a:rPr lang="en-IN" b="0" baseline="-25000" dirty="0">
                <a:latin typeface="Times New Roman" panose="02020603050405020304" pitchFamily="18" charset="0"/>
                <a:cs typeface="Times New Roman" panose="02020603050405020304" pitchFamily="18" charset="0"/>
              </a:rPr>
              <a:t>1 </a:t>
            </a:r>
            <a:r>
              <a:rPr lang="en-IN" b="0" dirty="0">
                <a:latin typeface="Times New Roman" panose="02020603050405020304" pitchFamily="18" charset="0"/>
                <a:cs typeface="Times New Roman" panose="02020603050405020304" pitchFamily="18" charset="0"/>
              </a:rPr>
              <a:t> = 1,  w</a:t>
            </a:r>
            <a:r>
              <a:rPr lang="en-IN" b="0" baseline="-25000" dirty="0">
                <a:latin typeface="Times New Roman" panose="02020603050405020304" pitchFamily="18" charset="0"/>
                <a:cs typeface="Times New Roman" panose="02020603050405020304" pitchFamily="18" charset="0"/>
              </a:rPr>
              <a:t>2</a:t>
            </a:r>
            <a:r>
              <a:rPr lang="en-IN" baseline="-25000" dirty="0">
                <a:latin typeface="Times New Roman" panose="02020603050405020304" pitchFamily="18" charset="0"/>
                <a:cs typeface="Times New Roman" panose="02020603050405020304" pitchFamily="18" charset="0"/>
              </a:rPr>
              <a:t> </a:t>
            </a:r>
            <a:r>
              <a:rPr lang="en-IN" dirty="0">
                <a:latin typeface="Times New Roman" panose="02020603050405020304" pitchFamily="18" charset="0"/>
                <a:cs typeface="Times New Roman" panose="02020603050405020304" pitchFamily="18" charset="0"/>
              </a:rPr>
              <a:t> = 2, </a:t>
            </a:r>
            <a:r>
              <a:rPr lang="en-IN" b="0" dirty="0">
                <a:latin typeface="Times New Roman" panose="02020603050405020304" pitchFamily="18" charset="0"/>
                <a:cs typeface="Times New Roman" panose="02020603050405020304" pitchFamily="18" charset="0"/>
              </a:rPr>
              <a:t> b = -3 and the perceptron correctly classifies the input samples</a:t>
            </a:r>
            <a:endParaRPr lang="en-US" dirty="0"/>
          </a:p>
          <a:p>
            <a:endParaRPr lang="en-US" dirty="0"/>
          </a:p>
          <a:p>
            <a:endParaRPr lang="en-IN" dirty="0"/>
          </a:p>
        </p:txBody>
      </p:sp>
      <p:graphicFrame>
        <p:nvGraphicFramePr>
          <p:cNvPr id="4" name="Table 3">
            <a:extLst>
              <a:ext uri="{FF2B5EF4-FFF2-40B4-BE49-F238E27FC236}">
                <a16:creationId xmlns:a16="http://schemas.microsoft.com/office/drawing/2014/main" id="{BAEA02D1-A070-D162-56CC-AB1FD0E735DF}"/>
              </a:ext>
            </a:extLst>
          </p:cNvPr>
          <p:cNvGraphicFramePr>
            <a:graphicFrameLocks noGrp="1"/>
          </p:cNvGraphicFramePr>
          <p:nvPr>
            <p:extLst>
              <p:ext uri="{D42A27DB-BD31-4B8C-83A1-F6EECF244321}">
                <p14:modId xmlns:p14="http://schemas.microsoft.com/office/powerpoint/2010/main" val="2091795102"/>
              </p:ext>
            </p:extLst>
          </p:nvPr>
        </p:nvGraphicFramePr>
        <p:xfrm>
          <a:off x="441432" y="1000890"/>
          <a:ext cx="11584312" cy="3747564"/>
        </p:xfrm>
        <a:graphic>
          <a:graphicData uri="http://schemas.openxmlformats.org/drawingml/2006/table">
            <a:tbl>
              <a:tblPr firstRow="1" bandRow="1">
                <a:tableStyleId>{5940675A-B579-460E-94D1-54222C63F5DA}</a:tableStyleId>
              </a:tblPr>
              <a:tblGrid>
                <a:gridCol w="676691">
                  <a:extLst>
                    <a:ext uri="{9D8B030D-6E8A-4147-A177-3AD203B41FA5}">
                      <a16:colId xmlns:a16="http://schemas.microsoft.com/office/drawing/2014/main" val="4198714237"/>
                    </a:ext>
                  </a:extLst>
                </a:gridCol>
                <a:gridCol w="711847">
                  <a:extLst>
                    <a:ext uri="{9D8B030D-6E8A-4147-A177-3AD203B41FA5}">
                      <a16:colId xmlns:a16="http://schemas.microsoft.com/office/drawing/2014/main" val="2060827199"/>
                    </a:ext>
                  </a:extLst>
                </a:gridCol>
                <a:gridCol w="867099">
                  <a:extLst>
                    <a:ext uri="{9D8B030D-6E8A-4147-A177-3AD203B41FA5}">
                      <a16:colId xmlns:a16="http://schemas.microsoft.com/office/drawing/2014/main" val="3973716721"/>
                    </a:ext>
                  </a:extLst>
                </a:gridCol>
                <a:gridCol w="2885584">
                  <a:extLst>
                    <a:ext uri="{9D8B030D-6E8A-4147-A177-3AD203B41FA5}">
                      <a16:colId xmlns:a16="http://schemas.microsoft.com/office/drawing/2014/main" val="2816883336"/>
                    </a:ext>
                  </a:extLst>
                </a:gridCol>
                <a:gridCol w="1669540">
                  <a:extLst>
                    <a:ext uri="{9D8B030D-6E8A-4147-A177-3AD203B41FA5}">
                      <a16:colId xmlns:a16="http://schemas.microsoft.com/office/drawing/2014/main" val="4264298716"/>
                    </a:ext>
                  </a:extLst>
                </a:gridCol>
                <a:gridCol w="4773551">
                  <a:extLst>
                    <a:ext uri="{9D8B030D-6E8A-4147-A177-3AD203B41FA5}">
                      <a16:colId xmlns:a16="http://schemas.microsoft.com/office/drawing/2014/main" val="391685063"/>
                    </a:ext>
                  </a:extLst>
                </a:gridCol>
              </a:tblGrid>
              <a:tr h="699571">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1</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x</a:t>
                      </a:r>
                      <a:r>
                        <a:rPr lang="en-US" sz="2400" b="0" baseline="-25000" dirty="0">
                          <a:latin typeface="Times New Roman" panose="02020603050405020304" pitchFamily="18" charset="0"/>
                          <a:cs typeface="Times New Roman" panose="02020603050405020304" pitchFamily="18" charset="0"/>
                        </a:rPr>
                        <a:t>2</a:t>
                      </a:r>
                      <a:endParaRPr lang="en-IN" sz="2400" b="0" baseline="-250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y</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IN" sz="2400" b="0" dirty="0">
                          <a:latin typeface="Times New Roman" panose="02020603050405020304" pitchFamily="18" charset="0"/>
                          <a:cs typeface="Times New Roman" panose="02020603050405020304" pitchFamily="18" charset="0"/>
                        </a:rPr>
                        <a:t>w</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1</a:t>
                      </a:r>
                      <a:r>
                        <a:rPr lang="en-IN" sz="2400" b="0" dirty="0">
                          <a:latin typeface="Times New Roman" panose="02020603050405020304" pitchFamily="18" charset="0"/>
                          <a:cs typeface="Times New Roman" panose="02020603050405020304" pitchFamily="18" charset="0"/>
                        </a:rPr>
                        <a:t> + w</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x</a:t>
                      </a:r>
                      <a:r>
                        <a:rPr lang="en-IN" sz="2400" b="0" baseline="-25000" dirty="0">
                          <a:latin typeface="Times New Roman" panose="02020603050405020304" pitchFamily="18" charset="0"/>
                          <a:cs typeface="Times New Roman" panose="02020603050405020304" pitchFamily="18" charset="0"/>
                        </a:rPr>
                        <a:t>2</a:t>
                      </a:r>
                      <a:r>
                        <a:rPr lang="en-IN" sz="2400" b="0" dirty="0">
                          <a:latin typeface="Times New Roman" panose="02020603050405020304" pitchFamily="18" charset="0"/>
                          <a:cs typeface="Times New Roman" panose="02020603050405020304" pitchFamily="18" charset="0"/>
                        </a:rPr>
                        <a:t> + b = z</a:t>
                      </a:r>
                    </a:p>
                  </a:txBody>
                  <a:tcPr/>
                </a:tc>
                <a:tc>
                  <a:txBody>
                    <a:bodyPr/>
                    <a:lstStyle/>
                    <a:p>
                      <a:pPr algn="ctr"/>
                      <a:r>
                        <a:rPr lang="en-US" sz="2400" dirty="0">
                          <a:latin typeface="Times New Roman" panose="02020603050405020304" pitchFamily="18" charset="0"/>
                          <a:cs typeface="Times New Roman" panose="02020603050405020304" pitchFamily="18" charset="0"/>
                        </a:rPr>
                        <a:t>y’ = step(z)</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Update rule( if y and y’ are different)</a:t>
                      </a:r>
                      <a:endParaRPr lang="en-IN" sz="2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04807214"/>
                  </a:ext>
                </a:extLst>
              </a:tr>
              <a:tr h="737937">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1(0) +2(0) + (-3) = -3</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  No update</a:t>
                      </a:r>
                      <a:endParaRPr lang="en-IN" sz="24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084828272"/>
                  </a:ext>
                </a:extLst>
              </a:tr>
              <a:tr h="594039">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algn="l"/>
                      <a:r>
                        <a:rPr lang="en-US" sz="2400" dirty="0">
                          <a:latin typeface="Times New Roman" panose="02020603050405020304" pitchFamily="18" charset="0"/>
                          <a:cs typeface="Times New Roman" panose="02020603050405020304" pitchFamily="18" charset="0"/>
                        </a:rPr>
                        <a:t>1(0) +2(1) + (-3) = -1</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 No Update</a:t>
                      </a:r>
                      <a:endParaRPr lang="en-IN" sz="2400" b="0" baseline="0" dirty="0">
                        <a:latin typeface="Times New Roman" panose="02020603050405020304" pitchFamily="18" charset="0"/>
                        <a:cs typeface="Times New Roman" panose="02020603050405020304" pitchFamily="18" charset="0"/>
                      </a:endParaRPr>
                    </a:p>
                    <a:p>
                      <a:endParaRPr lang="en-IN" sz="14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2776168881"/>
                  </a:ext>
                </a:extLst>
              </a:tr>
              <a:tr h="571255">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0</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1(1) +2(0) + (-3) =-2</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0</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 No update</a:t>
                      </a:r>
                      <a:endParaRPr lang="en-IN" sz="2400" b="0" baseline="0" dirty="0">
                        <a:latin typeface="Times New Roman" panose="02020603050405020304" pitchFamily="18" charset="0"/>
                        <a:cs typeface="Times New Roman" panose="02020603050405020304" pitchFamily="18" charset="0"/>
                      </a:endParaRPr>
                    </a:p>
                    <a:p>
                      <a:pPr marL="0" marR="0" lvl="0" indent="0" algn="l" defTabSz="914400" rtl="0" eaLnBrk="1" fontAlgn="auto" latinLnBrk="0" hangingPunct="1">
                        <a:lnSpc>
                          <a:spcPct val="100000"/>
                        </a:lnSpc>
                        <a:spcBef>
                          <a:spcPts val="0"/>
                        </a:spcBef>
                        <a:spcAft>
                          <a:spcPts val="0"/>
                        </a:spcAft>
                        <a:buClrTx/>
                        <a:buSzTx/>
                        <a:buFontTx/>
                        <a:buNone/>
                        <a:tabLst/>
                        <a:defRPr/>
                      </a:pPr>
                      <a:endParaRPr lang="en-US" sz="14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122600471"/>
                  </a:ext>
                </a:extLst>
              </a:tr>
              <a:tr h="968936">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b="0" dirty="0">
                          <a:latin typeface="Times New Roman" panose="02020603050405020304" pitchFamily="18" charset="0"/>
                          <a:cs typeface="Times New Roman" panose="02020603050405020304" pitchFamily="18" charset="0"/>
                        </a:rPr>
                        <a:t>1</a:t>
                      </a:r>
                      <a:endParaRPr lang="en-IN" sz="2400" b="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2400" dirty="0">
                          <a:latin typeface="Times New Roman" panose="02020603050405020304" pitchFamily="18" charset="0"/>
                          <a:cs typeface="Times New Roman" panose="02020603050405020304" pitchFamily="18" charset="0"/>
                        </a:rPr>
                        <a:t>1(1) + 2(1) + (-3) = 0</a:t>
                      </a:r>
                      <a:endParaRPr lang="en-IN" sz="2400" dirty="0">
                        <a:latin typeface="Times New Roman" panose="02020603050405020304" pitchFamily="18" charset="0"/>
                        <a:cs typeface="Times New Roman" panose="02020603050405020304" pitchFamily="18" charset="0"/>
                      </a:endParaRPr>
                    </a:p>
                  </a:txBody>
                  <a:tcPr/>
                </a:tc>
                <a:tc>
                  <a:txBody>
                    <a:bodyPr/>
                    <a:lstStyle/>
                    <a:p>
                      <a:pPr algn="ctr"/>
                      <a:r>
                        <a:rPr lang="en-US" sz="2400" dirty="0">
                          <a:latin typeface="Times New Roman" panose="02020603050405020304" pitchFamily="18" charset="0"/>
                          <a:cs typeface="Times New Roman" panose="02020603050405020304" pitchFamily="18" charset="0"/>
                        </a:rPr>
                        <a:t>1</a:t>
                      </a:r>
                      <a:endParaRPr lang="en-IN" sz="2400" dirty="0">
                        <a:latin typeface="Times New Roman" panose="02020603050405020304" pitchFamily="18" charset="0"/>
                        <a:cs typeface="Times New Roman" panose="02020603050405020304" pitchFamily="18" charset="0"/>
                      </a:endParaRPr>
                    </a:p>
                  </a:txBody>
                  <a:tcPr/>
                </a:tc>
                <a:tc>
                  <a:txBody>
                    <a:bodyPr/>
                    <a:lstStyle/>
                    <a:p>
                      <a:r>
                        <a:rPr lang="en-IN" sz="2400" b="0" dirty="0">
                          <a:latin typeface="Times New Roman" panose="02020603050405020304" pitchFamily="18" charset="0"/>
                          <a:cs typeface="Times New Roman" panose="02020603050405020304" pitchFamily="18" charset="0"/>
                        </a:rPr>
                        <a:t>No update </a:t>
                      </a:r>
                      <a:endParaRPr lang="en-IN" sz="2400" b="0" baseline="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695089844"/>
                  </a:ext>
                </a:extLst>
              </a:tr>
            </a:tbl>
          </a:graphicData>
        </a:graphic>
      </p:graphicFrame>
    </p:spTree>
    <p:extLst>
      <p:ext uri="{BB962C8B-B14F-4D97-AF65-F5344CB8AC3E}">
        <p14:creationId xmlns:p14="http://schemas.microsoft.com/office/powerpoint/2010/main" val="4179254186"/>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61C35-0576-1C4E-B726-128129E256C2}"/>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D0BA6FA3-5829-02EA-7CFA-0790E78FBD4C}"/>
              </a:ext>
            </a:extLst>
          </p:cNvPr>
          <p:cNvSpPr>
            <a:spLocks noGrp="1"/>
          </p:cNvSpPr>
          <p:nvPr>
            <p:ph idx="1"/>
          </p:nvPr>
        </p:nvSpPr>
        <p:spPr/>
        <p:txBody>
          <a:bodyPr/>
          <a:lstStyle/>
          <a:p>
            <a:r>
              <a:rPr lang="en-US" dirty="0"/>
              <a:t>In general, for m inputs, m weights defined initially, and on error after the activation function/step function, update the weights and bias, and reapply the perceptron rule. </a:t>
            </a:r>
          </a:p>
          <a:p>
            <a:r>
              <a:rPr lang="en-US" dirty="0"/>
              <a:t>Repeat until no error occurs or accuracy is reached</a:t>
            </a:r>
            <a:endParaRPr lang="en-IN" dirty="0"/>
          </a:p>
        </p:txBody>
      </p:sp>
      <p:pic>
        <p:nvPicPr>
          <p:cNvPr id="2050" name="Picture 2" descr="Perceptron_work">
            <a:extLst>
              <a:ext uri="{FF2B5EF4-FFF2-40B4-BE49-F238E27FC236}">
                <a16:creationId xmlns:a16="http://schemas.microsoft.com/office/drawing/2014/main" id="{0EF253F8-678C-F43E-5BE0-3AE4355F5078}"/>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983831" y="3205928"/>
            <a:ext cx="7299157" cy="356404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10940921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41A503F-9A8D-EE2B-6F8C-1A600109B8B0}"/>
              </a:ext>
            </a:extLst>
          </p:cNvPr>
          <p:cNvSpPr>
            <a:spLocks noGrp="1"/>
          </p:cNvSpPr>
          <p:nvPr>
            <p:ph type="title"/>
          </p:nvPr>
        </p:nvSpPr>
        <p:spPr/>
        <p:txBody>
          <a:bodyPr/>
          <a:lstStyle/>
          <a:p>
            <a:r>
              <a:rPr lang="en-US" dirty="0"/>
              <a:t>Exercise Problem</a:t>
            </a:r>
            <a:endParaRPr lang="en-IN" dirty="0"/>
          </a:p>
        </p:txBody>
      </p:sp>
      <p:sp>
        <p:nvSpPr>
          <p:cNvPr id="3" name="Content Placeholder 2">
            <a:extLst>
              <a:ext uri="{FF2B5EF4-FFF2-40B4-BE49-F238E27FC236}">
                <a16:creationId xmlns:a16="http://schemas.microsoft.com/office/drawing/2014/main" id="{AB939D86-186B-E233-08B3-1A551C1AB4A9}"/>
              </a:ext>
            </a:extLst>
          </p:cNvPr>
          <p:cNvSpPr>
            <a:spLocks noGrp="1"/>
          </p:cNvSpPr>
          <p:nvPr>
            <p:ph idx="1"/>
          </p:nvPr>
        </p:nvSpPr>
        <p:spPr/>
        <p:txBody>
          <a:bodyPr/>
          <a:lstStyle/>
          <a:p>
            <a:r>
              <a:rPr lang="en-IN" b="1" dirty="0"/>
              <a:t>Given the activation/Threshold  function  = 1 when y‘ = y,  y’ = </a:t>
            </a:r>
            <a:r>
              <a:rPr lang="en-IN" sz="2800" b="1" dirty="0">
                <a:latin typeface="Times New Roman" panose="02020603050405020304" pitchFamily="18" charset="0"/>
                <a:cs typeface="Times New Roman" panose="02020603050405020304" pitchFamily="18" charset="0"/>
              </a:rPr>
              <a:t>w</a:t>
            </a:r>
            <a:r>
              <a:rPr lang="en-IN" sz="2800" b="1" baseline="-25000" dirty="0">
                <a:latin typeface="Times New Roman" panose="02020603050405020304" pitchFamily="18" charset="0"/>
                <a:cs typeface="Times New Roman" panose="02020603050405020304" pitchFamily="18" charset="0"/>
              </a:rPr>
              <a:t>1</a:t>
            </a:r>
            <a:r>
              <a:rPr lang="en-IN" sz="2800" b="1" dirty="0">
                <a:latin typeface="Times New Roman" panose="02020603050405020304" pitchFamily="18" charset="0"/>
                <a:cs typeface="Times New Roman" panose="02020603050405020304" pitchFamily="18" charset="0"/>
              </a:rPr>
              <a:t>x</a:t>
            </a:r>
            <a:r>
              <a:rPr lang="en-IN" sz="2800" b="1" baseline="-25000" dirty="0">
                <a:latin typeface="Times New Roman" panose="02020603050405020304" pitchFamily="18" charset="0"/>
                <a:cs typeface="Times New Roman" panose="02020603050405020304" pitchFamily="18" charset="0"/>
              </a:rPr>
              <a:t>1</a:t>
            </a:r>
            <a:r>
              <a:rPr lang="en-IN" sz="2800" b="1" dirty="0">
                <a:latin typeface="Times New Roman" panose="02020603050405020304" pitchFamily="18" charset="0"/>
                <a:cs typeface="Times New Roman" panose="02020603050405020304" pitchFamily="18" charset="0"/>
              </a:rPr>
              <a:t> + w</a:t>
            </a:r>
            <a:r>
              <a:rPr lang="en-IN" sz="2800" b="1" baseline="-25000" dirty="0">
                <a:latin typeface="Times New Roman" panose="02020603050405020304" pitchFamily="18" charset="0"/>
                <a:cs typeface="Times New Roman" panose="02020603050405020304" pitchFamily="18" charset="0"/>
              </a:rPr>
              <a:t>2</a:t>
            </a:r>
            <a:r>
              <a:rPr lang="en-IN" sz="2800" b="1" dirty="0">
                <a:latin typeface="Times New Roman" panose="02020603050405020304" pitchFamily="18" charset="0"/>
                <a:cs typeface="Times New Roman" panose="02020603050405020304" pitchFamily="18" charset="0"/>
              </a:rPr>
              <a:t>x</a:t>
            </a:r>
            <a:r>
              <a:rPr lang="en-IN" sz="2800" b="1" baseline="-25000" dirty="0">
                <a:latin typeface="Times New Roman" panose="02020603050405020304" pitchFamily="18" charset="0"/>
                <a:cs typeface="Times New Roman" panose="02020603050405020304" pitchFamily="18" charset="0"/>
              </a:rPr>
              <a:t>2.</a:t>
            </a:r>
            <a:r>
              <a:rPr lang="en-IN" sz="2800" b="0" dirty="0">
                <a:latin typeface="Times New Roman" panose="02020603050405020304" pitchFamily="18" charset="0"/>
                <a:cs typeface="Times New Roman" panose="02020603050405020304" pitchFamily="18" charset="0"/>
              </a:rPr>
              <a:t> </a:t>
            </a:r>
            <a:r>
              <a:rPr lang="en-IN" b="1" dirty="0"/>
              <a:t>Find w</a:t>
            </a:r>
            <a:r>
              <a:rPr lang="en-IN" b="1" baseline="-25000" dirty="0"/>
              <a:t>1</a:t>
            </a:r>
            <a:r>
              <a:rPr lang="en-IN" b="1" dirty="0"/>
              <a:t>, w</a:t>
            </a:r>
            <a:r>
              <a:rPr lang="en-IN" b="1" baseline="-25000" dirty="0"/>
              <a:t>2</a:t>
            </a:r>
            <a:r>
              <a:rPr lang="en-IN" b="1" dirty="0"/>
              <a:t>, for the AND gate function with initial values  </a:t>
            </a:r>
            <a:r>
              <a:rPr lang="en-US" b="1" dirty="0">
                <a:latin typeface="Times New Roman" panose="02020603050405020304" pitchFamily="18" charset="0"/>
                <a:cs typeface="Times New Roman" panose="02020603050405020304" pitchFamily="18" charset="0"/>
              </a:rPr>
              <a:t>w</a:t>
            </a:r>
            <a:r>
              <a:rPr lang="en-US" b="1" baseline="-25000" dirty="0">
                <a:latin typeface="Times New Roman" panose="02020603050405020304" pitchFamily="18" charset="0"/>
                <a:cs typeface="Times New Roman" panose="02020603050405020304" pitchFamily="18" charset="0"/>
              </a:rPr>
              <a:t>1 </a:t>
            </a:r>
            <a:r>
              <a:rPr lang="en-US" b="1" dirty="0">
                <a:latin typeface="Times New Roman" panose="02020603050405020304" pitchFamily="18" charset="0"/>
                <a:cs typeface="Times New Roman" panose="02020603050405020304" pitchFamily="18" charset="0"/>
              </a:rPr>
              <a:t> =0.3, w</a:t>
            </a:r>
            <a:r>
              <a:rPr lang="en-US" b="1" baseline="-25000" dirty="0">
                <a:latin typeface="Times New Roman" panose="02020603050405020304" pitchFamily="18" charset="0"/>
                <a:cs typeface="Times New Roman" panose="02020603050405020304" pitchFamily="18" charset="0"/>
              </a:rPr>
              <a:t>2</a:t>
            </a:r>
            <a:r>
              <a:rPr lang="en-US" b="1" dirty="0">
                <a:latin typeface="Times New Roman" panose="02020603050405020304" pitchFamily="18" charset="0"/>
                <a:cs typeface="Times New Roman" panose="02020603050405020304" pitchFamily="18" charset="0"/>
              </a:rPr>
              <a:t> = 0.5,  and learning rate </a:t>
            </a:r>
            <a:r>
              <a:rPr lang="el-GR" b="1" dirty="0">
                <a:effectLst/>
                <a:latin typeface="Times New Roman" panose="02020603050405020304" pitchFamily="18" charset="0"/>
                <a:cs typeface="Times New Roman" panose="02020603050405020304" pitchFamily="18" charset="0"/>
              </a:rPr>
              <a:t>η</a:t>
            </a:r>
            <a:r>
              <a:rPr lang="en-US" b="1" u="none" strike="noStrike" baseline="0" dirty="0">
                <a:latin typeface="Times New Roman" panose="02020603050405020304" pitchFamily="18" charset="0"/>
                <a:cs typeface="Times New Roman" panose="02020603050405020304" pitchFamily="18" charset="0"/>
              </a:rPr>
              <a:t> = 0.6. </a:t>
            </a:r>
          </a:p>
          <a:p>
            <a:endParaRPr lang="en-US" b="1" u="none" strike="noStrike" baseline="0" dirty="0">
              <a:latin typeface="Times New Roman" panose="02020603050405020304" pitchFamily="18" charset="0"/>
              <a:cs typeface="Times New Roman" panose="02020603050405020304" pitchFamily="18" charset="0"/>
            </a:endParaRPr>
          </a:p>
          <a:p>
            <a:endParaRPr lang="en-IN" b="1" dirty="0">
              <a:latin typeface="Times New Roman" panose="02020603050405020304" pitchFamily="18" charset="0"/>
              <a:cs typeface="Times New Roman" panose="02020603050405020304" pitchFamily="18" charset="0"/>
            </a:endParaRPr>
          </a:p>
          <a:p>
            <a:endParaRPr lang="en-IN" dirty="0"/>
          </a:p>
        </p:txBody>
      </p:sp>
    </p:spTree>
    <p:extLst>
      <p:ext uri="{BB962C8B-B14F-4D97-AF65-F5344CB8AC3E}">
        <p14:creationId xmlns:p14="http://schemas.microsoft.com/office/powerpoint/2010/main" val="3170325597"/>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descr="Global minimum and local minimum of loss function | Download Scientific ...">
            <a:extLst>
              <a:ext uri="{FF2B5EF4-FFF2-40B4-BE49-F238E27FC236}">
                <a16:creationId xmlns:a16="http://schemas.microsoft.com/office/drawing/2014/main" id="{029CADE4-1241-1ABD-5B16-78F527F0F1A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210531" y="1260081"/>
            <a:ext cx="4981469" cy="3505701"/>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61F43CA8-DDFE-4DF5-8C0F-7D7D2A235DCB}"/>
              </a:ext>
            </a:extLst>
          </p:cNvPr>
          <p:cNvSpPr>
            <a:spLocks noGrp="1"/>
          </p:cNvSpPr>
          <p:nvPr>
            <p:ph type="title"/>
          </p:nvPr>
        </p:nvSpPr>
        <p:spPr>
          <a:xfrm>
            <a:off x="268014" y="88031"/>
            <a:ext cx="11923986" cy="712069"/>
          </a:xfrm>
        </p:spPr>
        <p:txBody>
          <a:bodyPr>
            <a:noAutofit/>
          </a:bodyPr>
          <a:lstStyle/>
          <a:p>
            <a:r>
              <a:rPr lang="en-IN" sz="3200" b="1" dirty="0">
                <a:latin typeface="Times New Roman" panose="02020603050405020304" pitchFamily="18" charset="0"/>
              </a:rPr>
              <a:t>STOCHASTIC APPROXIMATION TO GRADIENT DESCENT</a:t>
            </a:r>
            <a:endParaRPr lang="en-IN" sz="3200" dirty="0"/>
          </a:p>
        </p:txBody>
      </p:sp>
      <p:sp>
        <p:nvSpPr>
          <p:cNvPr id="3" name="Content Placeholder 2">
            <a:extLst>
              <a:ext uri="{FF2B5EF4-FFF2-40B4-BE49-F238E27FC236}">
                <a16:creationId xmlns:a16="http://schemas.microsoft.com/office/drawing/2014/main" id="{90992A57-ED7B-EFFF-44AD-CDEE0E46402B}"/>
              </a:ext>
            </a:extLst>
          </p:cNvPr>
          <p:cNvSpPr>
            <a:spLocks noGrp="1"/>
          </p:cNvSpPr>
          <p:nvPr>
            <p:ph idx="1"/>
          </p:nvPr>
        </p:nvSpPr>
        <p:spPr>
          <a:xfrm>
            <a:off x="152400" y="800100"/>
            <a:ext cx="7668986" cy="5969869"/>
          </a:xfrm>
        </p:spPr>
        <p:txBody>
          <a:bodyPr>
            <a:normAutofit fontScale="92500" lnSpcReduction="10000"/>
          </a:bodyPr>
          <a:lstStyle/>
          <a:p>
            <a:pPr algn="l"/>
            <a:r>
              <a:rPr lang="en-US" b="0" i="0" u="none" strike="noStrike" baseline="0" dirty="0">
                <a:latin typeface="Times New Roman" panose="02020603050405020304" pitchFamily="18" charset="0"/>
              </a:rPr>
              <a:t>Gradient descent is a strategy for searching through a large or infinite hypothesis space that can be applied whenever</a:t>
            </a:r>
          </a:p>
          <a:p>
            <a:pPr marL="342900" indent="-342900" algn="l">
              <a:buFont typeface="+mj-lt"/>
              <a:buAutoNum type="arabicPeriod"/>
            </a:pPr>
            <a:r>
              <a:rPr lang="en-US" dirty="0">
                <a:latin typeface="Times New Roman" panose="02020603050405020304" pitchFamily="18" charset="0"/>
              </a:rPr>
              <a:t>T</a:t>
            </a:r>
            <a:r>
              <a:rPr lang="en-US" b="0" i="0" u="none" strike="noStrike" baseline="0" dirty="0">
                <a:latin typeface="Times New Roman" panose="02020603050405020304" pitchFamily="18" charset="0"/>
              </a:rPr>
              <a:t>he hypothesis space contains continuously parameterized hypotheses (e.g., the weights in a linear unit), and </a:t>
            </a:r>
          </a:p>
          <a:p>
            <a:pPr marL="342900" indent="-342900" algn="l">
              <a:buFont typeface="+mj-lt"/>
              <a:buAutoNum type="arabicPeriod"/>
            </a:pPr>
            <a:r>
              <a:rPr lang="en-US" dirty="0">
                <a:latin typeface="Times New Roman" panose="02020603050405020304" pitchFamily="18" charset="0"/>
              </a:rPr>
              <a:t>T</a:t>
            </a:r>
            <a:r>
              <a:rPr lang="en-US" b="0" i="0" u="none" strike="noStrike" baseline="0" dirty="0">
                <a:latin typeface="Times New Roman" panose="02020603050405020304" pitchFamily="18" charset="0"/>
              </a:rPr>
              <a:t>he error can be differentiated with respect to these hypothesis parameters. </a:t>
            </a:r>
          </a:p>
          <a:p>
            <a:r>
              <a:rPr lang="en-US" b="0" i="0" u="none" strike="noStrike" baseline="0" dirty="0">
                <a:latin typeface="Times New Roman" panose="02020603050405020304" pitchFamily="18" charset="0"/>
              </a:rPr>
              <a:t>The key practical difficulties in applying gradient descent are </a:t>
            </a:r>
          </a:p>
          <a:p>
            <a:pPr marL="342900" indent="-342900">
              <a:buFont typeface="+mj-lt"/>
              <a:buAutoNum type="arabicPeriod"/>
            </a:pPr>
            <a:r>
              <a:rPr lang="en-US" b="0" i="0" u="none" strike="noStrike" baseline="0" dirty="0">
                <a:latin typeface="Times New Roman" panose="02020603050405020304" pitchFamily="18" charset="0"/>
              </a:rPr>
              <a:t>converging to a local minimum can sometimes be quite slow (i.e., it can require many thousands of gradient descent steps), </a:t>
            </a:r>
          </a:p>
          <a:p>
            <a:pPr marL="342900" indent="-342900">
              <a:buFont typeface="+mj-lt"/>
              <a:buAutoNum type="arabicPeriod"/>
            </a:pPr>
            <a:r>
              <a:rPr lang="en-US" b="0" i="0" u="none" strike="noStrike" baseline="0" dirty="0">
                <a:latin typeface="Times New Roman" panose="02020603050405020304" pitchFamily="18" charset="0"/>
              </a:rPr>
              <a:t>if there are multiple local minima in the error surface, then there is no guarantee that the procedure will find the global minimum.</a:t>
            </a:r>
            <a:endParaRPr lang="en-IN" sz="4000" dirty="0"/>
          </a:p>
        </p:txBody>
      </p:sp>
    </p:spTree>
    <p:extLst>
      <p:ext uri="{BB962C8B-B14F-4D97-AF65-F5344CB8AC3E}">
        <p14:creationId xmlns:p14="http://schemas.microsoft.com/office/powerpoint/2010/main" val="3268898231"/>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742162-216D-2B58-8298-A83ECA0E3D6B}"/>
              </a:ext>
            </a:extLst>
          </p:cNvPr>
          <p:cNvSpPr>
            <a:spLocks noGrp="1"/>
          </p:cNvSpPr>
          <p:nvPr>
            <p:ph type="title"/>
          </p:nvPr>
        </p:nvSpPr>
        <p:spPr>
          <a:xfrm>
            <a:off x="838200" y="88032"/>
            <a:ext cx="10515600" cy="779072"/>
          </a:xfrm>
        </p:spPr>
        <p:txBody>
          <a:bodyPr/>
          <a:lstStyle/>
          <a:p>
            <a:r>
              <a:rPr lang="en-US" dirty="0">
                <a:latin typeface="Times New Roman" panose="02020603050405020304" pitchFamily="18" charset="0"/>
              </a:rPr>
              <a:t>S</a:t>
            </a:r>
            <a:r>
              <a:rPr lang="en-US" u="none" strike="noStrike" baseline="0" dirty="0">
                <a:latin typeface="Times New Roman" panose="02020603050405020304" pitchFamily="18" charset="0"/>
              </a:rPr>
              <a:t>tochastic gradient descent</a:t>
            </a:r>
            <a:endParaRPr lang="en-IN" dirty="0"/>
          </a:p>
        </p:txBody>
      </p:sp>
      <p:sp>
        <p:nvSpPr>
          <p:cNvPr id="3" name="Content Placeholder 2">
            <a:extLst>
              <a:ext uri="{FF2B5EF4-FFF2-40B4-BE49-F238E27FC236}">
                <a16:creationId xmlns:a16="http://schemas.microsoft.com/office/drawing/2014/main" id="{91BD2146-63EC-3C7A-07CA-D86D2B00A77D}"/>
              </a:ext>
            </a:extLst>
          </p:cNvPr>
          <p:cNvSpPr>
            <a:spLocks noGrp="1"/>
          </p:cNvSpPr>
          <p:nvPr>
            <p:ph idx="1"/>
          </p:nvPr>
        </p:nvSpPr>
        <p:spPr>
          <a:xfrm>
            <a:off x="152399" y="997524"/>
            <a:ext cx="11873345" cy="5772445"/>
          </a:xfrm>
        </p:spPr>
        <p:txBody>
          <a:bodyPr>
            <a:normAutofit/>
          </a:bodyPr>
          <a:lstStyle/>
          <a:p>
            <a:pPr algn="l"/>
            <a:r>
              <a:rPr lang="en-US" b="0" i="0" u="none" strike="noStrike" baseline="0" dirty="0">
                <a:latin typeface="Times New Roman" panose="02020603050405020304" pitchFamily="18" charset="0"/>
              </a:rPr>
              <a:t>One common variation on gradient descent intended to relieve these difficulties is called </a:t>
            </a:r>
            <a:r>
              <a:rPr lang="en-US" b="1" i="1" u="none" strike="noStrike" baseline="0" dirty="0">
                <a:latin typeface="Times New Roman" panose="02020603050405020304" pitchFamily="18" charset="0"/>
              </a:rPr>
              <a:t>incremental gradient descent, </a:t>
            </a:r>
            <a:r>
              <a:rPr lang="en-US" b="0" i="0" u="none" strike="noStrike" baseline="0" dirty="0">
                <a:latin typeface="Times New Roman" panose="02020603050405020304" pitchFamily="18" charset="0"/>
              </a:rPr>
              <a:t>or </a:t>
            </a:r>
            <a:r>
              <a:rPr lang="en-US" b="1" i="1" u="none" strike="noStrike" baseline="0" dirty="0">
                <a:latin typeface="Times New Roman" panose="02020603050405020304" pitchFamily="18" charset="0"/>
              </a:rPr>
              <a:t>stochastic gradient descent. </a:t>
            </a:r>
          </a:p>
          <a:p>
            <a:pPr algn="l"/>
            <a:r>
              <a:rPr lang="en-US" b="0" i="0" u="none" strike="noStrike" baseline="0" dirty="0">
                <a:latin typeface="Times New Roman" panose="02020603050405020304" pitchFamily="18" charset="0"/>
              </a:rPr>
              <a:t>Whereas the gradient descent training rule presented previously computes weight updates after summing over the training examples in D, stochastic gradient descent approximates this gradient descent search by updating weights incrementally, following the calculation of the error for </a:t>
            </a:r>
            <a:r>
              <a:rPr lang="en-US" b="1" i="1" u="none" strike="noStrike" baseline="0" dirty="0">
                <a:latin typeface="Times New Roman" panose="02020603050405020304" pitchFamily="18" charset="0"/>
              </a:rPr>
              <a:t>each </a:t>
            </a:r>
            <a:r>
              <a:rPr lang="en-US" b="0" i="0" u="none" strike="noStrike" baseline="0" dirty="0">
                <a:latin typeface="Times New Roman" panose="02020603050405020304" pitchFamily="18" charset="0"/>
              </a:rPr>
              <a:t>individual example. </a:t>
            </a:r>
          </a:p>
        </p:txBody>
      </p:sp>
    </p:spTree>
    <p:extLst>
      <p:ext uri="{BB962C8B-B14F-4D97-AF65-F5344CB8AC3E}">
        <p14:creationId xmlns:p14="http://schemas.microsoft.com/office/powerpoint/2010/main" val="491789573"/>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C2A091E9-76AD-E97E-E231-4E6FDC6E3455}"/>
              </a:ext>
            </a:extLst>
          </p:cNvPr>
          <p:cNvSpPr>
            <a:spLocks noGrp="1"/>
          </p:cNvSpPr>
          <p:nvPr>
            <p:ph idx="1"/>
          </p:nvPr>
        </p:nvSpPr>
        <p:spPr/>
        <p:txBody>
          <a:bodyPr>
            <a:normAutofit/>
          </a:bodyPr>
          <a:lstStyle/>
          <a:p>
            <a:pPr marL="0" indent="0">
              <a:buNone/>
            </a:pPr>
            <a:r>
              <a:rPr lang="en-US" sz="2400" b="1" dirty="0"/>
              <a:t>STOCHASTIC-GRADIET_DESCENT(</a:t>
            </a:r>
            <a:r>
              <a:rPr lang="en-US" sz="2400" b="1" dirty="0" err="1"/>
              <a:t>training_examples</a:t>
            </a:r>
            <a:r>
              <a:rPr lang="en-US" sz="2400" b="1" dirty="0"/>
              <a:t>, </a:t>
            </a:r>
            <a:r>
              <a:rPr lang="el-GR" sz="2400" b="1" dirty="0">
                <a:effectLst/>
                <a:latin typeface="Times New Roman" panose="02020603050405020304" pitchFamily="18" charset="0"/>
                <a:cs typeface="Times New Roman" panose="02020603050405020304" pitchFamily="18" charset="0"/>
              </a:rPr>
              <a:t>η</a:t>
            </a:r>
            <a:r>
              <a:rPr lang="en-US" sz="2400" b="1" dirty="0">
                <a:effectLst/>
                <a:latin typeface="Times New Roman" panose="02020603050405020304" pitchFamily="18" charset="0"/>
                <a:cs typeface="Times New Roman" panose="02020603050405020304" pitchFamily="18" charset="0"/>
              </a:rPr>
              <a:t>)</a:t>
            </a: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endParaRPr lang="en-US" sz="2400" b="1" dirty="0">
              <a:latin typeface="Times New Roman" panose="02020603050405020304" pitchFamily="18" charset="0"/>
              <a:cs typeface="Times New Roman" panose="02020603050405020304" pitchFamily="18" charset="0"/>
            </a:endParaRPr>
          </a:p>
          <a:p>
            <a:pPr marL="0" indent="0">
              <a:buNone/>
            </a:pPr>
            <a:r>
              <a:rPr lang="en-IN" b="1" i="1" u="none" strike="noStrike" baseline="0" dirty="0">
                <a:latin typeface="Times New Roman" panose="02020603050405020304" pitchFamily="18" charset="0"/>
                <a:cs typeface="Times New Roman" panose="02020603050405020304" pitchFamily="18" charset="0"/>
              </a:rPr>
              <a:t>			</a:t>
            </a:r>
          </a:p>
          <a:p>
            <a:pPr marL="0" indent="0">
              <a:buNone/>
            </a:pPr>
            <a:r>
              <a:rPr lang="en-IN" b="1" i="1" dirty="0">
                <a:latin typeface="Times New Roman" panose="02020603050405020304" pitchFamily="18" charset="0"/>
                <a:cs typeface="Times New Roman" panose="02020603050405020304" pitchFamily="18" charset="0"/>
              </a:rPr>
              <a:t>			</a:t>
            </a:r>
            <a:r>
              <a:rPr lang="en-IN" b="1" i="1" u="none" strike="noStrike" baseline="0" dirty="0">
                <a:latin typeface="Times New Roman" panose="02020603050405020304" pitchFamily="18" charset="0"/>
                <a:cs typeface="Times New Roman" panose="02020603050405020304" pitchFamily="18" charset="0"/>
              </a:rPr>
              <a:t>	</a:t>
            </a:r>
            <a:r>
              <a:rPr lang="en-IN" b="1" u="none" strike="noStrike" baseline="0" dirty="0" err="1">
                <a:latin typeface="Times New Roman" panose="02020603050405020304" pitchFamily="18" charset="0"/>
                <a:cs typeface="Times New Roman" panose="02020603050405020304" pitchFamily="18" charset="0"/>
              </a:rPr>
              <a:t>w</a:t>
            </a:r>
            <a:r>
              <a:rPr lang="en-IN" b="1" u="none" strike="noStrike" baseline="-25000" dirty="0" err="1">
                <a:latin typeface="Times New Roman" panose="02020603050405020304" pitchFamily="18" charset="0"/>
                <a:cs typeface="Times New Roman" panose="02020603050405020304" pitchFamily="18" charset="0"/>
              </a:rPr>
              <a:t>i</a:t>
            </a:r>
            <a:r>
              <a:rPr lang="en-IN" b="1" u="none" strike="noStrike" baseline="0" dirty="0">
                <a:latin typeface="Times New Roman" panose="02020603050405020304" pitchFamily="18" charset="0"/>
                <a:cs typeface="Times New Roman" panose="02020603050405020304" pitchFamily="18" charset="0"/>
              </a:rPr>
              <a:t> </a:t>
            </a:r>
            <a:r>
              <a:rPr lang="en-IN" b="1" u="none" strike="noStrike" baseline="0" dirty="0">
                <a:latin typeface="Times New Roman" panose="02020603050405020304" pitchFamily="18" charset="0"/>
                <a:cs typeface="Times New Roman" panose="02020603050405020304" pitchFamily="18" charset="0"/>
                <a:sym typeface="Wingdings" panose="05000000000000000000" pitchFamily="2" charset="2"/>
              </a:rPr>
              <a:t> </a:t>
            </a:r>
            <a:r>
              <a:rPr lang="en-IN" b="1" u="none" strike="noStrike" baseline="0" dirty="0" err="1">
                <a:latin typeface="Times New Roman" panose="02020603050405020304" pitchFamily="18" charset="0"/>
                <a:cs typeface="Times New Roman" panose="02020603050405020304" pitchFamily="18" charset="0"/>
              </a:rPr>
              <a:t>w</a:t>
            </a:r>
            <a:r>
              <a:rPr lang="en-IN" b="1" u="none" strike="noStrike" baseline="-25000" dirty="0" err="1">
                <a:latin typeface="Times New Roman" panose="02020603050405020304" pitchFamily="18" charset="0"/>
                <a:cs typeface="Times New Roman" panose="02020603050405020304" pitchFamily="18" charset="0"/>
              </a:rPr>
              <a:t>i</a:t>
            </a:r>
            <a:r>
              <a:rPr lang="en-IN" b="1" u="none" strike="noStrike" baseline="0" dirty="0">
                <a:latin typeface="Times New Roman" panose="02020603050405020304" pitchFamily="18" charset="0"/>
                <a:cs typeface="Times New Roman" panose="02020603050405020304" pitchFamily="18" charset="0"/>
              </a:rPr>
              <a:t> + </a:t>
            </a:r>
            <a:r>
              <a:rPr lang="el-GR" b="1" dirty="0">
                <a:effectLst/>
                <a:latin typeface="Times New Roman" panose="02020603050405020304" pitchFamily="18" charset="0"/>
                <a:cs typeface="Times New Roman" panose="02020603050405020304" pitchFamily="18" charset="0"/>
              </a:rPr>
              <a:t>η</a:t>
            </a:r>
            <a:r>
              <a:rPr lang="en-IN" b="1" u="none" strike="noStrike" baseline="0" dirty="0">
                <a:latin typeface="Times New Roman" panose="02020603050405020304" pitchFamily="18" charset="0"/>
                <a:cs typeface="Times New Roman" panose="02020603050405020304" pitchFamily="18" charset="0"/>
              </a:rPr>
              <a:t>(t –o) x</a:t>
            </a:r>
            <a:r>
              <a:rPr lang="en-IN" b="1" u="none" strike="noStrike" baseline="-25000" dirty="0">
                <a:latin typeface="Times New Roman" panose="02020603050405020304" pitchFamily="18" charset="0"/>
                <a:cs typeface="Times New Roman" panose="02020603050405020304" pitchFamily="18" charset="0"/>
              </a:rPr>
              <a:t>i</a:t>
            </a:r>
            <a:r>
              <a:rPr lang="en-US" b="1" u="none" strike="noStrike" baseline="0" dirty="0">
                <a:latin typeface="Times New Roman" panose="02020603050405020304" pitchFamily="18" charset="0"/>
                <a:cs typeface="Times New Roman" panose="02020603050405020304" pitchFamily="18" charset="0"/>
              </a:rPr>
              <a:t> </a:t>
            </a:r>
            <a:r>
              <a:rPr lang="en-US" b="1" dirty="0">
                <a:latin typeface="Times New Roman" panose="02020603050405020304" pitchFamily="18" charset="0"/>
                <a:cs typeface="Times New Roman" panose="02020603050405020304" pitchFamily="18" charset="0"/>
              </a:rPr>
              <a:t> </a:t>
            </a:r>
            <a:endParaRPr lang="en-IN" b="1"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40525B52-734E-55BF-B703-FE6A9C4155AE}"/>
              </a:ext>
            </a:extLst>
          </p:cNvPr>
          <p:cNvPicPr>
            <a:picLocks noChangeAspect="1"/>
          </p:cNvPicPr>
          <p:nvPr/>
        </p:nvPicPr>
        <p:blipFill>
          <a:blip r:embed="rId2"/>
          <a:stretch>
            <a:fillRect/>
          </a:stretch>
        </p:blipFill>
        <p:spPr>
          <a:xfrm>
            <a:off x="-1" y="1730549"/>
            <a:ext cx="12203879" cy="3093700"/>
          </a:xfrm>
          <a:prstGeom prst="rect">
            <a:avLst/>
          </a:prstGeom>
        </p:spPr>
      </p:pic>
    </p:spTree>
    <p:extLst>
      <p:ext uri="{BB962C8B-B14F-4D97-AF65-F5344CB8AC3E}">
        <p14:creationId xmlns:p14="http://schemas.microsoft.com/office/powerpoint/2010/main" val="1730534890"/>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A9D5C0-2628-E3A4-3281-E49A2745EEC9}"/>
              </a:ext>
            </a:extLst>
          </p:cNvPr>
          <p:cNvSpPr>
            <a:spLocks noGrp="1"/>
          </p:cNvSpPr>
          <p:nvPr>
            <p:ph type="title"/>
          </p:nvPr>
        </p:nvSpPr>
        <p:spPr>
          <a:xfrm>
            <a:off x="838200" y="88032"/>
            <a:ext cx="10515600" cy="593006"/>
          </a:xfrm>
        </p:spPr>
        <p:txBody>
          <a:bodyPr>
            <a:normAutofit fontScale="90000"/>
          </a:bodyPr>
          <a:lstStyle/>
          <a:p>
            <a:r>
              <a:rPr lang="en-US" dirty="0"/>
              <a:t>Error function</a:t>
            </a:r>
            <a:endParaRPr lang="en-IN" dirty="0"/>
          </a:p>
        </p:txBody>
      </p:sp>
      <p:sp>
        <p:nvSpPr>
          <p:cNvPr id="3" name="Content Placeholder 2">
            <a:extLst>
              <a:ext uri="{FF2B5EF4-FFF2-40B4-BE49-F238E27FC236}">
                <a16:creationId xmlns:a16="http://schemas.microsoft.com/office/drawing/2014/main" id="{91EA4D23-6E38-F1EF-6770-28D743B66CB2}"/>
              </a:ext>
            </a:extLst>
          </p:cNvPr>
          <p:cNvSpPr>
            <a:spLocks noGrp="1"/>
          </p:cNvSpPr>
          <p:nvPr>
            <p:ph idx="1"/>
          </p:nvPr>
        </p:nvSpPr>
        <p:spPr>
          <a:xfrm>
            <a:off x="152399" y="898634"/>
            <a:ext cx="11873345" cy="5871334"/>
          </a:xfrm>
        </p:spPr>
        <p:txBody>
          <a:bodyPr>
            <a:normAutofit/>
          </a:bodyPr>
          <a:lstStyle/>
          <a:p>
            <a:pPr algn="l"/>
            <a:r>
              <a:rPr lang="en-IN" dirty="0">
                <a:latin typeface="Times New Roman" panose="02020603050405020304" pitchFamily="18" charset="0"/>
                <a:cs typeface="Times New Roman" panose="02020603050405020304" pitchFamily="18" charset="0"/>
              </a:rPr>
              <a:t>In S</a:t>
            </a:r>
            <a:r>
              <a:rPr lang="en-IN" b="0" i="0" u="none" strike="noStrike" baseline="0" dirty="0">
                <a:latin typeface="Times New Roman" panose="02020603050405020304" pitchFamily="18" charset="0"/>
                <a:cs typeface="Times New Roman" panose="02020603050405020304" pitchFamily="18" charset="0"/>
              </a:rPr>
              <a:t>tochastic </a:t>
            </a:r>
            <a:r>
              <a:rPr lang="en-US" b="0" i="0" u="none" strike="noStrike" baseline="0" dirty="0">
                <a:latin typeface="Times New Roman" panose="02020603050405020304" pitchFamily="18" charset="0"/>
                <a:cs typeface="Times New Roman" panose="02020603050405020304" pitchFamily="18" charset="0"/>
              </a:rPr>
              <a:t>gradient descent, a distinct error function             defined for each individual training example d is </a:t>
            </a:r>
            <a:r>
              <a:rPr lang="en-US" dirty="0">
                <a:latin typeface="Times New Roman" panose="02020603050405020304" pitchFamily="18" charset="0"/>
                <a:cs typeface="Times New Roman" panose="02020603050405020304" pitchFamily="18" charset="0"/>
              </a:rPr>
              <a:t>as</a:t>
            </a:r>
            <a:r>
              <a:rPr lang="en-US" b="1" i="0"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follows</a:t>
            </a:r>
          </a:p>
          <a:p>
            <a:pPr algn="l"/>
            <a:endParaRPr lang="en-US"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where </a:t>
            </a:r>
            <a:r>
              <a:rPr lang="en-US" b="1" i="1" u="none" strike="noStrike" baseline="0" dirty="0">
                <a:latin typeface="Times New Roman" panose="02020603050405020304" pitchFamily="18" charset="0"/>
                <a:cs typeface="Times New Roman" panose="02020603050405020304" pitchFamily="18" charset="0"/>
              </a:rPr>
              <a:t>t</a:t>
            </a:r>
            <a:r>
              <a:rPr lang="en-US" b="1" i="1" u="none" strike="noStrike" baseline="-25000" dirty="0">
                <a:latin typeface="Times New Roman" panose="02020603050405020304" pitchFamily="18" charset="0"/>
                <a:cs typeface="Times New Roman" panose="02020603050405020304" pitchFamily="18" charset="0"/>
              </a:rPr>
              <a:t>d</a:t>
            </a:r>
            <a:r>
              <a:rPr lang="en-US" b="0"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and </a:t>
            </a:r>
            <a:r>
              <a:rPr lang="en-US" b="1" i="1" u="none" strike="noStrike" baseline="0" dirty="0">
                <a:latin typeface="Times New Roman" panose="02020603050405020304" pitchFamily="18" charset="0"/>
                <a:cs typeface="Times New Roman" panose="02020603050405020304" pitchFamily="18" charset="0"/>
              </a:rPr>
              <a:t>o</a:t>
            </a:r>
            <a:r>
              <a:rPr lang="en-US" b="1" i="1" u="none" strike="noStrike" baseline="-25000" dirty="0">
                <a:latin typeface="Times New Roman" panose="02020603050405020304" pitchFamily="18" charset="0"/>
                <a:cs typeface="Times New Roman" panose="02020603050405020304" pitchFamily="18" charset="0"/>
              </a:rPr>
              <a:t>d</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are the target value and the unit output value for training example d. </a:t>
            </a:r>
          </a:p>
          <a:p>
            <a:pPr algn="l"/>
            <a:r>
              <a:rPr lang="en-US" b="0" i="0" u="none" strike="noStrike" baseline="0" dirty="0">
                <a:latin typeface="Times New Roman" panose="02020603050405020304" pitchFamily="18" charset="0"/>
                <a:cs typeface="Times New Roman" panose="02020603050405020304" pitchFamily="18" charset="0"/>
              </a:rPr>
              <a:t>Stochastic gradient descent iterates over the training examples </a:t>
            </a:r>
            <a:r>
              <a:rPr lang="en-US" b="1" i="1" u="none" strike="noStrike" baseline="0" dirty="0">
                <a:latin typeface="Times New Roman" panose="02020603050405020304" pitchFamily="18" charset="0"/>
                <a:cs typeface="Times New Roman" panose="02020603050405020304" pitchFamily="18" charset="0"/>
              </a:rPr>
              <a:t>d </a:t>
            </a:r>
            <a:r>
              <a:rPr lang="en-US" b="0" i="0" u="none" strike="noStrike" baseline="0" dirty="0">
                <a:latin typeface="Times New Roman" panose="02020603050405020304" pitchFamily="18" charset="0"/>
                <a:cs typeface="Times New Roman" panose="02020603050405020304" pitchFamily="18" charset="0"/>
              </a:rPr>
              <a:t>in D, at each iteration altering the weights according to the gradient with respect to  </a:t>
            </a:r>
            <a:r>
              <a:rPr lang="en-US" b="1" i="1"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latin typeface="Times New Roman" panose="02020603050405020304" pitchFamily="18" charset="0"/>
                <a:cs typeface="Times New Roman" panose="02020603050405020304" pitchFamily="18" charset="0"/>
              </a:rPr>
              <a:t>The sequence of these weight updates, when iterated over all training examples, provides a reasonable approximation to descending the gradient with respect to our original error function </a:t>
            </a:r>
            <a:r>
              <a:rPr lang="en-US" b="1" i="1" u="none" strike="noStrike" baseline="0" dirty="0">
                <a:latin typeface="Times New Roman" panose="02020603050405020304" pitchFamily="18" charset="0"/>
                <a:cs typeface="Times New Roman" panose="02020603050405020304" pitchFamily="18" charset="0"/>
              </a:rPr>
              <a:t>. </a:t>
            </a:r>
          </a:p>
          <a:p>
            <a:pPr algn="l"/>
            <a:r>
              <a:rPr lang="en-US" b="0" i="0" u="none" strike="noStrike" baseline="0" dirty="0">
                <a:latin typeface="Times New Roman" panose="02020603050405020304" pitchFamily="18" charset="0"/>
                <a:cs typeface="Times New Roman" panose="02020603050405020304" pitchFamily="18" charset="0"/>
              </a:rPr>
              <a:t>By making the value of </a:t>
            </a:r>
            <a:r>
              <a:rPr lang="el-GR" b="1" dirty="0">
                <a:effectLst/>
                <a:latin typeface="Times New Roman" panose="02020603050405020304" pitchFamily="18" charset="0"/>
                <a:cs typeface="Times New Roman" panose="02020603050405020304" pitchFamily="18" charset="0"/>
              </a:rPr>
              <a:t>η</a:t>
            </a:r>
            <a:r>
              <a:rPr lang="en-US" b="0" i="0" u="none" strike="noStrike" baseline="0" dirty="0">
                <a:latin typeface="Times New Roman" panose="02020603050405020304" pitchFamily="18" charset="0"/>
                <a:cs typeface="Times New Roman" panose="02020603050405020304" pitchFamily="18" charset="0"/>
              </a:rPr>
              <a:t>(the gradient descent step size) sufficiently small, stochastic gradient descent can be made to approximate true gradient descent arbitrarily closely</a:t>
            </a:r>
            <a:endParaRPr lang="en-IN" sz="4000" dirty="0">
              <a:latin typeface="Times New Roman" panose="02020603050405020304" pitchFamily="18" charset="0"/>
              <a:cs typeface="Times New Roman" panose="02020603050405020304" pitchFamily="18" charset="0"/>
            </a:endParaRPr>
          </a:p>
        </p:txBody>
      </p:sp>
      <p:pic>
        <p:nvPicPr>
          <p:cNvPr id="5" name="Picture 4">
            <a:extLst>
              <a:ext uri="{FF2B5EF4-FFF2-40B4-BE49-F238E27FC236}">
                <a16:creationId xmlns:a16="http://schemas.microsoft.com/office/drawing/2014/main" id="{852DF624-E05E-E580-4E51-842733B30685}"/>
              </a:ext>
            </a:extLst>
          </p:cNvPr>
          <p:cNvPicPr>
            <a:picLocks noChangeAspect="1"/>
          </p:cNvPicPr>
          <p:nvPr/>
        </p:nvPicPr>
        <p:blipFill>
          <a:blip r:embed="rId2"/>
          <a:stretch>
            <a:fillRect/>
          </a:stretch>
        </p:blipFill>
        <p:spPr>
          <a:xfrm>
            <a:off x="8288463" y="947598"/>
            <a:ext cx="1097713" cy="403571"/>
          </a:xfrm>
          <a:prstGeom prst="rect">
            <a:avLst/>
          </a:prstGeom>
        </p:spPr>
      </p:pic>
      <p:pic>
        <p:nvPicPr>
          <p:cNvPr id="7" name="Picture 6">
            <a:extLst>
              <a:ext uri="{FF2B5EF4-FFF2-40B4-BE49-F238E27FC236}">
                <a16:creationId xmlns:a16="http://schemas.microsoft.com/office/drawing/2014/main" id="{90B7BFA3-09D4-543B-1F0C-2E05B0708A67}"/>
              </a:ext>
            </a:extLst>
          </p:cNvPr>
          <p:cNvPicPr>
            <a:picLocks noChangeAspect="1"/>
          </p:cNvPicPr>
          <p:nvPr/>
        </p:nvPicPr>
        <p:blipFill>
          <a:blip r:embed="rId3"/>
          <a:stretch>
            <a:fillRect/>
          </a:stretch>
        </p:blipFill>
        <p:spPr>
          <a:xfrm>
            <a:off x="6790527" y="1351169"/>
            <a:ext cx="2995871" cy="805493"/>
          </a:xfrm>
          <a:prstGeom prst="rect">
            <a:avLst/>
          </a:prstGeom>
        </p:spPr>
      </p:pic>
      <p:pic>
        <p:nvPicPr>
          <p:cNvPr id="9" name="Picture 8">
            <a:extLst>
              <a:ext uri="{FF2B5EF4-FFF2-40B4-BE49-F238E27FC236}">
                <a16:creationId xmlns:a16="http://schemas.microsoft.com/office/drawing/2014/main" id="{815B434D-6A1D-5793-A1D0-A6405B4CE989}"/>
              </a:ext>
            </a:extLst>
          </p:cNvPr>
          <p:cNvPicPr>
            <a:picLocks noChangeAspect="1"/>
          </p:cNvPicPr>
          <p:nvPr/>
        </p:nvPicPr>
        <p:blipFill>
          <a:blip r:embed="rId4"/>
          <a:stretch>
            <a:fillRect/>
          </a:stretch>
        </p:blipFill>
        <p:spPr>
          <a:xfrm>
            <a:off x="4276624" y="4889927"/>
            <a:ext cx="849086" cy="359229"/>
          </a:xfrm>
          <a:prstGeom prst="rect">
            <a:avLst/>
          </a:prstGeom>
        </p:spPr>
      </p:pic>
      <p:pic>
        <p:nvPicPr>
          <p:cNvPr id="10" name="Picture 9">
            <a:extLst>
              <a:ext uri="{FF2B5EF4-FFF2-40B4-BE49-F238E27FC236}">
                <a16:creationId xmlns:a16="http://schemas.microsoft.com/office/drawing/2014/main" id="{5DED03A8-586F-CD41-4F2A-55510FD832D7}"/>
              </a:ext>
            </a:extLst>
          </p:cNvPr>
          <p:cNvPicPr>
            <a:picLocks noChangeAspect="1"/>
          </p:cNvPicPr>
          <p:nvPr/>
        </p:nvPicPr>
        <p:blipFill>
          <a:blip r:embed="rId2"/>
          <a:stretch>
            <a:fillRect/>
          </a:stretch>
        </p:blipFill>
        <p:spPr>
          <a:xfrm>
            <a:off x="10446125" y="3634652"/>
            <a:ext cx="1097713" cy="403571"/>
          </a:xfrm>
          <a:prstGeom prst="rect">
            <a:avLst/>
          </a:prstGeom>
        </p:spPr>
      </p:pic>
    </p:spTree>
    <p:extLst>
      <p:ext uri="{BB962C8B-B14F-4D97-AF65-F5344CB8AC3E}">
        <p14:creationId xmlns:p14="http://schemas.microsoft.com/office/powerpoint/2010/main" val="2176631785"/>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8BF2726C-A91F-EE18-2884-07337496048C}"/>
              </a:ext>
            </a:extLst>
          </p:cNvPr>
          <p:cNvSpPr>
            <a:spLocks noGrp="1"/>
          </p:cNvSpPr>
          <p:nvPr>
            <p:ph idx="1"/>
          </p:nvPr>
        </p:nvSpPr>
        <p:spPr>
          <a:xfrm>
            <a:off x="152399" y="0"/>
            <a:ext cx="11873345" cy="6176963"/>
          </a:xfrm>
        </p:spPr>
        <p:txBody>
          <a:bodyPr>
            <a:normAutofit/>
          </a:bodyPr>
          <a:lstStyle/>
          <a:p>
            <a:pPr algn="l"/>
            <a:r>
              <a:rPr lang="en-IN" b="0" i="0" u="none" strike="noStrike" baseline="0" dirty="0">
                <a:latin typeface="Times New Roman" panose="02020603050405020304" pitchFamily="18" charset="0"/>
              </a:rPr>
              <a:t>The key differences between standard gradient descent and stochastic gradient descent are:</a:t>
            </a:r>
          </a:p>
        </p:txBody>
      </p:sp>
      <p:graphicFrame>
        <p:nvGraphicFramePr>
          <p:cNvPr id="5" name="Table 4">
            <a:extLst>
              <a:ext uri="{FF2B5EF4-FFF2-40B4-BE49-F238E27FC236}">
                <a16:creationId xmlns:a16="http://schemas.microsoft.com/office/drawing/2014/main" id="{A5E12583-C103-03B4-7E62-CAD03E5D3AF9}"/>
              </a:ext>
            </a:extLst>
          </p:cNvPr>
          <p:cNvGraphicFramePr>
            <a:graphicFrameLocks noGrp="1"/>
          </p:cNvGraphicFramePr>
          <p:nvPr>
            <p:extLst>
              <p:ext uri="{D42A27DB-BD31-4B8C-83A1-F6EECF244321}">
                <p14:modId xmlns:p14="http://schemas.microsoft.com/office/powerpoint/2010/main" val="3830333748"/>
              </p:ext>
            </p:extLst>
          </p:nvPr>
        </p:nvGraphicFramePr>
        <p:xfrm>
          <a:off x="364956" y="1066800"/>
          <a:ext cx="11448230" cy="5486400"/>
        </p:xfrm>
        <a:graphic>
          <a:graphicData uri="http://schemas.openxmlformats.org/drawingml/2006/table">
            <a:tbl>
              <a:tblPr firstRow="1" bandRow="1">
                <a:tableStyleId>{5940675A-B579-460E-94D1-54222C63F5DA}</a:tableStyleId>
              </a:tblPr>
              <a:tblGrid>
                <a:gridCol w="5724115">
                  <a:extLst>
                    <a:ext uri="{9D8B030D-6E8A-4147-A177-3AD203B41FA5}">
                      <a16:colId xmlns:a16="http://schemas.microsoft.com/office/drawing/2014/main" val="1703700671"/>
                    </a:ext>
                  </a:extLst>
                </a:gridCol>
                <a:gridCol w="5724115">
                  <a:extLst>
                    <a:ext uri="{9D8B030D-6E8A-4147-A177-3AD203B41FA5}">
                      <a16:colId xmlns:a16="http://schemas.microsoft.com/office/drawing/2014/main" val="3429551009"/>
                    </a:ext>
                  </a:extLst>
                </a:gridCol>
              </a:tblGrid>
              <a:tr h="481949">
                <a:tc>
                  <a:txBody>
                    <a:bodyPr/>
                    <a:lstStyle/>
                    <a:p>
                      <a:pPr algn="ctr"/>
                      <a:r>
                        <a:rPr lang="en-US" sz="2800" b="1" i="0" u="none" strike="noStrike" baseline="0" dirty="0">
                          <a:latin typeface="Times New Roman" panose="02020603050405020304" pitchFamily="18" charset="0"/>
                          <a:cs typeface="Times New Roman" panose="02020603050405020304" pitchFamily="18" charset="0"/>
                        </a:rPr>
                        <a:t>Standard(Batch) gradient descent     </a:t>
                      </a:r>
                      <a:endParaRPr lang="en-IN" sz="2800" b="1" dirty="0">
                        <a:latin typeface="Times New Roman" panose="02020603050405020304" pitchFamily="18" charset="0"/>
                        <a:cs typeface="Times New Roman" panose="02020603050405020304" pitchFamily="18" charset="0"/>
                      </a:endParaRPr>
                    </a:p>
                  </a:txBody>
                  <a:tcPr/>
                </a:tc>
                <a:tc>
                  <a:txBody>
                    <a:bodyPr/>
                    <a:lstStyle/>
                    <a:p>
                      <a:pPr algn="ctr"/>
                      <a:r>
                        <a:rPr lang="en-US" sz="2800" b="1" i="0" u="none" strike="noStrike" baseline="0" dirty="0">
                          <a:latin typeface="Times New Roman" panose="02020603050405020304" pitchFamily="18" charset="0"/>
                          <a:cs typeface="Times New Roman" panose="02020603050405020304" pitchFamily="18" charset="0"/>
                        </a:rPr>
                        <a:t>Stochastic gradient descent </a:t>
                      </a:r>
                      <a:endParaRPr lang="en-IN" sz="2800" b="1"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4125306550"/>
                  </a:ext>
                </a:extLst>
              </a:tr>
              <a:tr h="831857">
                <a:tc>
                  <a:txBody>
                    <a:bodyPr/>
                    <a:lstStyle/>
                    <a:p>
                      <a:r>
                        <a:rPr lang="en-US" sz="2800" b="0" i="0" u="none" strike="noStrike" baseline="0" dirty="0">
                          <a:latin typeface="Times New Roman" panose="02020603050405020304" pitchFamily="18" charset="0"/>
                          <a:cs typeface="Times New Roman" panose="02020603050405020304" pitchFamily="18" charset="0"/>
                        </a:rPr>
                        <a:t>the error is summed over all examples before updating weights</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b="0" i="0" u="none" strike="noStrike" baseline="0" dirty="0">
                          <a:latin typeface="Times New Roman" panose="02020603050405020304" pitchFamily="18" charset="0"/>
                          <a:cs typeface="Times New Roman" panose="02020603050405020304" pitchFamily="18" charset="0"/>
                        </a:rPr>
                        <a:t>weights are updated upon examining each training example</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93156089"/>
                  </a:ext>
                </a:extLst>
              </a:tr>
              <a:tr h="1544876">
                <a:tc>
                  <a:txBody>
                    <a:bodyPr/>
                    <a:lstStyle/>
                    <a:p>
                      <a:r>
                        <a:rPr lang="en-US" sz="2800" b="0" i="0" u="none" strike="noStrike" baseline="0" dirty="0">
                          <a:latin typeface="Times New Roman" panose="02020603050405020304" pitchFamily="18" charset="0"/>
                          <a:cs typeface="Times New Roman" panose="02020603050405020304" pitchFamily="18" charset="0"/>
                        </a:rPr>
                        <a:t>Summing over multiple examples requires more computation per weight update step and </a:t>
                      </a:r>
                      <a:r>
                        <a:rPr lang="en-US" sz="2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is often used with a larger step size </a:t>
                      </a:r>
                      <a:r>
                        <a:rPr lang="en-IN" sz="2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per weight update</a:t>
                      </a:r>
                      <a:endParaRPr lang="en-IN" sz="2800" dirty="0">
                        <a:latin typeface="Times New Roman" panose="02020603050405020304" pitchFamily="18" charset="0"/>
                        <a:cs typeface="Times New Roman" panose="02020603050405020304" pitchFamily="18" charset="0"/>
                      </a:endParaRPr>
                    </a:p>
                  </a:txBody>
                  <a:tcPr/>
                </a:tc>
                <a:tc>
                  <a:txBody>
                    <a:bodyPr/>
                    <a:lstStyle/>
                    <a:p>
                      <a:r>
                        <a:rPr lang="en-US" sz="2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often used with a smaller step size </a:t>
                      </a:r>
                      <a:r>
                        <a:rPr lang="en-IN" sz="2800" b="0" i="0" u="none" strike="noStrike" kern="1200" baseline="0" dirty="0">
                          <a:solidFill>
                            <a:schemeClr val="tx1"/>
                          </a:solidFill>
                          <a:latin typeface="Times New Roman" panose="02020603050405020304" pitchFamily="18" charset="0"/>
                          <a:ea typeface="+mn-ea"/>
                          <a:cs typeface="Times New Roman" panose="02020603050405020304" pitchFamily="18" charset="0"/>
                        </a:rPr>
                        <a:t>per weight update</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3487881004"/>
                  </a:ext>
                </a:extLst>
              </a:tr>
              <a:tr h="1544876">
                <a:tc>
                  <a:txBody>
                    <a:bodyPr/>
                    <a:lstStyle/>
                    <a:p>
                      <a:r>
                        <a:rPr lang="en-US" sz="2800" dirty="0">
                          <a:latin typeface="Times New Roman" panose="02020603050405020304" pitchFamily="18" charset="0"/>
                          <a:cs typeface="Times New Roman" panose="02020603050405020304" pitchFamily="18" charset="0"/>
                        </a:rPr>
                        <a:t>Since it tries to converge to a single local minima with respect to error, it uses                  to guide </a:t>
                      </a:r>
                      <a:r>
                        <a:rPr lang="en-US" sz="2800">
                          <a:latin typeface="Times New Roman" panose="02020603050405020304" pitchFamily="18" charset="0"/>
                          <a:cs typeface="Times New Roman" panose="02020603050405020304" pitchFamily="18" charset="0"/>
                        </a:rPr>
                        <a:t>its search</a:t>
                      </a:r>
                      <a:endParaRPr lang="en-IN" sz="2800" dirty="0">
                        <a:latin typeface="Times New Roman" panose="02020603050405020304" pitchFamily="18" charset="0"/>
                        <a:cs typeface="Times New Roman" panose="02020603050405020304" pitchFamily="18" charset="0"/>
                      </a:endParaRPr>
                    </a:p>
                  </a:txBody>
                  <a:tcPr/>
                </a:tc>
                <a:tc>
                  <a:txBody>
                    <a:bodyPr/>
                    <a:lstStyle/>
                    <a:p>
                      <a:pPr algn="l"/>
                      <a:r>
                        <a:rPr lang="en-US" sz="2800" b="0" i="0" u="none" strike="noStrike" baseline="0" dirty="0">
                          <a:latin typeface="Times New Roman" panose="02020603050405020304" pitchFamily="18" charset="0"/>
                          <a:cs typeface="Times New Roman" panose="02020603050405020304" pitchFamily="18" charset="0"/>
                        </a:rPr>
                        <a:t>In cases where there are multiple local minima with respect to error, it can sometimes avoid falling into these local minima because it uses the various                to guide its search</a:t>
                      </a:r>
                      <a:endParaRPr lang="en-IN" sz="2800" dirty="0">
                        <a:latin typeface="Times New Roman" panose="02020603050405020304" pitchFamily="18" charset="0"/>
                        <a:cs typeface="Times New Roman" panose="02020603050405020304" pitchFamily="18" charset="0"/>
                      </a:endParaRPr>
                    </a:p>
                  </a:txBody>
                  <a:tcPr/>
                </a:tc>
                <a:extLst>
                  <a:ext uri="{0D108BD9-81ED-4DB2-BD59-A6C34878D82A}">
                    <a16:rowId xmlns:a16="http://schemas.microsoft.com/office/drawing/2014/main" val="1967641301"/>
                  </a:ext>
                </a:extLst>
              </a:tr>
            </a:tbl>
          </a:graphicData>
        </a:graphic>
      </p:graphicFrame>
      <p:pic>
        <p:nvPicPr>
          <p:cNvPr id="7" name="Picture 6">
            <a:extLst>
              <a:ext uri="{FF2B5EF4-FFF2-40B4-BE49-F238E27FC236}">
                <a16:creationId xmlns:a16="http://schemas.microsoft.com/office/drawing/2014/main" id="{B7A14AF8-6F2D-0271-3B35-1EA7B7B5D0B0}"/>
              </a:ext>
            </a:extLst>
          </p:cNvPr>
          <p:cNvPicPr>
            <a:picLocks noChangeAspect="1"/>
          </p:cNvPicPr>
          <p:nvPr/>
        </p:nvPicPr>
        <p:blipFill>
          <a:blip r:embed="rId2"/>
          <a:stretch>
            <a:fillRect/>
          </a:stretch>
        </p:blipFill>
        <p:spPr>
          <a:xfrm>
            <a:off x="7319633" y="6160922"/>
            <a:ext cx="1193578" cy="376236"/>
          </a:xfrm>
          <a:prstGeom prst="rect">
            <a:avLst/>
          </a:prstGeom>
        </p:spPr>
      </p:pic>
      <p:pic>
        <p:nvPicPr>
          <p:cNvPr id="9" name="Picture 8">
            <a:extLst>
              <a:ext uri="{FF2B5EF4-FFF2-40B4-BE49-F238E27FC236}">
                <a16:creationId xmlns:a16="http://schemas.microsoft.com/office/drawing/2014/main" id="{180304AC-1E88-230C-FE7D-F7533357AA9F}"/>
              </a:ext>
            </a:extLst>
          </p:cNvPr>
          <p:cNvPicPr>
            <a:picLocks noChangeAspect="1"/>
          </p:cNvPicPr>
          <p:nvPr/>
        </p:nvPicPr>
        <p:blipFill>
          <a:blip r:embed="rId3"/>
          <a:stretch>
            <a:fillRect/>
          </a:stretch>
        </p:blipFill>
        <p:spPr>
          <a:xfrm>
            <a:off x="1181385" y="5291960"/>
            <a:ext cx="1289098" cy="435071"/>
          </a:xfrm>
          <a:prstGeom prst="rect">
            <a:avLst/>
          </a:prstGeom>
        </p:spPr>
      </p:pic>
    </p:spTree>
    <p:extLst>
      <p:ext uri="{BB962C8B-B14F-4D97-AF65-F5344CB8AC3E}">
        <p14:creationId xmlns:p14="http://schemas.microsoft.com/office/powerpoint/2010/main" val="2534770552"/>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08CEE2-5D72-6633-083B-04F24A06C1B5}"/>
              </a:ext>
            </a:extLst>
          </p:cNvPr>
          <p:cNvSpPr>
            <a:spLocks noGrp="1"/>
          </p:cNvSpPr>
          <p:nvPr>
            <p:ph type="title"/>
          </p:nvPr>
        </p:nvSpPr>
        <p:spPr/>
        <p:txBody>
          <a:bodyPr/>
          <a:lstStyle/>
          <a:p>
            <a:endParaRPr lang="en-IN"/>
          </a:p>
        </p:txBody>
      </p:sp>
      <p:sp>
        <p:nvSpPr>
          <p:cNvPr id="3" name="Content Placeholder 2">
            <a:extLst>
              <a:ext uri="{FF2B5EF4-FFF2-40B4-BE49-F238E27FC236}">
                <a16:creationId xmlns:a16="http://schemas.microsoft.com/office/drawing/2014/main" id="{5327CC09-71EE-AD87-B377-31B91DDC6746}"/>
              </a:ext>
            </a:extLst>
          </p:cNvPr>
          <p:cNvSpPr>
            <a:spLocks noGrp="1"/>
          </p:cNvSpPr>
          <p:nvPr>
            <p:ph idx="1"/>
          </p:nvPr>
        </p:nvSpPr>
        <p:spPr>
          <a:xfrm>
            <a:off x="152399" y="1246909"/>
            <a:ext cx="11873345" cy="5264250"/>
          </a:xfrm>
        </p:spPr>
        <p:txBody>
          <a:bodyPr>
            <a:noAutofit/>
          </a:bodyPr>
          <a:lstStyle/>
          <a:p>
            <a:pPr algn="l"/>
            <a:r>
              <a:rPr lang="en-US" b="0" i="0" u="none" strike="noStrike" baseline="0" dirty="0">
                <a:latin typeface="Times New Roman" panose="02020603050405020304" pitchFamily="18" charset="0"/>
                <a:cs typeface="Times New Roman" panose="02020603050405020304" pitchFamily="18" charset="0"/>
              </a:rPr>
              <a:t>The modified training rule is like the training rule given by Equation 1</a:t>
            </a:r>
          </a:p>
          <a:p>
            <a:pPr algn="l"/>
            <a:endParaRPr lang="en-US" dirty="0">
              <a:latin typeface="Times New Roman" panose="02020603050405020304" pitchFamily="18" charset="0"/>
              <a:cs typeface="Times New Roman" panose="02020603050405020304" pitchFamily="18" charset="0"/>
            </a:endParaRPr>
          </a:p>
          <a:p>
            <a:pPr algn="l"/>
            <a:endParaRPr lang="en-US" b="0" i="0" u="none" strike="noStrike" baseline="0"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except that </a:t>
            </a:r>
            <a:r>
              <a:rPr lang="en-US" b="1" i="1" u="none" strike="noStrike" baseline="0" dirty="0">
                <a:latin typeface="Times New Roman" panose="02020603050405020304" pitchFamily="18" charset="0"/>
                <a:cs typeface="Times New Roman" panose="02020603050405020304" pitchFamily="18" charset="0"/>
              </a:rPr>
              <a:t>as </a:t>
            </a:r>
            <a:r>
              <a:rPr lang="en-US" b="0" i="0" u="none" strike="noStrike" baseline="0" dirty="0">
                <a:latin typeface="Times New Roman" panose="02020603050405020304" pitchFamily="18" charset="0"/>
                <a:cs typeface="Times New Roman" panose="02020603050405020304" pitchFamily="18" charset="0"/>
              </a:rPr>
              <a:t>iterate through each training example, update the weight according to equation 2                               </a:t>
            </a:r>
          </a:p>
          <a:p>
            <a:pPr algn="l"/>
            <a:endParaRPr lang="en-US" b="0" i="0" u="none" strike="noStrike" baseline="0"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where t, </a:t>
            </a:r>
            <a:r>
              <a:rPr lang="en-US" b="1" i="1" u="none" strike="noStrike" baseline="0" dirty="0">
                <a:latin typeface="Times New Roman" panose="02020603050405020304" pitchFamily="18" charset="0"/>
                <a:cs typeface="Times New Roman" panose="02020603050405020304" pitchFamily="18" charset="0"/>
              </a:rPr>
              <a:t>o, </a:t>
            </a:r>
            <a:r>
              <a:rPr lang="en-US" b="0" i="0" u="none" strike="noStrike" baseline="0" dirty="0">
                <a:latin typeface="Times New Roman" panose="02020603050405020304" pitchFamily="18" charset="0"/>
                <a:cs typeface="Times New Roman" panose="02020603050405020304" pitchFamily="18" charset="0"/>
              </a:rPr>
              <a:t>and </a:t>
            </a:r>
            <a:r>
              <a:rPr lang="en-US" b="1" i="1" u="none" strike="noStrike" baseline="0" dirty="0">
                <a:latin typeface="Times New Roman" panose="02020603050405020304" pitchFamily="18" charset="0"/>
                <a:cs typeface="Times New Roman" panose="02020603050405020304" pitchFamily="18" charset="0"/>
              </a:rPr>
              <a:t>x</a:t>
            </a:r>
            <a:r>
              <a:rPr lang="en-US" b="1" i="1" u="none" strike="noStrike" baseline="-25000" dirty="0">
                <a:latin typeface="Times New Roman" panose="02020603050405020304" pitchFamily="18" charset="0"/>
                <a:cs typeface="Times New Roman" panose="02020603050405020304" pitchFamily="18" charset="0"/>
              </a:rPr>
              <a:t>i</a:t>
            </a:r>
            <a:r>
              <a:rPr lang="en-US" b="1" i="1" u="none" strike="noStrike" baseline="0" dirty="0">
                <a:latin typeface="Times New Roman" panose="02020603050405020304" pitchFamily="18" charset="0"/>
                <a:cs typeface="Times New Roman" panose="02020603050405020304" pitchFamily="18" charset="0"/>
              </a:rPr>
              <a:t> </a:t>
            </a:r>
            <a:r>
              <a:rPr lang="en-US" b="0" i="0" u="none" strike="noStrike" baseline="0" dirty="0">
                <a:latin typeface="Times New Roman" panose="02020603050405020304" pitchFamily="18" charset="0"/>
                <a:cs typeface="Times New Roman" panose="02020603050405020304" pitchFamily="18" charset="0"/>
              </a:rPr>
              <a:t>are the target value, unit output, and x</a:t>
            </a:r>
            <a:r>
              <a:rPr lang="en-US" b="0" i="0" u="none" strike="noStrike" baseline="-25000" dirty="0">
                <a:latin typeface="Times New Roman" panose="02020603050405020304" pitchFamily="18" charset="0"/>
                <a:cs typeface="Times New Roman" panose="02020603050405020304" pitchFamily="18" charset="0"/>
              </a:rPr>
              <a:t>i</a:t>
            </a:r>
            <a:r>
              <a:rPr lang="en-US" b="0" i="0" u="none" strike="noStrike" baseline="0" dirty="0">
                <a:latin typeface="Times New Roman" panose="02020603050405020304" pitchFamily="18" charset="0"/>
                <a:cs typeface="Times New Roman" panose="02020603050405020304" pitchFamily="18" charset="0"/>
              </a:rPr>
              <a:t> is </a:t>
            </a:r>
            <a:r>
              <a:rPr lang="en-US" b="0" i="0" u="none" strike="noStrike" baseline="0" dirty="0" err="1">
                <a:latin typeface="Times New Roman" panose="02020603050405020304" pitchFamily="18" charset="0"/>
                <a:cs typeface="Times New Roman" panose="02020603050405020304" pitchFamily="18" charset="0"/>
              </a:rPr>
              <a:t>ith</a:t>
            </a:r>
            <a:r>
              <a:rPr lang="en-US" b="0" i="0" u="none" strike="noStrike" baseline="0" dirty="0">
                <a:latin typeface="Times New Roman" panose="02020603050405020304" pitchFamily="18" charset="0"/>
                <a:cs typeface="Times New Roman" panose="02020603050405020304" pitchFamily="18" charset="0"/>
              </a:rPr>
              <a:t> input for the training </a:t>
            </a:r>
            <a:r>
              <a:rPr lang="en-IN" b="0" i="0" u="none" strike="noStrike" baseline="0" dirty="0">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a:p>
            <a:pPr algn="l"/>
            <a:r>
              <a:rPr lang="en-US" b="0" i="0" u="none" strike="noStrike" baseline="0" dirty="0">
                <a:latin typeface="Times New Roman" panose="02020603050405020304" pitchFamily="18" charset="0"/>
                <a:cs typeface="Times New Roman" panose="02020603050405020304" pitchFamily="18" charset="0"/>
              </a:rPr>
              <a:t>This training rule in Equation 2 above is known as the </a:t>
            </a:r>
            <a:r>
              <a:rPr lang="en-US" b="1" i="1" u="none" strike="noStrike" baseline="0" dirty="0">
                <a:latin typeface="Times New Roman" panose="02020603050405020304" pitchFamily="18" charset="0"/>
                <a:cs typeface="Times New Roman" panose="02020603050405020304" pitchFamily="18" charset="0"/>
              </a:rPr>
              <a:t>delta</a:t>
            </a:r>
            <a:r>
              <a:rPr lang="en-US" b="0" i="1" u="none" strike="noStrike" baseline="0" dirty="0">
                <a:latin typeface="Times New Roman" panose="02020603050405020304" pitchFamily="18" charset="0"/>
                <a:cs typeface="Times New Roman" panose="02020603050405020304" pitchFamily="18" charset="0"/>
              </a:rPr>
              <a:t> </a:t>
            </a:r>
            <a:r>
              <a:rPr lang="en-US" b="1" i="1" u="none" strike="noStrike" baseline="0" dirty="0">
                <a:latin typeface="Times New Roman" panose="02020603050405020304" pitchFamily="18" charset="0"/>
                <a:cs typeface="Times New Roman" panose="02020603050405020304" pitchFamily="18" charset="0"/>
              </a:rPr>
              <a:t>rule, </a:t>
            </a:r>
            <a:r>
              <a:rPr lang="en-US" b="0" i="0" u="none" strike="noStrike" baseline="0" dirty="0">
                <a:latin typeface="Times New Roman" panose="02020603050405020304" pitchFamily="18" charset="0"/>
                <a:cs typeface="Times New Roman" panose="02020603050405020304" pitchFamily="18" charset="0"/>
              </a:rPr>
              <a:t>or LMS (least-mean-square) rule, or Adaline rule, or </a:t>
            </a:r>
            <a:r>
              <a:rPr lang="en-US" b="0" i="0" u="none" strike="noStrike" baseline="0" dirty="0" err="1">
                <a:latin typeface="Times New Roman" panose="02020603050405020304" pitchFamily="18" charset="0"/>
                <a:cs typeface="Times New Roman" panose="02020603050405020304" pitchFamily="18" charset="0"/>
              </a:rPr>
              <a:t>Widrow</a:t>
            </a:r>
            <a:r>
              <a:rPr lang="en-US" b="0" i="0" u="none" strike="noStrike" baseline="0" dirty="0">
                <a:latin typeface="Times New Roman" panose="02020603050405020304" pitchFamily="18" charset="0"/>
                <a:cs typeface="Times New Roman" panose="02020603050405020304" pitchFamily="18" charset="0"/>
              </a:rPr>
              <a:t>-Hoff rule</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3A3103D2-AC55-3042-D0B9-D6DCE9325114}"/>
              </a:ext>
            </a:extLst>
          </p:cNvPr>
          <p:cNvPicPr>
            <a:picLocks noChangeAspect="1"/>
          </p:cNvPicPr>
          <p:nvPr/>
        </p:nvPicPr>
        <p:blipFill>
          <a:blip r:embed="rId2"/>
          <a:stretch>
            <a:fillRect/>
          </a:stretch>
        </p:blipFill>
        <p:spPr>
          <a:xfrm>
            <a:off x="3317570" y="1776301"/>
            <a:ext cx="4370852" cy="1059600"/>
          </a:xfrm>
          <a:prstGeom prst="rect">
            <a:avLst/>
          </a:prstGeom>
        </p:spPr>
      </p:pic>
      <p:pic>
        <p:nvPicPr>
          <p:cNvPr id="5" name="Picture 4">
            <a:extLst>
              <a:ext uri="{FF2B5EF4-FFF2-40B4-BE49-F238E27FC236}">
                <a16:creationId xmlns:a16="http://schemas.microsoft.com/office/drawing/2014/main" id="{0363D42A-1B14-1F54-98F6-C1FAA31D6D47}"/>
              </a:ext>
            </a:extLst>
          </p:cNvPr>
          <p:cNvPicPr>
            <a:picLocks noChangeAspect="1"/>
          </p:cNvPicPr>
          <p:nvPr/>
        </p:nvPicPr>
        <p:blipFill>
          <a:blip r:embed="rId3"/>
          <a:stretch>
            <a:fillRect/>
          </a:stretch>
        </p:blipFill>
        <p:spPr>
          <a:xfrm>
            <a:off x="4363873" y="3467087"/>
            <a:ext cx="3734221" cy="601625"/>
          </a:xfrm>
          <a:prstGeom prst="rect">
            <a:avLst/>
          </a:prstGeom>
        </p:spPr>
      </p:pic>
    </p:spTree>
    <p:extLst>
      <p:ext uri="{BB962C8B-B14F-4D97-AF65-F5344CB8AC3E}">
        <p14:creationId xmlns:p14="http://schemas.microsoft.com/office/powerpoint/2010/main" val="109071253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B4907A-4541-3B93-CAA2-757754C8294D}"/>
              </a:ext>
            </a:extLst>
          </p:cNvPr>
          <p:cNvSpPr>
            <a:spLocks noGrp="1"/>
          </p:cNvSpPr>
          <p:nvPr>
            <p:ph type="title"/>
          </p:nvPr>
        </p:nvSpPr>
        <p:spPr/>
        <p:txBody>
          <a:bodyPr/>
          <a:lstStyle/>
          <a:p>
            <a:r>
              <a:rPr lang="en-US" dirty="0"/>
              <a:t>Remarks</a:t>
            </a:r>
            <a:endParaRPr lang="en-IN" dirty="0"/>
          </a:p>
        </p:txBody>
      </p:sp>
      <p:sp>
        <p:nvSpPr>
          <p:cNvPr id="3" name="Content Placeholder 2">
            <a:extLst>
              <a:ext uri="{FF2B5EF4-FFF2-40B4-BE49-F238E27FC236}">
                <a16:creationId xmlns:a16="http://schemas.microsoft.com/office/drawing/2014/main" id="{4366677E-A5DB-3585-0586-B9EFC6F1E333}"/>
              </a:ext>
            </a:extLst>
          </p:cNvPr>
          <p:cNvSpPr>
            <a:spLocks noGrp="1"/>
          </p:cNvSpPr>
          <p:nvPr>
            <p:ph idx="1"/>
          </p:nvPr>
        </p:nvSpPr>
        <p:spPr>
          <a:xfrm>
            <a:off x="152399" y="997524"/>
            <a:ext cx="11873345" cy="5636032"/>
          </a:xfrm>
        </p:spPr>
        <p:txBody>
          <a:bodyPr>
            <a:normAutofit lnSpcReduction="10000"/>
          </a:bodyPr>
          <a:lstStyle/>
          <a:p>
            <a:pPr algn="l"/>
            <a:r>
              <a:rPr lang="en-US" sz="3200" b="0" i="0" u="none" strike="noStrike" baseline="0" dirty="0">
                <a:latin typeface="Times New Roman" panose="02020603050405020304" pitchFamily="18" charset="0"/>
              </a:rPr>
              <a:t>The difference between these two training rules is reflected in different convergence properties. </a:t>
            </a:r>
          </a:p>
          <a:p>
            <a:pPr algn="l"/>
            <a:r>
              <a:rPr lang="en-US" sz="3200" b="0" i="0" u="none" strike="noStrike" baseline="0" dirty="0">
                <a:latin typeface="Times New Roman" panose="02020603050405020304" pitchFamily="18" charset="0"/>
              </a:rPr>
              <a:t>The </a:t>
            </a:r>
            <a:r>
              <a:rPr lang="en-US" sz="3200" b="1" i="0" u="none" strike="noStrike" baseline="0" dirty="0">
                <a:latin typeface="Times New Roman" panose="02020603050405020304" pitchFamily="18" charset="0"/>
              </a:rPr>
              <a:t>perceptron training rule </a:t>
            </a:r>
            <a:r>
              <a:rPr lang="en-US" sz="3200" b="0" i="0" u="none" strike="noStrike" baseline="0" dirty="0">
                <a:latin typeface="Times New Roman" panose="02020603050405020304" pitchFamily="18" charset="0"/>
              </a:rPr>
              <a:t>converges after a finite number of iterations to a hypothesis that perfectly classifies the training data, </a:t>
            </a:r>
            <a:r>
              <a:rPr lang="en-US" sz="3200" b="1" i="1" u="none" strike="noStrike" baseline="0" dirty="0">
                <a:latin typeface="Times New Roman" panose="02020603050405020304" pitchFamily="18" charset="0"/>
              </a:rPr>
              <a:t>provided </a:t>
            </a:r>
          </a:p>
          <a:p>
            <a:pPr lvl="1"/>
            <a:r>
              <a:rPr lang="en-US" sz="2800" b="1" i="1" u="none" strike="noStrike" baseline="0" dirty="0">
                <a:latin typeface="Times New Roman" panose="02020603050405020304" pitchFamily="18" charset="0"/>
              </a:rPr>
              <a:t>the training examples are linearly separable and </a:t>
            </a:r>
          </a:p>
          <a:p>
            <a:pPr lvl="1"/>
            <a:r>
              <a:rPr lang="en-US" sz="2800" b="1" i="1" u="none" strike="noStrike" baseline="0" dirty="0">
                <a:latin typeface="Times New Roman" panose="02020603050405020304" pitchFamily="18" charset="0"/>
              </a:rPr>
              <a:t>the learning rate </a:t>
            </a:r>
            <a:r>
              <a:rPr lang="el-GR" sz="2800" b="1" i="1" dirty="0">
                <a:effectLst/>
                <a:latin typeface="Times New Roman" panose="02020603050405020304" pitchFamily="18" charset="0"/>
                <a:cs typeface="Times New Roman" panose="02020603050405020304" pitchFamily="18" charset="0"/>
              </a:rPr>
              <a:t>η</a:t>
            </a:r>
            <a:r>
              <a:rPr lang="en-US" sz="2800" b="1" i="1" dirty="0">
                <a:effectLst/>
                <a:latin typeface="Times New Roman" panose="02020603050405020304" pitchFamily="18" charset="0"/>
                <a:cs typeface="Times New Roman" panose="02020603050405020304" pitchFamily="18" charset="0"/>
              </a:rPr>
              <a:t> is very small</a:t>
            </a:r>
            <a:r>
              <a:rPr lang="en-US" sz="2800" b="1" i="1" u="none" strike="noStrike" baseline="0" dirty="0">
                <a:latin typeface="Times New Roman" panose="02020603050405020304" pitchFamily="18" charset="0"/>
              </a:rPr>
              <a:t> . </a:t>
            </a:r>
          </a:p>
          <a:p>
            <a:pPr algn="l"/>
            <a:r>
              <a:rPr lang="en-US" sz="3200" b="0" i="0" u="none" strike="noStrike" baseline="0" dirty="0">
                <a:latin typeface="Times New Roman" panose="02020603050405020304" pitchFamily="18" charset="0"/>
              </a:rPr>
              <a:t>The </a:t>
            </a:r>
            <a:r>
              <a:rPr lang="en-US" sz="3200" b="1" i="0" u="none" strike="noStrike" baseline="0" dirty="0">
                <a:latin typeface="Times New Roman" panose="02020603050405020304" pitchFamily="18" charset="0"/>
              </a:rPr>
              <a:t>delta rule </a:t>
            </a:r>
            <a:r>
              <a:rPr lang="en-US" sz="3200" b="0" i="0" u="none" strike="noStrike" baseline="0" dirty="0">
                <a:latin typeface="Times New Roman" panose="02020603050405020304" pitchFamily="18" charset="0"/>
              </a:rPr>
              <a:t>converges only asymptotically toward the minimum error hypothesis, possibly requiring unbounded time, but converges </a:t>
            </a:r>
          </a:p>
          <a:p>
            <a:pPr lvl="1"/>
            <a:r>
              <a:rPr lang="en-US" sz="2800" b="1" i="1" u="none" strike="noStrike" baseline="0" dirty="0">
                <a:latin typeface="Times New Roman" panose="02020603050405020304" pitchFamily="18" charset="0"/>
              </a:rPr>
              <a:t>regardless of whether the training data are linearly separable or not, </a:t>
            </a:r>
          </a:p>
          <a:p>
            <a:pPr lvl="1"/>
            <a:r>
              <a:rPr lang="en-US" sz="2800" b="1" i="1" u="none" strike="noStrike" baseline="0" dirty="0">
                <a:latin typeface="Times New Roman" panose="02020603050405020304" pitchFamily="18" charset="0"/>
              </a:rPr>
              <a:t>even when training data contains noise.</a:t>
            </a:r>
          </a:p>
          <a:p>
            <a:pPr lvl="1"/>
            <a:r>
              <a:rPr lang="en-US" sz="2800" b="1" i="1" u="none" strike="noStrike" baseline="0" dirty="0">
                <a:latin typeface="Times New Roman" panose="02020603050405020304" pitchFamily="18" charset="0"/>
              </a:rPr>
              <a:t>the learning rate </a:t>
            </a:r>
            <a:r>
              <a:rPr lang="el-GR" sz="2800" b="1" i="1" dirty="0">
                <a:effectLst/>
                <a:latin typeface="Times New Roman" panose="02020603050405020304" pitchFamily="18" charset="0"/>
                <a:cs typeface="Times New Roman" panose="02020603050405020304" pitchFamily="18" charset="0"/>
              </a:rPr>
              <a:t>η</a:t>
            </a:r>
            <a:r>
              <a:rPr lang="en-US" sz="2800" b="1" i="1" dirty="0">
                <a:effectLst/>
                <a:latin typeface="Times New Roman" panose="02020603050405020304" pitchFamily="18" charset="0"/>
                <a:cs typeface="Times New Roman" panose="02020603050405020304" pitchFamily="18" charset="0"/>
              </a:rPr>
              <a:t> is very small</a:t>
            </a:r>
            <a:endParaRPr lang="en-US" sz="2800" b="1" i="1" u="none" strike="noStrike" baseline="0" dirty="0">
              <a:latin typeface="Times New Roman" panose="02020603050405020304" pitchFamily="18" charset="0"/>
            </a:endParaRPr>
          </a:p>
          <a:p>
            <a:pPr lvl="1"/>
            <a:endParaRPr lang="en-IN" sz="4000" dirty="0"/>
          </a:p>
        </p:txBody>
      </p:sp>
    </p:spTree>
    <p:extLst>
      <p:ext uri="{BB962C8B-B14F-4D97-AF65-F5344CB8AC3E}">
        <p14:creationId xmlns:p14="http://schemas.microsoft.com/office/powerpoint/2010/main" val="385897416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27C9690-A257-6C5A-1CC6-46215F6C7AEE}"/>
              </a:ext>
            </a:extLst>
          </p:cNvPr>
          <p:cNvSpPr>
            <a:spLocks noGrp="1"/>
          </p:cNvSpPr>
          <p:nvPr>
            <p:ph type="title"/>
          </p:nvPr>
        </p:nvSpPr>
        <p:spPr>
          <a:xfrm>
            <a:off x="339440" y="88031"/>
            <a:ext cx="6842760" cy="909493"/>
          </a:xfrm>
        </p:spPr>
        <p:txBody>
          <a:bodyPr/>
          <a:lstStyle/>
          <a:p>
            <a:r>
              <a:rPr lang="en-US" dirty="0"/>
              <a:t>Problems with perceptron</a:t>
            </a:r>
            <a:endParaRPr lang="en-IN" dirty="0"/>
          </a:p>
        </p:txBody>
      </p:sp>
      <p:sp>
        <p:nvSpPr>
          <p:cNvPr id="3" name="Content Placeholder 2">
            <a:extLst>
              <a:ext uri="{FF2B5EF4-FFF2-40B4-BE49-F238E27FC236}">
                <a16:creationId xmlns:a16="http://schemas.microsoft.com/office/drawing/2014/main" id="{2A0BD1C7-15CB-3446-A713-EDCCB67BC264}"/>
              </a:ext>
            </a:extLst>
          </p:cNvPr>
          <p:cNvSpPr>
            <a:spLocks noGrp="1"/>
          </p:cNvSpPr>
          <p:nvPr>
            <p:ph idx="1"/>
          </p:nvPr>
        </p:nvSpPr>
        <p:spPr>
          <a:xfrm>
            <a:off x="152398" y="1246909"/>
            <a:ext cx="7754381" cy="5523060"/>
          </a:xfrm>
        </p:spPr>
        <p:txBody>
          <a:bodyPr/>
          <a:lstStyle/>
          <a:p>
            <a:r>
              <a:rPr lang="en-US" b="1" dirty="0"/>
              <a:t>Weight Thrashing</a:t>
            </a:r>
            <a:r>
              <a:rPr lang="en-US" dirty="0"/>
              <a:t>: Noise or linearly non-</a:t>
            </a:r>
            <a:r>
              <a:rPr lang="en-US" dirty="0" err="1"/>
              <a:t>seperable</a:t>
            </a:r>
            <a:r>
              <a:rPr lang="en-US" dirty="0"/>
              <a:t> data may cause the weights to thrash and cause models to have undifferentiable errors</a:t>
            </a:r>
          </a:p>
          <a:p>
            <a:endParaRPr lang="en-IN" dirty="0"/>
          </a:p>
          <a:p>
            <a:r>
              <a:rPr lang="en-IN" b="1" dirty="0"/>
              <a:t>Mediocre Generalization</a:t>
            </a:r>
            <a:r>
              <a:rPr lang="en-IN" dirty="0"/>
              <a:t>: It might find             the solution but not the best solution…                 a barely separating solution</a:t>
            </a:r>
          </a:p>
          <a:p>
            <a:endParaRPr lang="en-IN" dirty="0"/>
          </a:p>
          <a:p>
            <a:r>
              <a:rPr lang="en-IN" b="1" dirty="0"/>
              <a:t>Overtraining (overfitting)</a:t>
            </a:r>
            <a:r>
              <a:rPr lang="en-IN" dirty="0"/>
              <a:t>: more than required training, but doesn’t show any significant performance during testing</a:t>
            </a:r>
          </a:p>
          <a:p>
            <a:endParaRPr lang="en-IN" dirty="0"/>
          </a:p>
        </p:txBody>
      </p:sp>
      <p:pic>
        <p:nvPicPr>
          <p:cNvPr id="7" name="Picture 6">
            <a:extLst>
              <a:ext uri="{FF2B5EF4-FFF2-40B4-BE49-F238E27FC236}">
                <a16:creationId xmlns:a16="http://schemas.microsoft.com/office/drawing/2014/main" id="{A44EAEE8-3B2C-7D79-9E23-E3B24E444E7F}"/>
              </a:ext>
            </a:extLst>
          </p:cNvPr>
          <p:cNvPicPr>
            <a:picLocks noChangeAspect="1"/>
          </p:cNvPicPr>
          <p:nvPr/>
        </p:nvPicPr>
        <p:blipFill>
          <a:blip r:embed="rId2"/>
          <a:stretch>
            <a:fillRect/>
          </a:stretch>
        </p:blipFill>
        <p:spPr>
          <a:xfrm>
            <a:off x="7630168" y="618110"/>
            <a:ext cx="4572906" cy="1910201"/>
          </a:xfrm>
          <a:prstGeom prst="rect">
            <a:avLst/>
          </a:prstGeom>
        </p:spPr>
      </p:pic>
      <p:grpSp>
        <p:nvGrpSpPr>
          <p:cNvPr id="12" name="Group 11">
            <a:extLst>
              <a:ext uri="{FF2B5EF4-FFF2-40B4-BE49-F238E27FC236}">
                <a16:creationId xmlns:a16="http://schemas.microsoft.com/office/drawing/2014/main" id="{E90AC996-5E55-6071-E627-69DD844A985F}"/>
              </a:ext>
            </a:extLst>
          </p:cNvPr>
          <p:cNvGrpSpPr/>
          <p:nvPr/>
        </p:nvGrpSpPr>
        <p:grpSpPr>
          <a:xfrm>
            <a:off x="6726371" y="2578663"/>
            <a:ext cx="2721731" cy="2230753"/>
            <a:chOff x="8001689" y="2776229"/>
            <a:chExt cx="2721731" cy="2230753"/>
          </a:xfrm>
        </p:grpSpPr>
        <p:pic>
          <p:nvPicPr>
            <p:cNvPr id="5" name="Picture 4">
              <a:extLst>
                <a:ext uri="{FF2B5EF4-FFF2-40B4-BE49-F238E27FC236}">
                  <a16:creationId xmlns:a16="http://schemas.microsoft.com/office/drawing/2014/main" id="{DD33B101-92B9-2FF7-FE19-2349C0B91C62}"/>
                </a:ext>
              </a:extLst>
            </p:cNvPr>
            <p:cNvPicPr>
              <a:picLocks noChangeAspect="1"/>
            </p:cNvPicPr>
            <p:nvPr/>
          </p:nvPicPr>
          <p:blipFill>
            <a:blip r:embed="rId3"/>
            <a:stretch>
              <a:fillRect/>
            </a:stretch>
          </p:blipFill>
          <p:spPr>
            <a:xfrm>
              <a:off x="8001689" y="2776229"/>
              <a:ext cx="2619254" cy="2230753"/>
            </a:xfrm>
            <a:prstGeom prst="rect">
              <a:avLst/>
            </a:prstGeom>
          </p:spPr>
        </p:pic>
        <p:cxnSp>
          <p:nvCxnSpPr>
            <p:cNvPr id="10" name="Straight Arrow Connector 9">
              <a:extLst>
                <a:ext uri="{FF2B5EF4-FFF2-40B4-BE49-F238E27FC236}">
                  <a16:creationId xmlns:a16="http://schemas.microsoft.com/office/drawing/2014/main" id="{7BA794CA-7735-F33E-5975-3CD1FEAC6264}"/>
                </a:ext>
              </a:extLst>
            </p:cNvPr>
            <p:cNvCxnSpPr/>
            <p:nvPr/>
          </p:nvCxnSpPr>
          <p:spPr>
            <a:xfrm flipH="1" flipV="1">
              <a:off x="9676016" y="3956870"/>
              <a:ext cx="631768" cy="681644"/>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11" name="Action Button: Help 10">
              <a:hlinkClick r:id="" action="ppaction://noaction" highlightClick="1"/>
              <a:extLst>
                <a:ext uri="{FF2B5EF4-FFF2-40B4-BE49-F238E27FC236}">
                  <a16:creationId xmlns:a16="http://schemas.microsoft.com/office/drawing/2014/main" id="{F5C48194-F479-E540-40B1-BDD69C42EAF3}"/>
                </a:ext>
              </a:extLst>
            </p:cNvPr>
            <p:cNvSpPr/>
            <p:nvPr/>
          </p:nvSpPr>
          <p:spPr>
            <a:xfrm>
              <a:off x="10224659" y="4476903"/>
              <a:ext cx="498761" cy="381911"/>
            </a:xfrm>
            <a:prstGeom prst="actionButtonHelp">
              <a:avLst/>
            </a:prstGeom>
            <a:solidFill>
              <a:schemeClr val="bg2"/>
            </a:solidFill>
            <a:ln>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grpSp>
      <p:pic>
        <p:nvPicPr>
          <p:cNvPr id="14" name="Picture 13">
            <a:extLst>
              <a:ext uri="{FF2B5EF4-FFF2-40B4-BE49-F238E27FC236}">
                <a16:creationId xmlns:a16="http://schemas.microsoft.com/office/drawing/2014/main" id="{A9CDB348-F0E2-EDFF-8D81-76EF2F0B569E}"/>
              </a:ext>
            </a:extLst>
          </p:cNvPr>
          <p:cNvPicPr>
            <a:picLocks noChangeAspect="1"/>
          </p:cNvPicPr>
          <p:nvPr/>
        </p:nvPicPr>
        <p:blipFill>
          <a:blip r:embed="rId4"/>
          <a:stretch>
            <a:fillRect/>
          </a:stretch>
        </p:blipFill>
        <p:spPr>
          <a:xfrm>
            <a:off x="9526385" y="4622794"/>
            <a:ext cx="2619254" cy="2161742"/>
          </a:xfrm>
          <a:prstGeom prst="rect">
            <a:avLst/>
          </a:prstGeom>
        </p:spPr>
      </p:pic>
      <p:sp>
        <p:nvSpPr>
          <p:cNvPr id="8" name="Oval 7">
            <a:extLst>
              <a:ext uri="{FF2B5EF4-FFF2-40B4-BE49-F238E27FC236}">
                <a16:creationId xmlns:a16="http://schemas.microsoft.com/office/drawing/2014/main" id="{18749A94-E200-37AC-B980-3C1A881458F9}"/>
              </a:ext>
            </a:extLst>
          </p:cNvPr>
          <p:cNvSpPr/>
          <p:nvPr/>
        </p:nvSpPr>
        <p:spPr>
          <a:xfrm>
            <a:off x="8279474" y="3591105"/>
            <a:ext cx="121224" cy="104404"/>
          </a:xfrm>
          <a:prstGeom prst="ellips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IN"/>
          </a:p>
        </p:txBody>
      </p:sp>
    </p:spTree>
    <p:extLst>
      <p:ext uri="{BB962C8B-B14F-4D97-AF65-F5344CB8AC3E}">
        <p14:creationId xmlns:p14="http://schemas.microsoft.com/office/powerpoint/2010/main" val="2250012042"/>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3DDF7A-D609-4CF6-3C54-31CB1428E71E}"/>
              </a:ext>
            </a:extLst>
          </p:cNvPr>
          <p:cNvSpPr>
            <a:spLocks noGrp="1"/>
          </p:cNvSpPr>
          <p:nvPr>
            <p:ph type="title"/>
          </p:nvPr>
        </p:nvSpPr>
        <p:spPr>
          <a:xfrm>
            <a:off x="408214" y="97972"/>
            <a:ext cx="11217729" cy="1485900"/>
          </a:xfrm>
        </p:spPr>
        <p:txBody>
          <a:bodyPr>
            <a:normAutofit/>
          </a:bodyPr>
          <a:lstStyle/>
          <a:p>
            <a:pPr algn="ctr"/>
            <a:r>
              <a:rPr lang="en-US" sz="2800" b="1" i="0" u="none" strike="noStrike" baseline="0" dirty="0">
                <a:latin typeface="Times New Roman" panose="02020603050405020304" pitchFamily="18" charset="0"/>
              </a:rPr>
              <a:t>MULTILAYER NETWORKS AND THE BACKPROPAGATION</a:t>
            </a:r>
            <a:br>
              <a:rPr lang="en-US" sz="2800" b="1" i="0" u="none" strike="noStrike" baseline="0" dirty="0">
                <a:latin typeface="Times New Roman" panose="02020603050405020304" pitchFamily="18" charset="0"/>
              </a:rPr>
            </a:br>
            <a:r>
              <a:rPr lang="en-IN" sz="2800" b="1" i="0" u="none" strike="noStrike" baseline="0" dirty="0">
                <a:latin typeface="Times New Roman" panose="02020603050405020304" pitchFamily="18" charset="0"/>
              </a:rPr>
              <a:t>ALGORITHM</a:t>
            </a:r>
            <a:endParaRPr lang="en-IN" sz="6000" dirty="0"/>
          </a:p>
        </p:txBody>
      </p:sp>
      <p:sp>
        <p:nvSpPr>
          <p:cNvPr id="3" name="Content Placeholder 2">
            <a:extLst>
              <a:ext uri="{FF2B5EF4-FFF2-40B4-BE49-F238E27FC236}">
                <a16:creationId xmlns:a16="http://schemas.microsoft.com/office/drawing/2014/main" id="{A6C1E1F0-1D57-E0FF-C1F4-A07303E8E677}"/>
              </a:ext>
            </a:extLst>
          </p:cNvPr>
          <p:cNvSpPr>
            <a:spLocks noGrp="1"/>
          </p:cNvSpPr>
          <p:nvPr>
            <p:ph idx="1"/>
          </p:nvPr>
        </p:nvSpPr>
        <p:spPr/>
        <p:txBody>
          <a:bodyPr>
            <a:normAutofit/>
          </a:bodyPr>
          <a:lstStyle/>
          <a:p>
            <a:pPr algn="l"/>
            <a:endParaRPr lang="en-US" b="0" i="0" u="none" strike="noStrike" baseline="0" dirty="0">
              <a:latin typeface="Times New Roman" panose="02020603050405020304" pitchFamily="18" charset="0"/>
            </a:endParaRPr>
          </a:p>
          <a:p>
            <a:pPr algn="l"/>
            <a:endParaRPr lang="en-US" b="0" i="0" u="none" strike="noStrike" baseline="0" dirty="0">
              <a:latin typeface="Times New Roman" panose="02020603050405020304" pitchFamily="18" charset="0"/>
            </a:endParaRPr>
          </a:p>
        </p:txBody>
      </p:sp>
      <p:sp>
        <p:nvSpPr>
          <p:cNvPr id="4" name="object 3">
            <a:extLst>
              <a:ext uri="{FF2B5EF4-FFF2-40B4-BE49-F238E27FC236}">
                <a16:creationId xmlns:a16="http://schemas.microsoft.com/office/drawing/2014/main" id="{52A75DAF-3347-3C0E-F802-A407145643BB}"/>
              </a:ext>
            </a:extLst>
          </p:cNvPr>
          <p:cNvSpPr txBox="1"/>
          <p:nvPr/>
        </p:nvSpPr>
        <p:spPr>
          <a:xfrm>
            <a:off x="931227" y="1689156"/>
            <a:ext cx="10253345" cy="1096262"/>
          </a:xfrm>
          <a:prstGeom prst="rect">
            <a:avLst/>
          </a:prstGeom>
        </p:spPr>
        <p:txBody>
          <a:bodyPr vert="horz" wrap="square" lIns="0" tIns="45085" rIns="0" bIns="0" rtlCol="0">
            <a:spAutoFit/>
          </a:bodyPr>
          <a:lstStyle/>
          <a:p>
            <a:pPr marL="12700" marR="5080">
              <a:lnSpc>
                <a:spcPct val="150000"/>
              </a:lnSpc>
              <a:spcBef>
                <a:spcPts val="355"/>
              </a:spcBef>
            </a:pPr>
            <a:r>
              <a:rPr sz="2400" spc="-5" dirty="0">
                <a:latin typeface="Times New Roman" panose="02020603050405020304" pitchFamily="18" charset="0"/>
                <a:cs typeface="Times New Roman" panose="02020603050405020304" pitchFamily="18" charset="0"/>
              </a:rPr>
              <a:t>Multilayer</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networks</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learned</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by</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25"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BACKPROPACATION</a:t>
            </a:r>
            <a:r>
              <a:rPr sz="2400" b="1" spc="2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algorithm</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are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capable </a:t>
            </a:r>
            <a:r>
              <a:rPr sz="2400" spc="-58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expressing</a:t>
            </a:r>
            <a:r>
              <a:rPr sz="2400" dirty="0">
                <a:latin typeface="Times New Roman" panose="02020603050405020304" pitchFamily="18" charset="0"/>
                <a:cs typeface="Times New Roman" panose="02020603050405020304" pitchFamily="18" charset="0"/>
              </a:rPr>
              <a:t> a rich </a:t>
            </a:r>
            <a:r>
              <a:rPr sz="2400" spc="-5" dirty="0">
                <a:latin typeface="Times New Roman" panose="02020603050405020304" pitchFamily="18" charset="0"/>
                <a:cs typeface="Times New Roman" panose="02020603050405020304" pitchFamily="18" charset="0"/>
              </a:rPr>
              <a:t>variety</a:t>
            </a:r>
            <a:r>
              <a:rPr sz="2400" dirty="0">
                <a:latin typeface="Times New Roman" panose="02020603050405020304" pitchFamily="18" charset="0"/>
                <a:cs typeface="Times New Roman" panose="02020603050405020304" pitchFamily="18" charset="0"/>
              </a:rPr>
              <a:t> of</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nonlinear</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decision</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surfaces</a:t>
            </a:r>
            <a:endParaRPr sz="2400" dirty="0">
              <a:latin typeface="Times New Roman" panose="02020603050405020304" pitchFamily="18" charset="0"/>
              <a:cs typeface="Times New Roman" panose="02020603050405020304" pitchFamily="18" charset="0"/>
            </a:endParaRPr>
          </a:p>
        </p:txBody>
      </p:sp>
      <p:pic>
        <p:nvPicPr>
          <p:cNvPr id="5" name="object 3">
            <a:extLst>
              <a:ext uri="{FF2B5EF4-FFF2-40B4-BE49-F238E27FC236}">
                <a16:creationId xmlns:a16="http://schemas.microsoft.com/office/drawing/2014/main" id="{39C9626C-FD7F-39E7-9BD9-BBDC535BC79F}"/>
              </a:ext>
            </a:extLst>
          </p:cNvPr>
          <p:cNvPicPr/>
          <p:nvPr/>
        </p:nvPicPr>
        <p:blipFill>
          <a:blip r:embed="rId2" cstate="print"/>
          <a:stretch>
            <a:fillRect/>
          </a:stretch>
        </p:blipFill>
        <p:spPr>
          <a:xfrm>
            <a:off x="99843" y="2953766"/>
            <a:ext cx="5376681" cy="3651986"/>
          </a:xfrm>
          <a:prstGeom prst="rect">
            <a:avLst/>
          </a:prstGeom>
        </p:spPr>
      </p:pic>
      <p:pic>
        <p:nvPicPr>
          <p:cNvPr id="1026" name="Picture 2" descr="Fundamentals of Neural Networks on Weights &amp; Biases">
            <a:extLst>
              <a:ext uri="{FF2B5EF4-FFF2-40B4-BE49-F238E27FC236}">
                <a16:creationId xmlns:a16="http://schemas.microsoft.com/office/drawing/2014/main" id="{C0FB28DA-DC70-7444-18CC-741EB72496C1}"/>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618557" y="2890702"/>
            <a:ext cx="6549219" cy="3536578"/>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30210765"/>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E46092-6B79-F602-D2C5-DB5B32668DC0}"/>
              </a:ext>
            </a:extLst>
          </p:cNvPr>
          <p:cNvSpPr>
            <a:spLocks noGrp="1"/>
          </p:cNvSpPr>
          <p:nvPr>
            <p:ph type="title"/>
          </p:nvPr>
        </p:nvSpPr>
        <p:spPr/>
        <p:txBody>
          <a:bodyPr/>
          <a:lstStyle/>
          <a:p>
            <a:r>
              <a:rPr lang="en-US" dirty="0">
                <a:latin typeface="Times New Roman" panose="02020603050405020304" pitchFamily="18" charset="0"/>
              </a:rPr>
              <a:t>BACKPROPAGATION  </a:t>
            </a:r>
            <a:endParaRPr lang="en-IN" dirty="0"/>
          </a:p>
        </p:txBody>
      </p:sp>
      <p:sp>
        <p:nvSpPr>
          <p:cNvPr id="4" name="Content Placeholder 2">
            <a:extLst>
              <a:ext uri="{FF2B5EF4-FFF2-40B4-BE49-F238E27FC236}">
                <a16:creationId xmlns:a16="http://schemas.microsoft.com/office/drawing/2014/main" id="{B6DA0CA4-073C-F320-CC68-1CB6E8D78933}"/>
              </a:ext>
            </a:extLst>
          </p:cNvPr>
          <p:cNvSpPr txBox="1">
            <a:spLocks noGrp="1"/>
          </p:cNvSpPr>
          <p:nvPr>
            <p:ph idx="1"/>
          </p:nvPr>
        </p:nvSpPr>
        <p:spPr>
          <a:xfrm>
            <a:off x="152400" y="1246187"/>
            <a:ext cx="11872913" cy="5523781"/>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Cambria" panose="02040503050406030204" pitchFamily="18" charset="0"/>
                <a:ea typeface="Cambria" panose="02040503050406030204" pitchFamily="18" charset="0"/>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Cambria" panose="02040503050406030204" pitchFamily="18" charset="0"/>
                <a:ea typeface="Cambria" panose="02040503050406030204" pitchFamily="18" charset="0"/>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Cambria" panose="02040503050406030204" pitchFamily="18" charset="0"/>
                <a:ea typeface="Cambria" panose="02040503050406030204" pitchFamily="18" charset="0"/>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Cambria" panose="02040503050406030204" pitchFamily="18" charset="0"/>
                <a:ea typeface="Cambria" panose="02040503050406030204" pitchFamily="18" charset="0"/>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r>
              <a:rPr lang="en-US" dirty="0">
                <a:latin typeface="Times New Roman" panose="02020603050405020304" pitchFamily="18" charset="0"/>
              </a:rPr>
              <a:t>The BACKPROPAGATION algorithm learns the weights for a multilayer network, given a network with a fixed set of units and interconnections.</a:t>
            </a:r>
          </a:p>
          <a:p>
            <a:pPr algn="l"/>
            <a:r>
              <a:rPr lang="en-IN" b="0" i="0" u="none" strike="noStrike" baseline="0" dirty="0">
                <a:latin typeface="Times New Roman" panose="02020603050405020304" pitchFamily="18" charset="0"/>
              </a:rPr>
              <a:t>It employs gradient </a:t>
            </a:r>
            <a:r>
              <a:rPr lang="en-US" b="0" i="0" u="none" strike="noStrike" baseline="0" dirty="0">
                <a:latin typeface="Times New Roman" panose="02020603050405020304" pitchFamily="18" charset="0"/>
              </a:rPr>
              <a:t>descent to attempt to minimize the squared error between the network output values and the target values for these outputs.</a:t>
            </a:r>
          </a:p>
          <a:p>
            <a:pPr algn="l"/>
            <a:r>
              <a:rPr lang="en-US" b="0" i="0" u="none" strike="noStrike" baseline="0" dirty="0">
                <a:latin typeface="Times New Roman" panose="02020603050405020304" pitchFamily="18" charset="0"/>
              </a:rPr>
              <a:t>redefine E </a:t>
            </a:r>
            <a:r>
              <a:rPr lang="en-US" dirty="0">
                <a:latin typeface="Times New Roman" panose="02020603050405020304" pitchFamily="18" charset="0"/>
              </a:rPr>
              <a:t>- </a:t>
            </a:r>
            <a:r>
              <a:rPr lang="en-US" b="0" i="0" u="none" strike="noStrike" baseline="0" dirty="0">
                <a:latin typeface="Times New Roman" panose="02020603050405020304" pitchFamily="18" charset="0"/>
              </a:rPr>
              <a:t>sum of the errors over all the </a:t>
            </a:r>
            <a:r>
              <a:rPr lang="en-IN" b="0" i="0" u="none" strike="noStrike" baseline="0" dirty="0">
                <a:latin typeface="Times New Roman" panose="02020603050405020304" pitchFamily="18" charset="0"/>
              </a:rPr>
              <a:t>network output units ,  </a:t>
            </a:r>
          </a:p>
          <a:p>
            <a:pPr algn="l"/>
            <a:endParaRPr lang="en-US" dirty="0">
              <a:latin typeface="Times New Roman" panose="02020603050405020304" pitchFamily="18" charset="0"/>
            </a:endParaRPr>
          </a:p>
          <a:p>
            <a:pPr algn="l"/>
            <a:endParaRPr lang="en-US" b="0" i="0" u="none" strike="noStrike" baseline="0" dirty="0">
              <a:latin typeface="Times New Roman" panose="02020603050405020304" pitchFamily="18" charset="0"/>
            </a:endParaRPr>
          </a:p>
          <a:p>
            <a:pPr algn="l"/>
            <a:endParaRPr lang="en-US" dirty="0">
              <a:latin typeface="Times New Roman" panose="02020603050405020304" pitchFamily="18" charset="0"/>
            </a:endParaRPr>
          </a:p>
          <a:p>
            <a:pPr algn="l"/>
            <a:r>
              <a:rPr lang="en-US" b="0" i="0" u="none" strike="noStrike" baseline="0" dirty="0">
                <a:latin typeface="Times New Roman" panose="02020603050405020304" pitchFamily="18" charset="0"/>
              </a:rPr>
              <a:t>where </a:t>
            </a:r>
            <a:r>
              <a:rPr lang="en-US" u="none" strike="noStrike" baseline="0" dirty="0">
                <a:latin typeface="Times New Roman" panose="02020603050405020304" pitchFamily="18" charset="0"/>
              </a:rPr>
              <a:t>output</a:t>
            </a:r>
            <a:r>
              <a:rPr lang="en-US" b="1" i="1" u="none" strike="noStrike" baseline="0" dirty="0">
                <a:latin typeface="Times New Roman" panose="02020603050405020304" pitchFamily="18" charset="0"/>
              </a:rPr>
              <a:t> s </a:t>
            </a:r>
            <a:r>
              <a:rPr lang="en-US" b="0" i="0" u="none" strike="noStrike" baseline="0" dirty="0">
                <a:latin typeface="Times New Roman" panose="02020603050405020304" pitchFamily="18" charset="0"/>
              </a:rPr>
              <a:t>is the set of output units in the network, and </a:t>
            </a:r>
            <a:r>
              <a:rPr lang="en-US" b="1" i="1" u="none" strike="noStrike" baseline="0" dirty="0" err="1">
                <a:latin typeface="Times New Roman" panose="02020603050405020304" pitchFamily="18" charset="0"/>
              </a:rPr>
              <a:t>t</a:t>
            </a:r>
            <a:r>
              <a:rPr lang="en-US" b="1" i="1" u="none" strike="noStrike" baseline="-25000" dirty="0" err="1">
                <a:latin typeface="Times New Roman" panose="02020603050405020304" pitchFamily="18" charset="0"/>
              </a:rPr>
              <a:t>kd</a:t>
            </a:r>
            <a:r>
              <a:rPr lang="en-US" b="1" i="1" u="none" strike="noStrike" baseline="0" dirty="0">
                <a:latin typeface="Times New Roman" panose="02020603050405020304" pitchFamily="18" charset="0"/>
              </a:rPr>
              <a:t> </a:t>
            </a:r>
            <a:r>
              <a:rPr lang="en-US" b="0" i="0" u="none" strike="noStrike" baseline="0" dirty="0">
                <a:latin typeface="Times New Roman" panose="02020603050405020304" pitchFamily="18" charset="0"/>
              </a:rPr>
              <a:t>and </a:t>
            </a:r>
            <a:r>
              <a:rPr lang="en-US" b="1" i="1" dirty="0" err="1">
                <a:latin typeface="Times New Roman" panose="02020603050405020304" pitchFamily="18" charset="0"/>
              </a:rPr>
              <a:t>O</a:t>
            </a:r>
            <a:r>
              <a:rPr lang="en-US" b="1" i="1" u="none" strike="noStrike" baseline="-25000" dirty="0" err="1">
                <a:latin typeface="Times New Roman" panose="02020603050405020304" pitchFamily="18" charset="0"/>
              </a:rPr>
              <a:t>kd</a:t>
            </a:r>
            <a:r>
              <a:rPr lang="en-US" b="1" i="1" u="none" strike="noStrike" baseline="0" dirty="0">
                <a:latin typeface="Times New Roman" panose="02020603050405020304" pitchFamily="18" charset="0"/>
              </a:rPr>
              <a:t> </a:t>
            </a:r>
            <a:r>
              <a:rPr lang="en-US" b="0" i="0" u="none" strike="noStrike" baseline="0" dirty="0">
                <a:latin typeface="Times New Roman" panose="02020603050405020304" pitchFamily="18" charset="0"/>
              </a:rPr>
              <a:t>are the target and output values associated with the </a:t>
            </a:r>
            <a:r>
              <a:rPr lang="en-US" b="1" i="0" u="none" strike="noStrike" baseline="0" dirty="0">
                <a:latin typeface="Times New Roman" panose="02020603050405020304" pitchFamily="18" charset="0"/>
              </a:rPr>
              <a:t>kth output unit </a:t>
            </a:r>
            <a:r>
              <a:rPr lang="en-US" b="0" i="0" u="none" strike="noStrike" baseline="0" dirty="0">
                <a:latin typeface="Times New Roman" panose="02020603050405020304" pitchFamily="18" charset="0"/>
              </a:rPr>
              <a:t>and </a:t>
            </a:r>
            <a:r>
              <a:rPr lang="en-US" b="1" i="0" u="none" strike="noStrike" baseline="0" dirty="0">
                <a:latin typeface="Times New Roman" panose="02020603050405020304" pitchFamily="18" charset="0"/>
              </a:rPr>
              <a:t>training example d</a:t>
            </a:r>
            <a:r>
              <a:rPr lang="en-US" b="0" i="0" u="none" strike="noStrike" baseline="0" dirty="0">
                <a:latin typeface="Times New Roman" panose="02020603050405020304" pitchFamily="18" charset="0"/>
              </a:rPr>
              <a:t>.</a:t>
            </a:r>
            <a:endParaRPr lang="en-IN" dirty="0">
              <a:latin typeface="Times New Roman" panose="02020603050405020304" pitchFamily="18" charset="0"/>
              <a:cs typeface="Times New Roman" panose="02020603050405020304" pitchFamily="18" charset="0"/>
            </a:endParaRPr>
          </a:p>
        </p:txBody>
      </p:sp>
      <p:pic>
        <p:nvPicPr>
          <p:cNvPr id="6" name="Picture 5">
            <a:extLst>
              <a:ext uri="{FF2B5EF4-FFF2-40B4-BE49-F238E27FC236}">
                <a16:creationId xmlns:a16="http://schemas.microsoft.com/office/drawing/2014/main" id="{D7C4E339-7FC9-162F-D432-BF226F14377B}"/>
              </a:ext>
            </a:extLst>
          </p:cNvPr>
          <p:cNvPicPr>
            <a:picLocks noChangeAspect="1"/>
          </p:cNvPicPr>
          <p:nvPr/>
        </p:nvPicPr>
        <p:blipFill>
          <a:blip r:embed="rId2"/>
          <a:stretch>
            <a:fillRect/>
          </a:stretch>
        </p:blipFill>
        <p:spPr>
          <a:xfrm>
            <a:off x="3516085" y="3649717"/>
            <a:ext cx="5159829" cy="1143000"/>
          </a:xfrm>
          <a:prstGeom prst="rect">
            <a:avLst/>
          </a:prstGeom>
        </p:spPr>
      </p:pic>
    </p:spTree>
    <p:extLst>
      <p:ext uri="{BB962C8B-B14F-4D97-AF65-F5344CB8AC3E}">
        <p14:creationId xmlns:p14="http://schemas.microsoft.com/office/powerpoint/2010/main" val="1435608636"/>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10359" y="3559630"/>
            <a:ext cx="11858484" cy="3150221"/>
          </a:xfrm>
          <a:prstGeom prst="rect">
            <a:avLst/>
          </a:prstGeom>
        </p:spPr>
        <p:txBody>
          <a:bodyPr vert="horz" wrap="square" lIns="0" tIns="66675" rIns="0" bIns="0" rtlCol="0">
            <a:spAutoFit/>
          </a:bodyPr>
          <a:lstStyle/>
          <a:p>
            <a:pPr marL="241300" marR="5080" indent="-228600" algn="just">
              <a:spcBef>
                <a:spcPts val="525"/>
              </a:spcBef>
              <a:buFont typeface="Arial MT"/>
              <a:buChar char="•"/>
              <a:tabLst>
                <a:tab pos="241300" algn="l"/>
              </a:tabLst>
            </a:pPr>
            <a:r>
              <a:rPr sz="2400" spc="-5" dirty="0">
                <a:latin typeface="Times New Roman" panose="02020603050405020304" pitchFamily="18" charset="0"/>
                <a:cs typeface="Times New Roman" panose="02020603050405020304" pitchFamily="18" charset="0"/>
              </a:rPr>
              <a:t>Decision regions </a:t>
            </a:r>
            <a:r>
              <a:rPr sz="2400" dirty="0">
                <a:latin typeface="Times New Roman" panose="02020603050405020304" pitchFamily="18" charset="0"/>
                <a:cs typeface="Times New Roman" panose="02020603050405020304" pitchFamily="18" charset="0"/>
              </a:rPr>
              <a:t>of a </a:t>
            </a:r>
            <a:r>
              <a:rPr sz="2400" spc="-5" dirty="0">
                <a:latin typeface="Times New Roman" panose="02020603050405020304" pitchFamily="18" charset="0"/>
                <a:cs typeface="Times New Roman" panose="02020603050405020304" pitchFamily="18" charset="0"/>
              </a:rPr>
              <a:t>multilayer </a:t>
            </a:r>
            <a:r>
              <a:rPr sz="2400" dirty="0">
                <a:latin typeface="Times New Roman" panose="02020603050405020304" pitchFamily="18" charset="0"/>
                <a:cs typeface="Times New Roman" panose="02020603050405020304" pitchFamily="18" charset="0"/>
              </a:rPr>
              <a:t>feedforward </a:t>
            </a:r>
            <a:r>
              <a:rPr sz="2400" spc="-5" dirty="0">
                <a:latin typeface="Times New Roman" panose="02020603050405020304" pitchFamily="18" charset="0"/>
                <a:cs typeface="Times New Roman" panose="02020603050405020304" pitchFamily="18" charset="0"/>
              </a:rPr>
              <a:t>network.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network shown </a:t>
            </a:r>
            <a:r>
              <a:rPr sz="2400" dirty="0">
                <a:latin typeface="Times New Roman" panose="02020603050405020304" pitchFamily="18" charset="0"/>
                <a:cs typeface="Times New Roman" panose="02020603050405020304" pitchFamily="18" charset="0"/>
              </a:rPr>
              <a:t>here </a:t>
            </a:r>
            <a:r>
              <a:rPr sz="2400" spc="-5" dirty="0">
                <a:latin typeface="Times New Roman" panose="02020603050405020304" pitchFamily="18" charset="0"/>
                <a:cs typeface="Times New Roman" panose="02020603050405020304" pitchFamily="18" charset="0"/>
              </a:rPr>
              <a:t>was trained </a:t>
            </a:r>
            <a:r>
              <a:rPr sz="2400" dirty="0">
                <a:latin typeface="Times New Roman" panose="02020603050405020304" pitchFamily="18" charset="0"/>
                <a:cs typeface="Times New Roman" panose="02020603050405020304" pitchFamily="18" charset="0"/>
              </a:rPr>
              <a:t>to </a:t>
            </a:r>
            <a:r>
              <a:rPr sz="2400" spc="-5" dirty="0">
                <a:latin typeface="Times New Roman" panose="02020603050405020304" pitchFamily="18" charset="0"/>
                <a:cs typeface="Times New Roman" panose="02020603050405020304" pitchFamily="18" charset="0"/>
              </a:rPr>
              <a:t>recognize </a:t>
            </a:r>
            <a:r>
              <a:rPr sz="2400" dirty="0">
                <a:latin typeface="Times New Roman" panose="02020603050405020304" pitchFamily="18" charset="0"/>
                <a:cs typeface="Times New Roman" panose="02020603050405020304" pitchFamily="18" charset="0"/>
              </a:rPr>
              <a:t>1 </a:t>
            </a:r>
            <a:r>
              <a:rPr sz="2400" spc="-10" dirty="0">
                <a:latin typeface="Times New Roman" panose="02020603050405020304" pitchFamily="18" charset="0"/>
                <a:cs typeface="Times New Roman" panose="02020603050405020304" pitchFamily="18" charset="0"/>
              </a:rPr>
              <a:t>of </a:t>
            </a:r>
            <a:r>
              <a:rPr sz="2400" spc="-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10 </a:t>
            </a:r>
            <a:r>
              <a:rPr sz="2400" dirty="0">
                <a:latin typeface="Times New Roman" panose="02020603050405020304" pitchFamily="18" charset="0"/>
                <a:cs typeface="Times New Roman" panose="02020603050405020304" pitchFamily="18" charset="0"/>
              </a:rPr>
              <a:t>vowel </a:t>
            </a:r>
            <a:r>
              <a:rPr sz="2400" spc="-5" dirty="0">
                <a:latin typeface="Times New Roman" panose="02020603050405020304" pitchFamily="18" charset="0"/>
                <a:cs typeface="Times New Roman" panose="02020603050405020304" pitchFamily="18" charset="0"/>
              </a:rPr>
              <a:t>sounds </a:t>
            </a:r>
            <a:r>
              <a:rPr sz="2400" dirty="0">
                <a:latin typeface="Times New Roman" panose="02020603050405020304" pitchFamily="18" charset="0"/>
                <a:cs typeface="Times New Roman" panose="02020603050405020304" pitchFamily="18" charset="0"/>
              </a:rPr>
              <a:t>occurring in </a:t>
            </a:r>
            <a:r>
              <a:rPr sz="2400" spc="-5" dirty="0">
                <a:latin typeface="Times New Roman" panose="02020603050405020304" pitchFamily="18" charset="0"/>
                <a:cs typeface="Times New Roman" panose="02020603050405020304" pitchFamily="18" charset="0"/>
              </a:rPr>
              <a:t>the context "h_d" (e.g., "had," </a:t>
            </a:r>
            <a:r>
              <a:rPr sz="2400" dirty="0">
                <a:latin typeface="Times New Roman" panose="02020603050405020304" pitchFamily="18" charset="0"/>
                <a:cs typeface="Times New Roman" panose="02020603050405020304" pitchFamily="18" charset="0"/>
              </a:rPr>
              <a:t>"hid"). The </a:t>
            </a:r>
            <a:r>
              <a:rPr sz="2400" spc="-5" dirty="0">
                <a:latin typeface="Times New Roman" panose="02020603050405020304" pitchFamily="18" charset="0"/>
                <a:cs typeface="Times New Roman" panose="02020603050405020304" pitchFamily="18" charset="0"/>
              </a:rPr>
              <a:t>network </a:t>
            </a:r>
            <a:r>
              <a:rPr sz="2400" dirty="0">
                <a:latin typeface="Times New Roman" panose="02020603050405020304" pitchFamily="18" charset="0"/>
                <a:cs typeface="Times New Roman" panose="02020603050405020304" pitchFamily="18" charset="0"/>
              </a:rPr>
              <a:t>input </a:t>
            </a:r>
            <a:r>
              <a:rPr sz="2400" spc="-5" dirty="0">
                <a:latin typeface="Times New Roman" panose="02020603050405020304" pitchFamily="18" charset="0"/>
                <a:cs typeface="Times New Roman" panose="02020603050405020304" pitchFamily="18" charset="0"/>
              </a:rPr>
              <a:t>consists </a:t>
            </a:r>
            <a:r>
              <a:rPr sz="2400" dirty="0">
                <a:latin typeface="Times New Roman" panose="02020603050405020304" pitchFamily="18" charset="0"/>
                <a:cs typeface="Times New Roman" panose="02020603050405020304" pitchFamily="18" charset="0"/>
              </a:rPr>
              <a:t>of </a:t>
            </a:r>
            <a:r>
              <a:rPr sz="2400" spc="-5" dirty="0">
                <a:latin typeface="Times New Roman" panose="02020603050405020304" pitchFamily="18" charset="0"/>
                <a:cs typeface="Times New Roman" panose="02020603050405020304" pitchFamily="18" charset="0"/>
              </a:rPr>
              <a:t>two </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parameters, F1 and F2, obtained </a:t>
            </a:r>
            <a:r>
              <a:rPr sz="2400" dirty="0">
                <a:latin typeface="Times New Roman" panose="02020603050405020304" pitchFamily="18" charset="0"/>
                <a:cs typeface="Times New Roman" panose="02020603050405020304" pitchFamily="18" charset="0"/>
              </a:rPr>
              <a:t>from a </a:t>
            </a:r>
            <a:r>
              <a:rPr sz="2400" spc="-5" dirty="0">
                <a:latin typeface="Times New Roman" panose="02020603050405020304" pitchFamily="18" charset="0"/>
                <a:cs typeface="Times New Roman" panose="02020603050405020304" pitchFamily="18" charset="0"/>
              </a:rPr>
              <a:t>spectral analysis </a:t>
            </a:r>
            <a:r>
              <a:rPr sz="2400" dirty="0">
                <a:latin typeface="Times New Roman" panose="02020603050405020304" pitchFamily="18" charset="0"/>
                <a:cs typeface="Times New Roman" panose="02020603050405020304" pitchFamily="18" charset="0"/>
              </a:rPr>
              <a:t>of the sound. </a:t>
            </a:r>
            <a:r>
              <a:rPr sz="2400" spc="-5" dirty="0">
                <a:latin typeface="Times New Roman" panose="02020603050405020304" pitchFamily="18" charset="0"/>
                <a:cs typeface="Times New Roman" panose="02020603050405020304" pitchFamily="18" charset="0"/>
              </a:rPr>
              <a:t>The </a:t>
            </a:r>
            <a:r>
              <a:rPr sz="2400" dirty="0">
                <a:latin typeface="Times New Roman" panose="02020603050405020304" pitchFamily="18" charset="0"/>
                <a:cs typeface="Times New Roman" panose="02020603050405020304" pitchFamily="18" charset="0"/>
              </a:rPr>
              <a:t>10 </a:t>
            </a:r>
            <a:r>
              <a:rPr sz="2400" spc="-5" dirty="0">
                <a:latin typeface="Times New Roman" panose="02020603050405020304" pitchFamily="18" charset="0"/>
                <a:cs typeface="Times New Roman" panose="02020603050405020304" pitchFamily="18" charset="0"/>
              </a:rPr>
              <a:t>network </a:t>
            </a:r>
            <a:r>
              <a:rPr sz="2400" dirty="0">
                <a:latin typeface="Times New Roman" panose="02020603050405020304" pitchFamily="18" charset="0"/>
                <a:cs typeface="Times New Roman" panose="02020603050405020304" pitchFamily="18" charset="0"/>
              </a:rPr>
              <a:t>outputs correspond </a:t>
            </a:r>
            <a:r>
              <a:rPr sz="2400" spc="-5" dirty="0">
                <a:latin typeface="Times New Roman" panose="02020603050405020304" pitchFamily="18" charset="0"/>
                <a:cs typeface="Times New Roman" panose="02020603050405020304" pitchFamily="18" charset="0"/>
              </a:rPr>
              <a:t>to </a:t>
            </a:r>
            <a:r>
              <a:rPr sz="2400" dirty="0">
                <a:latin typeface="Times New Roman" panose="02020603050405020304" pitchFamily="18" charset="0"/>
                <a:cs typeface="Times New Roman" panose="02020603050405020304" pitchFamily="18" charset="0"/>
              </a:rPr>
              <a:t> the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10</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possible</a:t>
            </a:r>
            <a:r>
              <a:rPr sz="2400" dirty="0">
                <a:latin typeface="Times New Roman" panose="02020603050405020304" pitchFamily="18" charset="0"/>
                <a:cs typeface="Times New Roman" panose="02020603050405020304" pitchFamily="18" charset="0"/>
              </a:rPr>
              <a:t> vowel</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sounds.</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The</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network</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prediction</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is </a:t>
            </a:r>
            <a:r>
              <a:rPr sz="2400" dirty="0">
                <a:latin typeface="Times New Roman" panose="02020603050405020304" pitchFamily="18" charset="0"/>
                <a:cs typeface="Times New Roman" panose="02020603050405020304" pitchFamily="18" charset="0"/>
              </a:rPr>
              <a:t>the output</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whose</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value</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is</a:t>
            </a:r>
            <a:r>
              <a:rPr sz="2400" spc="-4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highest.</a:t>
            </a:r>
          </a:p>
          <a:p>
            <a:pPr marL="241300" marR="9525" indent="-228600" algn="just">
              <a:spcBef>
                <a:spcPts val="985"/>
              </a:spcBef>
              <a:buFont typeface="Arial MT"/>
              <a:buChar char="•"/>
              <a:tabLst>
                <a:tab pos="241300" algn="l"/>
              </a:tabLst>
            </a:pPr>
            <a:r>
              <a:rPr sz="2400" dirty="0">
                <a:latin typeface="Times New Roman" panose="02020603050405020304" pitchFamily="18" charset="0"/>
                <a:cs typeface="Times New Roman" panose="02020603050405020304" pitchFamily="18" charset="0"/>
              </a:rPr>
              <a:t>The plot on the right </a:t>
            </a:r>
            <a:r>
              <a:rPr sz="2400" spc="-5" dirty="0">
                <a:latin typeface="Times New Roman" panose="02020603050405020304" pitchFamily="18" charset="0"/>
                <a:cs typeface="Times New Roman" panose="02020603050405020304" pitchFamily="18" charset="0"/>
              </a:rPr>
              <a:t>illustrates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highly nonlinear decision </a:t>
            </a:r>
            <a:r>
              <a:rPr sz="2400" dirty="0">
                <a:latin typeface="Times New Roman" panose="02020603050405020304" pitchFamily="18" charset="0"/>
                <a:cs typeface="Times New Roman" panose="02020603050405020304" pitchFamily="18" charset="0"/>
              </a:rPr>
              <a:t>surface </a:t>
            </a:r>
            <a:r>
              <a:rPr sz="2400" spc="-5" dirty="0">
                <a:latin typeface="Times New Roman" panose="02020603050405020304" pitchFamily="18" charset="0"/>
                <a:cs typeface="Times New Roman" panose="02020603050405020304" pitchFamily="18" charset="0"/>
              </a:rPr>
              <a:t>represented </a:t>
            </a:r>
            <a:r>
              <a:rPr sz="2400" spc="-10" dirty="0">
                <a:latin typeface="Times New Roman" panose="02020603050405020304" pitchFamily="18" charset="0"/>
                <a:cs typeface="Times New Roman" panose="02020603050405020304" pitchFamily="18" charset="0"/>
              </a:rPr>
              <a:t>by </a:t>
            </a:r>
            <a:r>
              <a:rPr sz="2400" spc="-5" dirty="0">
                <a:latin typeface="Times New Roman" panose="02020603050405020304" pitchFamily="18" charset="0"/>
                <a:cs typeface="Times New Roman" panose="02020603050405020304" pitchFamily="18" charset="0"/>
              </a:rPr>
              <a:t>the learned network. </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Points</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shown</a:t>
            </a:r>
            <a:r>
              <a:rPr sz="2400" dirty="0">
                <a:latin typeface="Times New Roman" panose="02020603050405020304" pitchFamily="18" charset="0"/>
                <a:cs typeface="Times New Roman" panose="02020603050405020304" pitchFamily="18" charset="0"/>
              </a:rPr>
              <a:t> on</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plot</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are</a:t>
            </a:r>
            <a:r>
              <a:rPr sz="2400" dirty="0">
                <a:latin typeface="Times New Roman" panose="02020603050405020304" pitchFamily="18" charset="0"/>
                <a:cs typeface="Times New Roman" panose="02020603050405020304" pitchFamily="18" charset="0"/>
              </a:rPr>
              <a:t> test</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examples</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distinct</a:t>
            </a:r>
            <a:r>
              <a:rPr sz="2400" dirty="0">
                <a:latin typeface="Times New Roman" panose="02020603050405020304" pitchFamily="18" charset="0"/>
                <a:cs typeface="Times New Roman" panose="02020603050405020304" pitchFamily="18" charset="0"/>
              </a:rPr>
              <a:t> from</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examples</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used</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 train</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network.</a:t>
            </a:r>
            <a:endParaRPr sz="2400" dirty="0">
              <a:latin typeface="Times New Roman" panose="02020603050405020304" pitchFamily="18" charset="0"/>
              <a:cs typeface="Times New Roman" panose="02020603050405020304" pitchFamily="18" charset="0"/>
            </a:endParaRPr>
          </a:p>
        </p:txBody>
      </p:sp>
      <p:pic>
        <p:nvPicPr>
          <p:cNvPr id="3" name="object 3"/>
          <p:cNvPicPr/>
          <p:nvPr/>
        </p:nvPicPr>
        <p:blipFill>
          <a:blip r:embed="rId2" cstate="print"/>
          <a:stretch>
            <a:fillRect/>
          </a:stretch>
        </p:blipFill>
        <p:spPr>
          <a:xfrm>
            <a:off x="1181100" y="-52615"/>
            <a:ext cx="9764395" cy="3492500"/>
          </a:xfrm>
          <a:prstGeom prst="rect">
            <a:avLst/>
          </a:prstGeom>
        </p:spPr>
      </p:pic>
    </p:spTree>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EC0657E-252A-AB52-D30D-BAFAAAA030F9}"/>
              </a:ext>
            </a:extLst>
          </p:cNvPr>
          <p:cNvSpPr>
            <a:spLocks noGrp="1"/>
          </p:cNvSpPr>
          <p:nvPr>
            <p:ph type="title"/>
          </p:nvPr>
        </p:nvSpPr>
        <p:spPr/>
        <p:txBody>
          <a:bodyPr>
            <a:normAutofit/>
          </a:bodyPr>
          <a:lstStyle/>
          <a:p>
            <a:r>
              <a:rPr lang="en-IN" b="1" i="0" u="none" strike="noStrike" baseline="0" dirty="0">
                <a:latin typeface="Times New Roman" panose="02020603050405020304" pitchFamily="18" charset="0"/>
              </a:rPr>
              <a:t>A Differentiable Threshold Unit - sigmoid</a:t>
            </a:r>
            <a:endParaRPr lang="en-IN" dirty="0"/>
          </a:p>
        </p:txBody>
      </p:sp>
      <p:sp>
        <p:nvSpPr>
          <p:cNvPr id="3" name="Content Placeholder 2">
            <a:extLst>
              <a:ext uri="{FF2B5EF4-FFF2-40B4-BE49-F238E27FC236}">
                <a16:creationId xmlns:a16="http://schemas.microsoft.com/office/drawing/2014/main" id="{650C2AEF-A934-BE9E-FD91-43A0D2066E1D}"/>
              </a:ext>
            </a:extLst>
          </p:cNvPr>
          <p:cNvSpPr>
            <a:spLocks noGrp="1"/>
          </p:cNvSpPr>
          <p:nvPr>
            <p:ph idx="1"/>
          </p:nvPr>
        </p:nvSpPr>
        <p:spPr>
          <a:xfrm>
            <a:off x="152399" y="1246909"/>
            <a:ext cx="11873345" cy="5523060"/>
          </a:xfrm>
        </p:spPr>
        <p:txBody>
          <a:bodyPr>
            <a:normAutofit/>
          </a:bodyPr>
          <a:lstStyle/>
          <a:p>
            <a:pPr algn="l"/>
            <a:r>
              <a:rPr lang="en-IN" dirty="0">
                <a:latin typeface="Times New Roman" panose="02020603050405020304" pitchFamily="18" charset="0"/>
                <a:cs typeface="Times New Roman" panose="02020603050405020304" pitchFamily="18" charset="0"/>
              </a:rPr>
              <a:t>T</a:t>
            </a:r>
            <a:r>
              <a:rPr lang="en-IN" b="0" i="0" u="none" strike="noStrike" baseline="0" dirty="0">
                <a:latin typeface="Times New Roman" panose="02020603050405020304" pitchFamily="18" charset="0"/>
                <a:cs typeface="Times New Roman" panose="02020603050405020304" pitchFamily="18" charset="0"/>
              </a:rPr>
              <a:t>he sigmoid </a:t>
            </a:r>
            <a:r>
              <a:rPr lang="en-US" b="0" i="0" u="none" strike="noStrike" baseline="0" dirty="0">
                <a:latin typeface="Times New Roman" panose="02020603050405020304" pitchFamily="18" charset="0"/>
                <a:cs typeface="Times New Roman" panose="02020603050405020304" pitchFamily="18" charset="0"/>
              </a:rPr>
              <a:t>unit first computes a linear combination of its inputs, then applies a threshold to the result. </a:t>
            </a:r>
          </a:p>
          <a:p>
            <a:pPr algn="l"/>
            <a:r>
              <a:rPr lang="en-US" dirty="0">
                <a:latin typeface="Times New Roman" panose="02020603050405020304" pitchFamily="18" charset="0"/>
                <a:cs typeface="Times New Roman" panose="02020603050405020304" pitchFamily="18" charset="0"/>
              </a:rPr>
              <a:t>T</a:t>
            </a:r>
            <a:r>
              <a:rPr lang="en-US" b="0" i="0" u="none" strike="noStrike" baseline="0" dirty="0">
                <a:latin typeface="Times New Roman" panose="02020603050405020304" pitchFamily="18" charset="0"/>
                <a:cs typeface="Times New Roman" panose="02020603050405020304" pitchFamily="18" charset="0"/>
              </a:rPr>
              <a:t>he threshold output is a continuous function of its input. </a:t>
            </a:r>
          </a:p>
          <a:p>
            <a:pPr algn="l"/>
            <a:r>
              <a:rPr lang="en-US" b="0" i="0" u="none" strike="noStrike" baseline="0" dirty="0">
                <a:latin typeface="Times New Roman" panose="02020603050405020304" pitchFamily="18" charset="0"/>
                <a:cs typeface="Times New Roman" panose="02020603050405020304" pitchFamily="18" charset="0"/>
              </a:rPr>
              <a:t>More precisely, the sigmoid unit computes its </a:t>
            </a:r>
            <a:r>
              <a:rPr lang="en-IN" b="0" i="0" u="none" strike="noStrike" baseline="0" dirty="0">
                <a:latin typeface="Times New Roman" panose="02020603050405020304" pitchFamily="18" charset="0"/>
                <a:cs typeface="Times New Roman" panose="02020603050405020304" pitchFamily="18" charset="0"/>
              </a:rPr>
              <a:t>output </a:t>
            </a:r>
            <a:r>
              <a:rPr lang="en-IN" b="1" i="1" u="none" strike="noStrike" baseline="0" dirty="0">
                <a:latin typeface="Times New Roman" panose="02020603050405020304" pitchFamily="18" charset="0"/>
                <a:cs typeface="Times New Roman" panose="02020603050405020304" pitchFamily="18" charset="0"/>
              </a:rPr>
              <a:t>o </a:t>
            </a:r>
            <a:r>
              <a:rPr lang="en-IN" b="0" i="0" u="none" strike="noStrike" baseline="0" dirty="0">
                <a:latin typeface="Times New Roman" panose="02020603050405020304" pitchFamily="18" charset="0"/>
                <a:cs typeface="Times New Roman" panose="02020603050405020304" pitchFamily="18" charset="0"/>
              </a:rPr>
              <a:t>as                                            where </a:t>
            </a:r>
          </a:p>
          <a:p>
            <a:pPr algn="l"/>
            <a:endParaRPr lang="en-IN" dirty="0">
              <a:latin typeface="Times New Roman" panose="02020603050405020304" pitchFamily="18" charset="0"/>
              <a:cs typeface="Times New Roman" panose="02020603050405020304" pitchFamily="18" charset="0"/>
            </a:endParaRPr>
          </a:p>
          <a:p>
            <a:pPr algn="l"/>
            <a:endParaRPr lang="en-IN" dirty="0">
              <a:latin typeface="Times New Roman" panose="02020603050405020304" pitchFamily="18" charset="0"/>
              <a:cs typeface="Times New Roman" panose="02020603050405020304" pitchFamily="18" charset="0"/>
            </a:endParaRPr>
          </a:p>
          <a:p>
            <a:pPr algn="l"/>
            <a:r>
              <a:rPr lang="el-GR" b="0" i="0" dirty="0">
                <a:solidFill>
                  <a:srgbClr val="111111"/>
                </a:solidFill>
                <a:effectLst/>
                <a:latin typeface="Times New Roman" panose="02020603050405020304" pitchFamily="18" charset="0"/>
                <a:cs typeface="Times New Roman" panose="02020603050405020304" pitchFamily="18" charset="0"/>
              </a:rPr>
              <a:t> </a:t>
            </a:r>
            <a:r>
              <a:rPr lang="el-GR" b="1" i="0" dirty="0">
                <a:solidFill>
                  <a:srgbClr val="111111"/>
                </a:solidFill>
                <a:effectLst/>
                <a:latin typeface="Times New Roman" panose="02020603050405020304" pitchFamily="18" charset="0"/>
                <a:cs typeface="Times New Roman" panose="02020603050405020304" pitchFamily="18" charset="0"/>
              </a:rPr>
              <a:t>σ </a:t>
            </a:r>
            <a:r>
              <a:rPr lang="en-US" b="0" i="0" u="none" strike="noStrike" baseline="0" dirty="0">
                <a:latin typeface="Times New Roman" panose="02020603050405020304" pitchFamily="18" charset="0"/>
                <a:cs typeface="Times New Roman" panose="02020603050405020304" pitchFamily="18" charset="0"/>
              </a:rPr>
              <a:t> is often called the </a:t>
            </a:r>
          </a:p>
          <a:p>
            <a:pPr marL="0" indent="0" algn="l">
              <a:buNone/>
            </a:pPr>
            <a:r>
              <a:rPr lang="en-US" b="0" i="0" u="none" strike="noStrike" baseline="0" dirty="0">
                <a:latin typeface="Times New Roman" panose="02020603050405020304" pitchFamily="18" charset="0"/>
                <a:cs typeface="Times New Roman" panose="02020603050405020304" pitchFamily="18" charset="0"/>
              </a:rPr>
              <a:t>sigmoid function or, </a:t>
            </a:r>
          </a:p>
          <a:p>
            <a:pPr marL="0" indent="0" algn="l">
              <a:buNone/>
            </a:pPr>
            <a:r>
              <a:rPr lang="en-US" b="0" i="0" u="none" strike="noStrike" baseline="0" dirty="0">
                <a:latin typeface="Times New Roman" panose="02020603050405020304" pitchFamily="18" charset="0"/>
                <a:cs typeface="Times New Roman" panose="02020603050405020304" pitchFamily="18" charset="0"/>
              </a:rPr>
              <a:t>the logistic function.</a:t>
            </a:r>
            <a:endParaRPr lang="en-IN" dirty="0">
              <a:latin typeface="Times New Roman" panose="02020603050405020304" pitchFamily="18" charset="0"/>
              <a:cs typeface="Times New Roman" panose="02020603050405020304" pitchFamily="18" charset="0"/>
            </a:endParaRPr>
          </a:p>
        </p:txBody>
      </p:sp>
      <p:pic>
        <p:nvPicPr>
          <p:cNvPr id="7" name="Picture 6">
            <a:extLst>
              <a:ext uri="{FF2B5EF4-FFF2-40B4-BE49-F238E27FC236}">
                <a16:creationId xmlns:a16="http://schemas.microsoft.com/office/drawing/2014/main" id="{2E9D8724-EFE7-6C3A-5844-EF09A6C7442F}"/>
              </a:ext>
            </a:extLst>
          </p:cNvPr>
          <p:cNvPicPr>
            <a:picLocks noChangeAspect="1"/>
          </p:cNvPicPr>
          <p:nvPr/>
        </p:nvPicPr>
        <p:blipFill>
          <a:blip r:embed="rId2"/>
          <a:stretch>
            <a:fillRect/>
          </a:stretch>
        </p:blipFill>
        <p:spPr>
          <a:xfrm>
            <a:off x="3859996" y="3148535"/>
            <a:ext cx="8276579" cy="2873406"/>
          </a:xfrm>
          <a:prstGeom prst="rect">
            <a:avLst/>
          </a:prstGeom>
        </p:spPr>
      </p:pic>
      <p:pic>
        <p:nvPicPr>
          <p:cNvPr id="9" name="Picture 8">
            <a:extLst>
              <a:ext uri="{FF2B5EF4-FFF2-40B4-BE49-F238E27FC236}">
                <a16:creationId xmlns:a16="http://schemas.microsoft.com/office/drawing/2014/main" id="{23308B96-6852-1CEB-3022-E3038D607256}"/>
              </a:ext>
            </a:extLst>
          </p:cNvPr>
          <p:cNvPicPr>
            <a:picLocks noChangeAspect="1"/>
          </p:cNvPicPr>
          <p:nvPr/>
        </p:nvPicPr>
        <p:blipFill>
          <a:blip r:embed="rId3"/>
          <a:stretch>
            <a:fillRect/>
          </a:stretch>
        </p:blipFill>
        <p:spPr>
          <a:xfrm>
            <a:off x="8937171" y="2666533"/>
            <a:ext cx="2416629" cy="555171"/>
          </a:xfrm>
          <a:prstGeom prst="rect">
            <a:avLst/>
          </a:prstGeom>
        </p:spPr>
      </p:pic>
      <p:pic>
        <p:nvPicPr>
          <p:cNvPr id="11" name="Picture 10">
            <a:extLst>
              <a:ext uri="{FF2B5EF4-FFF2-40B4-BE49-F238E27FC236}">
                <a16:creationId xmlns:a16="http://schemas.microsoft.com/office/drawing/2014/main" id="{A5E9EA67-F2B5-111C-31BA-B61D9FFFFC89}"/>
              </a:ext>
            </a:extLst>
          </p:cNvPr>
          <p:cNvPicPr>
            <a:picLocks noChangeAspect="1"/>
          </p:cNvPicPr>
          <p:nvPr/>
        </p:nvPicPr>
        <p:blipFill>
          <a:blip r:embed="rId4"/>
          <a:stretch>
            <a:fillRect/>
          </a:stretch>
        </p:blipFill>
        <p:spPr>
          <a:xfrm>
            <a:off x="585612" y="3537334"/>
            <a:ext cx="2841171" cy="1036864"/>
          </a:xfrm>
          <a:prstGeom prst="rect">
            <a:avLst/>
          </a:prstGeom>
        </p:spPr>
      </p:pic>
      <p:pic>
        <p:nvPicPr>
          <p:cNvPr id="5" name="Picture 4">
            <a:extLst>
              <a:ext uri="{FF2B5EF4-FFF2-40B4-BE49-F238E27FC236}">
                <a16:creationId xmlns:a16="http://schemas.microsoft.com/office/drawing/2014/main" id="{8D4BBD22-64C0-37B5-589E-A7148DD99CC5}"/>
              </a:ext>
            </a:extLst>
          </p:cNvPr>
          <p:cNvPicPr>
            <a:picLocks noChangeAspect="1"/>
          </p:cNvPicPr>
          <p:nvPr/>
        </p:nvPicPr>
        <p:blipFill>
          <a:blip r:embed="rId5"/>
          <a:stretch>
            <a:fillRect/>
          </a:stretch>
        </p:blipFill>
        <p:spPr>
          <a:xfrm>
            <a:off x="287536" y="6171958"/>
            <a:ext cx="5801535" cy="590632"/>
          </a:xfrm>
          <a:prstGeom prst="rect">
            <a:avLst/>
          </a:prstGeom>
        </p:spPr>
      </p:pic>
    </p:spTree>
    <p:extLst>
      <p:ext uri="{BB962C8B-B14F-4D97-AF65-F5344CB8AC3E}">
        <p14:creationId xmlns:p14="http://schemas.microsoft.com/office/powerpoint/2010/main" val="3425743469"/>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9A9D841-9D84-BAB3-0BA7-4FDEEF0BF012}"/>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7E0236F5-BF0C-BCFC-DA28-C7166237F3C3}"/>
              </a:ext>
            </a:extLst>
          </p:cNvPr>
          <p:cNvSpPr>
            <a:spLocks noGrp="1"/>
          </p:cNvSpPr>
          <p:nvPr>
            <p:ph type="body" idx="1"/>
          </p:nvPr>
        </p:nvSpPr>
        <p:spPr/>
        <p:txBody>
          <a:bodyPr/>
          <a:lstStyle/>
          <a:p>
            <a:endParaRPr lang="en-IN"/>
          </a:p>
        </p:txBody>
      </p:sp>
      <p:sp>
        <p:nvSpPr>
          <p:cNvPr id="4" name="Footer Placeholder 3">
            <a:extLst>
              <a:ext uri="{FF2B5EF4-FFF2-40B4-BE49-F238E27FC236}">
                <a16:creationId xmlns:a16="http://schemas.microsoft.com/office/drawing/2014/main" id="{374A88E4-C259-DBF5-EE60-7EDCEEE8CADE}"/>
              </a:ext>
            </a:extLst>
          </p:cNvPr>
          <p:cNvSpPr>
            <a:spLocks noGrp="1"/>
          </p:cNvSpPr>
          <p:nvPr>
            <p:ph type="ftr" sz="quarter" idx="5"/>
          </p:nvPr>
        </p:nvSpPr>
        <p:spPr>
          <a:xfrm>
            <a:off x="4145280" y="6377940"/>
            <a:ext cx="3901440" cy="342900"/>
          </a:xfrm>
          <a:prstGeom prst="rect">
            <a:avLst/>
          </a:prstGeom>
        </p:spPr>
        <p:txBody>
          <a:bodyPr wrap="square" lIns="0" tIns="0" rIns="0" bIns="0">
            <a:spAutoFit/>
          </a:bodyPr>
          <a:lstStyle>
            <a:defPPr>
              <a:defRPr lang="en-US"/>
            </a:defPPr>
            <a:lvl1pPr marL="0" algn="ct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IN"/>
              <a:t>Dept of CSE, VVCE, Mysore</a:t>
            </a:r>
          </a:p>
        </p:txBody>
      </p:sp>
      <p:sp>
        <p:nvSpPr>
          <p:cNvPr id="5" name="Slide Number Placeholder 4">
            <a:extLst>
              <a:ext uri="{FF2B5EF4-FFF2-40B4-BE49-F238E27FC236}">
                <a16:creationId xmlns:a16="http://schemas.microsoft.com/office/drawing/2014/main" id="{5059683B-BA98-576C-875E-CBE9E3877C0A}"/>
              </a:ext>
            </a:extLst>
          </p:cNvPr>
          <p:cNvSpPr>
            <a:spLocks noGrp="1"/>
          </p:cNvSpPr>
          <p:nvPr>
            <p:ph type="sldNum" sz="quarter" idx="7"/>
          </p:nvPr>
        </p:nvSpPr>
        <p:spPr>
          <a:xfrm>
            <a:off x="8778240" y="6377940"/>
            <a:ext cx="2804160" cy="342900"/>
          </a:xfrm>
          <a:prstGeom prst="rect">
            <a:avLst/>
          </a:prstGeom>
        </p:spPr>
        <p:txBody>
          <a:bodyPr wrap="square" lIns="0" tIns="0" rIns="0" bIns="0">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IN" smtClean="0"/>
              <a:pPr/>
              <a:t>60</a:t>
            </a:fld>
            <a:endParaRPr lang="en-IN"/>
          </a:p>
        </p:txBody>
      </p:sp>
      <p:pic>
        <p:nvPicPr>
          <p:cNvPr id="7" name="Picture 6">
            <a:extLst>
              <a:ext uri="{FF2B5EF4-FFF2-40B4-BE49-F238E27FC236}">
                <a16:creationId xmlns:a16="http://schemas.microsoft.com/office/drawing/2014/main" id="{7FBE538D-1ED2-33C7-EA6E-687F09BD67AC}"/>
              </a:ext>
            </a:extLst>
          </p:cNvPr>
          <p:cNvPicPr>
            <a:picLocks noChangeAspect="1"/>
          </p:cNvPicPr>
          <p:nvPr/>
        </p:nvPicPr>
        <p:blipFill rotWithShape="1">
          <a:blip r:embed="rId2"/>
          <a:srcRect b="8869"/>
          <a:stretch/>
        </p:blipFill>
        <p:spPr>
          <a:xfrm>
            <a:off x="0" y="1673"/>
            <a:ext cx="12192000" cy="6246727"/>
          </a:xfrm>
          <a:prstGeom prst="rect">
            <a:avLst/>
          </a:prstGeom>
        </p:spPr>
      </p:pic>
    </p:spTree>
    <p:extLst>
      <p:ext uri="{BB962C8B-B14F-4D97-AF65-F5344CB8AC3E}">
        <p14:creationId xmlns:p14="http://schemas.microsoft.com/office/powerpoint/2010/main" val="2049766926"/>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775AE4-9428-3704-2A89-1C5B62742446}"/>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55E3DAFF-4F63-7C79-BAA7-61013497AD56}"/>
              </a:ext>
            </a:extLst>
          </p:cNvPr>
          <p:cNvSpPr>
            <a:spLocks noGrp="1"/>
          </p:cNvSpPr>
          <p:nvPr>
            <p:ph type="body" idx="1"/>
          </p:nvPr>
        </p:nvSpPr>
        <p:spPr/>
        <p:txBody>
          <a:bodyPr/>
          <a:lstStyle/>
          <a:p>
            <a:endParaRPr lang="en-IN"/>
          </a:p>
        </p:txBody>
      </p:sp>
      <p:pic>
        <p:nvPicPr>
          <p:cNvPr id="7" name="Picture 6">
            <a:extLst>
              <a:ext uri="{FF2B5EF4-FFF2-40B4-BE49-F238E27FC236}">
                <a16:creationId xmlns:a16="http://schemas.microsoft.com/office/drawing/2014/main" id="{D71861EA-4F37-5C4C-010E-2364C591344D}"/>
              </a:ext>
            </a:extLst>
          </p:cNvPr>
          <p:cNvPicPr>
            <a:picLocks noChangeAspect="1"/>
          </p:cNvPicPr>
          <p:nvPr/>
        </p:nvPicPr>
        <p:blipFill rotWithShape="1">
          <a:blip r:embed="rId2"/>
          <a:srcRect b="8869"/>
          <a:stretch/>
        </p:blipFill>
        <p:spPr>
          <a:xfrm>
            <a:off x="0" y="1673"/>
            <a:ext cx="12192000" cy="6246727"/>
          </a:xfrm>
          <a:prstGeom prst="rect">
            <a:avLst/>
          </a:prstGeom>
        </p:spPr>
      </p:pic>
    </p:spTree>
    <p:extLst>
      <p:ext uri="{BB962C8B-B14F-4D97-AF65-F5344CB8AC3E}">
        <p14:creationId xmlns:p14="http://schemas.microsoft.com/office/powerpoint/2010/main" val="804620217"/>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10E00EA-845D-8CCF-2441-610198427C20}"/>
              </a:ext>
            </a:extLst>
          </p:cNvPr>
          <p:cNvSpPr>
            <a:spLocks noGrp="1"/>
          </p:cNvSpPr>
          <p:nvPr>
            <p:ph type="title"/>
          </p:nvPr>
        </p:nvSpPr>
        <p:spPr/>
        <p:txBody>
          <a:bodyPr/>
          <a:lstStyle/>
          <a:p>
            <a:endParaRPr lang="en-IN"/>
          </a:p>
        </p:txBody>
      </p:sp>
      <p:sp>
        <p:nvSpPr>
          <p:cNvPr id="3" name="Text Placeholder 2">
            <a:extLst>
              <a:ext uri="{FF2B5EF4-FFF2-40B4-BE49-F238E27FC236}">
                <a16:creationId xmlns:a16="http://schemas.microsoft.com/office/drawing/2014/main" id="{44AAD8BF-EEDC-C3FD-BFFA-CC4FC34762D2}"/>
              </a:ext>
            </a:extLst>
          </p:cNvPr>
          <p:cNvSpPr>
            <a:spLocks noGrp="1"/>
          </p:cNvSpPr>
          <p:nvPr>
            <p:ph type="body" idx="1"/>
          </p:nvPr>
        </p:nvSpPr>
        <p:spPr/>
        <p:txBody>
          <a:bodyPr/>
          <a:lstStyle/>
          <a:p>
            <a:endParaRPr lang="en-IN"/>
          </a:p>
        </p:txBody>
      </p:sp>
      <p:pic>
        <p:nvPicPr>
          <p:cNvPr id="7" name="Picture 6">
            <a:extLst>
              <a:ext uri="{FF2B5EF4-FFF2-40B4-BE49-F238E27FC236}">
                <a16:creationId xmlns:a16="http://schemas.microsoft.com/office/drawing/2014/main" id="{F975D671-0E13-DC9E-D490-EE8E4B3A25A7}"/>
              </a:ext>
            </a:extLst>
          </p:cNvPr>
          <p:cNvPicPr>
            <a:picLocks noChangeAspect="1"/>
          </p:cNvPicPr>
          <p:nvPr/>
        </p:nvPicPr>
        <p:blipFill rotWithShape="1">
          <a:blip r:embed="rId2"/>
          <a:srcRect b="12204"/>
          <a:stretch/>
        </p:blipFill>
        <p:spPr>
          <a:xfrm>
            <a:off x="0" y="1673"/>
            <a:ext cx="12192000" cy="6018127"/>
          </a:xfrm>
          <a:prstGeom prst="rect">
            <a:avLst/>
          </a:prstGeom>
        </p:spPr>
      </p:pic>
    </p:spTree>
    <p:extLst>
      <p:ext uri="{BB962C8B-B14F-4D97-AF65-F5344CB8AC3E}">
        <p14:creationId xmlns:p14="http://schemas.microsoft.com/office/powerpoint/2010/main" val="409314533"/>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215152" y="-6001"/>
            <a:ext cx="11745310" cy="627736"/>
          </a:xfrm>
          <a:prstGeom prst="rect">
            <a:avLst/>
          </a:prstGeom>
        </p:spPr>
        <p:txBody>
          <a:bodyPr vert="horz" wrap="square" lIns="0" tIns="12065" rIns="0" bIns="0" rtlCol="0">
            <a:spAutoFit/>
          </a:bodyPr>
          <a:lstStyle/>
          <a:p>
            <a:pPr marL="12700">
              <a:lnSpc>
                <a:spcPct val="100000"/>
              </a:lnSpc>
              <a:spcBef>
                <a:spcPts val="95"/>
              </a:spcBef>
            </a:pPr>
            <a:r>
              <a:rPr sz="4000" spc="-5" dirty="0"/>
              <a:t>The</a:t>
            </a:r>
            <a:r>
              <a:rPr sz="4000" spc="-10" dirty="0"/>
              <a:t> </a:t>
            </a:r>
            <a:r>
              <a:rPr sz="4000" spc="-5" dirty="0"/>
              <a:t>BACKPROPAGATION</a:t>
            </a:r>
            <a:r>
              <a:rPr sz="4000" spc="5" dirty="0"/>
              <a:t> </a:t>
            </a:r>
            <a:r>
              <a:rPr sz="4000" spc="-5" dirty="0"/>
              <a:t>Algorithm</a:t>
            </a:r>
            <a:endParaRPr sz="4000"/>
          </a:p>
        </p:txBody>
      </p:sp>
      <p:sp>
        <p:nvSpPr>
          <p:cNvPr id="3" name="object 3"/>
          <p:cNvSpPr txBox="1"/>
          <p:nvPr/>
        </p:nvSpPr>
        <p:spPr>
          <a:xfrm>
            <a:off x="215152" y="776316"/>
            <a:ext cx="11745310" cy="3984104"/>
          </a:xfrm>
          <a:prstGeom prst="rect">
            <a:avLst/>
          </a:prstGeom>
        </p:spPr>
        <p:txBody>
          <a:bodyPr vert="horz" wrap="square" lIns="0" tIns="43815" rIns="0" bIns="0" rtlCol="0">
            <a:spAutoFit/>
          </a:bodyPr>
          <a:lstStyle/>
          <a:p>
            <a:pPr marL="241300" marR="5080" indent="-228600" algn="just">
              <a:lnSpc>
                <a:spcPct val="150000"/>
              </a:lnSpc>
              <a:spcBef>
                <a:spcPts val="345"/>
              </a:spcBef>
              <a:buFont typeface="Arial MT"/>
              <a:buChar char="•"/>
              <a:tabLst>
                <a:tab pos="241300" algn="l"/>
              </a:tabLst>
            </a:pPr>
            <a:r>
              <a:rPr sz="2400" dirty="0">
                <a:latin typeface="Times New Roman" panose="02020603050405020304" pitchFamily="18" charset="0"/>
                <a:cs typeface="Times New Roman" panose="02020603050405020304" pitchFamily="18" charset="0"/>
              </a:rPr>
              <a:t>The</a:t>
            </a:r>
            <a:r>
              <a:rPr sz="2400" spc="5" dirty="0">
                <a:latin typeface="Times New Roman" panose="02020603050405020304" pitchFamily="18" charset="0"/>
                <a:cs typeface="Times New Roman" panose="02020603050405020304" pitchFamily="18" charset="0"/>
              </a:rPr>
              <a:t> </a:t>
            </a:r>
            <a:r>
              <a:rPr sz="2400" spc="-35" dirty="0">
                <a:latin typeface="Times New Roman" panose="02020603050405020304" pitchFamily="18" charset="0"/>
                <a:cs typeface="Times New Roman" panose="02020603050405020304" pitchFamily="18" charset="0"/>
              </a:rPr>
              <a:t>BACKPROPAGATION</a:t>
            </a:r>
            <a:r>
              <a:rPr sz="2400" spc="-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Algorithm</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learns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weights</a:t>
            </a:r>
            <a:r>
              <a:rPr sz="2400" dirty="0">
                <a:latin typeface="Times New Roman" panose="02020603050405020304" pitchFamily="18" charset="0"/>
                <a:cs typeface="Times New Roman" panose="02020603050405020304" pitchFamily="18" charset="0"/>
              </a:rPr>
              <a:t> for</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multilayer</a:t>
            </a:r>
            <a:r>
              <a:rPr sz="2400" dirty="0">
                <a:latin typeface="Times New Roman" panose="02020603050405020304" pitchFamily="18" charset="0"/>
                <a:cs typeface="Times New Roman" panose="02020603050405020304" pitchFamily="18" charset="0"/>
              </a:rPr>
              <a:t> network,</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given</a:t>
            </a:r>
            <a:r>
              <a:rPr sz="2400" dirty="0">
                <a:latin typeface="Times New Roman" panose="02020603050405020304" pitchFamily="18" charset="0"/>
                <a:cs typeface="Times New Roman" panose="02020603050405020304" pitchFamily="18" charset="0"/>
              </a:rPr>
              <a:t> a </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network with a </a:t>
            </a:r>
            <a:r>
              <a:rPr sz="2400" spc="-5" dirty="0">
                <a:latin typeface="Times New Roman" panose="02020603050405020304" pitchFamily="18" charset="0"/>
                <a:cs typeface="Times New Roman" panose="02020603050405020304" pitchFamily="18" charset="0"/>
              </a:rPr>
              <a:t>fixed </a:t>
            </a:r>
            <a:r>
              <a:rPr sz="2400" dirty="0">
                <a:latin typeface="Times New Roman" panose="02020603050405020304" pitchFamily="18" charset="0"/>
                <a:cs typeface="Times New Roman" panose="02020603050405020304" pitchFamily="18" charset="0"/>
              </a:rPr>
              <a:t>set of units </a:t>
            </a:r>
            <a:r>
              <a:rPr sz="2400" spc="-5" dirty="0">
                <a:latin typeface="Times New Roman" panose="02020603050405020304" pitchFamily="18" charset="0"/>
                <a:cs typeface="Times New Roman" panose="02020603050405020304" pitchFamily="18" charset="0"/>
              </a:rPr>
              <a:t>and interconnections. </a:t>
            </a:r>
            <a:r>
              <a:rPr sz="2400" dirty="0">
                <a:latin typeface="Times New Roman" panose="02020603050405020304" pitchFamily="18" charset="0"/>
                <a:cs typeface="Times New Roman" panose="02020603050405020304" pitchFamily="18" charset="0"/>
              </a:rPr>
              <a:t>It </a:t>
            </a:r>
            <a:r>
              <a:rPr sz="2400" spc="-5" dirty="0">
                <a:latin typeface="Times New Roman" panose="02020603050405020304" pitchFamily="18" charset="0"/>
                <a:cs typeface="Times New Roman" panose="02020603050405020304" pitchFamily="18" charset="0"/>
              </a:rPr>
              <a:t>employs gradient </a:t>
            </a:r>
            <a:r>
              <a:rPr sz="2400" dirty="0">
                <a:latin typeface="Times New Roman" panose="02020603050405020304" pitchFamily="18" charset="0"/>
                <a:cs typeface="Times New Roman" panose="02020603050405020304" pitchFamily="18" charset="0"/>
              </a:rPr>
              <a:t>descent to </a:t>
            </a:r>
            <a:r>
              <a:rPr sz="2400" spc="-5" dirty="0">
                <a:latin typeface="Times New Roman" panose="02020603050405020304" pitchFamily="18" charset="0"/>
                <a:cs typeface="Times New Roman" panose="02020603050405020304" pitchFamily="18" charset="0"/>
              </a:rPr>
              <a:t>attempt </a:t>
            </a:r>
            <a:r>
              <a:rPr sz="2400" dirty="0">
                <a:latin typeface="Times New Roman" panose="02020603050405020304" pitchFamily="18" charset="0"/>
                <a:cs typeface="Times New Roman" panose="02020603050405020304" pitchFamily="18" charset="0"/>
              </a:rPr>
              <a:t>to </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minimize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squared error between the </a:t>
            </a:r>
            <a:r>
              <a:rPr sz="2400" dirty="0">
                <a:latin typeface="Times New Roman" panose="02020603050405020304" pitchFamily="18" charset="0"/>
                <a:cs typeface="Times New Roman" panose="02020603050405020304" pitchFamily="18" charset="0"/>
              </a:rPr>
              <a:t>network output </a:t>
            </a:r>
            <a:r>
              <a:rPr sz="2400" spc="-5" dirty="0">
                <a:latin typeface="Times New Roman" panose="02020603050405020304" pitchFamily="18" charset="0"/>
                <a:cs typeface="Times New Roman" panose="02020603050405020304" pitchFamily="18" charset="0"/>
              </a:rPr>
              <a:t>values and </a:t>
            </a:r>
            <a:r>
              <a:rPr sz="2400" spc="-15" dirty="0">
                <a:latin typeface="Times New Roman" panose="02020603050405020304" pitchFamily="18" charset="0"/>
                <a:cs typeface="Times New Roman" panose="02020603050405020304" pitchFamily="18" charset="0"/>
              </a:rPr>
              <a:t>the target </a:t>
            </a:r>
            <a:r>
              <a:rPr sz="2400" spc="-5" dirty="0">
                <a:latin typeface="Times New Roman" panose="02020603050405020304" pitchFamily="18" charset="0"/>
                <a:cs typeface="Times New Roman" panose="02020603050405020304" pitchFamily="18" charset="0"/>
              </a:rPr>
              <a:t>values for these </a:t>
            </a:r>
            <a:r>
              <a:rPr sz="2400" dirty="0">
                <a:latin typeface="Times New Roman" panose="02020603050405020304" pitchFamily="18" charset="0"/>
                <a:cs typeface="Times New Roman" panose="02020603050405020304" pitchFamily="18" charset="0"/>
              </a:rPr>
              <a:t> outputs.</a:t>
            </a:r>
          </a:p>
          <a:p>
            <a:pPr marL="241300" marR="148590" indent="-228600" algn="just">
              <a:lnSpc>
                <a:spcPct val="150000"/>
              </a:lnSpc>
              <a:spcBef>
                <a:spcPts val="1015"/>
              </a:spcBef>
              <a:buFont typeface="Arial MT"/>
              <a:buChar char="•"/>
              <a:tabLst>
                <a:tab pos="241300" algn="l"/>
              </a:tabLst>
            </a:pPr>
            <a:r>
              <a:rPr sz="2400" dirty="0">
                <a:latin typeface="Times New Roman" panose="02020603050405020304" pitchFamily="18" charset="0"/>
                <a:cs typeface="Times New Roman" panose="02020603050405020304" pitchFamily="18" charset="0"/>
              </a:rPr>
              <a:t>In </a:t>
            </a:r>
            <a:r>
              <a:rPr sz="2400" spc="-30" dirty="0">
                <a:latin typeface="Times New Roman" panose="02020603050405020304" pitchFamily="18" charset="0"/>
                <a:cs typeface="Times New Roman" panose="02020603050405020304" pitchFamily="18" charset="0"/>
              </a:rPr>
              <a:t>BACKPROPAGATION </a:t>
            </a:r>
            <a:r>
              <a:rPr sz="2400" spc="-5" dirty="0">
                <a:latin typeface="Times New Roman" panose="02020603050405020304" pitchFamily="18" charset="0"/>
                <a:cs typeface="Times New Roman" panose="02020603050405020304" pitchFamily="18" charset="0"/>
              </a:rPr>
              <a:t>algorithm, </a:t>
            </a:r>
            <a:r>
              <a:rPr sz="2400" spc="5" dirty="0">
                <a:latin typeface="Times New Roman" panose="02020603050405020304" pitchFamily="18" charset="0"/>
                <a:cs typeface="Times New Roman" panose="02020603050405020304" pitchFamily="18" charset="0"/>
              </a:rPr>
              <a:t>we </a:t>
            </a:r>
            <a:r>
              <a:rPr sz="2400" spc="-5" dirty="0">
                <a:latin typeface="Times New Roman" panose="02020603050405020304" pitchFamily="18" charset="0"/>
                <a:cs typeface="Times New Roman" panose="02020603050405020304" pitchFamily="18" charset="0"/>
              </a:rPr>
              <a:t>consider networks </a:t>
            </a:r>
            <a:r>
              <a:rPr sz="2400" dirty="0">
                <a:latin typeface="Times New Roman" panose="02020603050405020304" pitchFamily="18" charset="0"/>
                <a:cs typeface="Times New Roman" panose="02020603050405020304" pitchFamily="18" charset="0"/>
              </a:rPr>
              <a:t>with </a:t>
            </a:r>
            <a:r>
              <a:rPr sz="2400" spc="-5" dirty="0">
                <a:latin typeface="Times New Roman" panose="02020603050405020304" pitchFamily="18" charset="0"/>
                <a:cs typeface="Times New Roman" panose="02020603050405020304" pitchFamily="18" charset="0"/>
              </a:rPr>
              <a:t>multiple </a:t>
            </a:r>
            <a:r>
              <a:rPr sz="2400" dirty="0">
                <a:latin typeface="Times New Roman" panose="02020603050405020304" pitchFamily="18" charset="0"/>
                <a:cs typeface="Times New Roman" panose="02020603050405020304" pitchFamily="18" charset="0"/>
              </a:rPr>
              <a:t>output </a:t>
            </a:r>
            <a:r>
              <a:rPr sz="2400" spc="-5" dirty="0">
                <a:latin typeface="Times New Roman" panose="02020603050405020304" pitchFamily="18" charset="0"/>
                <a:cs typeface="Times New Roman" panose="02020603050405020304" pitchFamily="18" charset="0"/>
              </a:rPr>
              <a:t>units rather than </a:t>
            </a:r>
            <a:r>
              <a:rPr sz="2400" spc="-484"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single</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units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as before,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so</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we</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redefine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E</a:t>
            </a:r>
            <a:r>
              <a:rPr sz="2400" spc="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to</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sum</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errors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over</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all</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 dirty="0">
                <a:latin typeface="Times New Roman" panose="02020603050405020304" pitchFamily="18" charset="0"/>
                <a:cs typeface="Times New Roman" panose="02020603050405020304" pitchFamily="18" charset="0"/>
              </a:rPr>
              <a:t> network</a:t>
            </a:r>
            <a:r>
              <a:rPr sz="2400" spc="5" dirty="0">
                <a:latin typeface="Times New Roman" panose="02020603050405020304" pitchFamily="18" charset="0"/>
                <a:cs typeface="Times New Roman" panose="02020603050405020304" pitchFamily="18" charset="0"/>
              </a:rPr>
              <a:t> </a:t>
            </a:r>
            <a:r>
              <a:rPr sz="2400" spc="15" dirty="0">
                <a:latin typeface="Times New Roman" panose="02020603050405020304" pitchFamily="18" charset="0"/>
                <a:cs typeface="Times New Roman" panose="02020603050405020304" pitchFamily="18" charset="0"/>
              </a:rPr>
              <a:t>outputunits.</a:t>
            </a:r>
            <a:endParaRPr sz="2400" dirty="0">
              <a:latin typeface="Times New Roman" panose="02020603050405020304" pitchFamily="18" charset="0"/>
              <a:cs typeface="Times New Roman" panose="02020603050405020304" pitchFamily="18" charset="0"/>
            </a:endParaRPr>
          </a:p>
        </p:txBody>
      </p:sp>
      <p:sp>
        <p:nvSpPr>
          <p:cNvPr id="4" name="object 4"/>
          <p:cNvSpPr txBox="1"/>
          <p:nvPr/>
        </p:nvSpPr>
        <p:spPr>
          <a:xfrm>
            <a:off x="215152" y="5418465"/>
            <a:ext cx="11861234" cy="1408078"/>
          </a:xfrm>
          <a:prstGeom prst="rect">
            <a:avLst/>
          </a:prstGeom>
        </p:spPr>
        <p:txBody>
          <a:bodyPr vert="horz" wrap="square" lIns="0" tIns="106680" rIns="0" bIns="0" rtlCol="0">
            <a:spAutoFit/>
          </a:bodyPr>
          <a:lstStyle/>
          <a:p>
            <a:pPr marL="38100">
              <a:lnSpc>
                <a:spcPct val="100000"/>
              </a:lnSpc>
              <a:spcBef>
                <a:spcPts val="840"/>
              </a:spcBef>
            </a:pPr>
            <a:r>
              <a:rPr sz="2400" dirty="0">
                <a:uFill>
                  <a:solidFill>
                    <a:srgbClr val="000000"/>
                  </a:solidFill>
                </a:uFill>
                <a:latin typeface="Times New Roman" panose="02020603050405020304" pitchFamily="18" charset="0"/>
                <a:cs typeface="Times New Roman" panose="02020603050405020304" pitchFamily="18" charset="0"/>
              </a:rPr>
              <a:t>where,</a:t>
            </a:r>
            <a:r>
              <a:rPr lang="en-US" sz="2400" dirty="0">
                <a:uFill>
                  <a:solidFill>
                    <a:srgbClr val="000000"/>
                  </a:solidFill>
                </a:uFill>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o</a:t>
            </a:r>
            <a:r>
              <a:rPr sz="2400" b="1" i="1" spc="5" dirty="0">
                <a:latin typeface="Times New Roman" panose="02020603050405020304" pitchFamily="18" charset="0"/>
                <a:cs typeface="Times New Roman" panose="02020603050405020304" pitchFamily="18" charset="0"/>
              </a:rPr>
              <a:t>u</a:t>
            </a:r>
            <a:r>
              <a:rPr sz="2400" b="1" i="1" dirty="0">
                <a:latin typeface="Times New Roman" panose="02020603050405020304" pitchFamily="18" charset="0"/>
                <a:cs typeface="Times New Roman" panose="02020603050405020304" pitchFamily="18" charset="0"/>
              </a:rPr>
              <a:t>t</a:t>
            </a:r>
            <a:r>
              <a:rPr sz="2400" b="1" i="1" spc="-15" dirty="0">
                <a:latin typeface="Times New Roman" panose="02020603050405020304" pitchFamily="18" charset="0"/>
                <a:cs typeface="Times New Roman" panose="02020603050405020304" pitchFamily="18" charset="0"/>
              </a:rPr>
              <a:t>p</a:t>
            </a:r>
            <a:r>
              <a:rPr sz="2400" b="1" i="1" dirty="0">
                <a:latin typeface="Times New Roman" panose="02020603050405020304" pitchFamily="18" charset="0"/>
                <a:cs typeface="Times New Roman" panose="02020603050405020304" pitchFamily="18" charset="0"/>
              </a:rPr>
              <a:t>uts</a:t>
            </a:r>
            <a:r>
              <a:rPr sz="2400" b="1" i="1" spc="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a:t>
            </a:r>
            <a:r>
              <a:rPr sz="2400" b="1" i="1"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is </a:t>
            </a:r>
            <a:r>
              <a:rPr sz="2400" spc="-10" dirty="0">
                <a:latin typeface="Times New Roman" panose="02020603050405020304" pitchFamily="18" charset="0"/>
                <a:cs typeface="Times New Roman" panose="02020603050405020304" pitchFamily="18" charset="0"/>
              </a:rPr>
              <a:t>t</a:t>
            </a:r>
            <a:r>
              <a:rPr sz="2400" dirty="0">
                <a:latin typeface="Times New Roman" panose="02020603050405020304" pitchFamily="18" charset="0"/>
                <a:cs typeface="Times New Roman" panose="02020603050405020304" pitchFamily="18" charset="0"/>
              </a:rPr>
              <a:t>he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set </a:t>
            </a:r>
            <a:r>
              <a:rPr sz="2400" spc="-10" dirty="0">
                <a:latin typeface="Times New Roman" panose="02020603050405020304" pitchFamily="18" charset="0"/>
                <a:cs typeface="Times New Roman" panose="02020603050405020304" pitchFamily="18" charset="0"/>
              </a:rPr>
              <a:t>o</a:t>
            </a:r>
            <a:r>
              <a:rPr sz="2400" dirty="0">
                <a:latin typeface="Times New Roman" panose="02020603050405020304" pitchFamily="18" charset="0"/>
                <a:cs typeface="Times New Roman" panose="02020603050405020304" pitchFamily="18" charset="0"/>
              </a:rPr>
              <a:t>f o</a:t>
            </a:r>
            <a:r>
              <a:rPr sz="2400" spc="5" dirty="0">
                <a:latin typeface="Times New Roman" panose="02020603050405020304" pitchFamily="18" charset="0"/>
                <a:cs typeface="Times New Roman" panose="02020603050405020304" pitchFamily="18" charset="0"/>
              </a:rPr>
              <a:t>u</a:t>
            </a:r>
            <a:r>
              <a:rPr sz="2400" spc="-20" dirty="0">
                <a:latin typeface="Times New Roman" panose="02020603050405020304" pitchFamily="18" charset="0"/>
                <a:cs typeface="Times New Roman" panose="02020603050405020304" pitchFamily="18" charset="0"/>
              </a:rPr>
              <a:t>t</a:t>
            </a:r>
            <a:r>
              <a:rPr sz="2400" dirty="0">
                <a:latin typeface="Times New Roman" panose="02020603050405020304" pitchFamily="18" charset="0"/>
                <a:cs typeface="Times New Roman" panose="02020603050405020304" pitchFamily="18" charset="0"/>
              </a:rPr>
              <a:t>p</a:t>
            </a:r>
            <a:r>
              <a:rPr sz="2400" spc="10" dirty="0">
                <a:latin typeface="Times New Roman" panose="02020603050405020304" pitchFamily="18" charset="0"/>
                <a:cs typeface="Times New Roman" panose="02020603050405020304" pitchFamily="18" charset="0"/>
              </a:rPr>
              <a:t>u</a:t>
            </a:r>
            <a:r>
              <a:rPr sz="2400" dirty="0">
                <a:latin typeface="Times New Roman" panose="02020603050405020304" pitchFamily="18" charset="0"/>
                <a:cs typeface="Times New Roman" panose="02020603050405020304" pitchFamily="18" charset="0"/>
              </a:rPr>
              <a:t>t</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uni</a:t>
            </a:r>
            <a:r>
              <a:rPr sz="2400" spc="-10" dirty="0">
                <a:latin typeface="Times New Roman" panose="02020603050405020304" pitchFamily="18" charset="0"/>
                <a:cs typeface="Times New Roman" panose="02020603050405020304" pitchFamily="18" charset="0"/>
              </a:rPr>
              <a:t>t</a:t>
            </a:r>
            <a:r>
              <a:rPr sz="2400" dirty="0">
                <a:latin typeface="Times New Roman" panose="02020603050405020304" pitchFamily="18" charset="0"/>
                <a:cs typeface="Times New Roman" panose="02020603050405020304" pitchFamily="18" charset="0"/>
              </a:rPr>
              <a:t>s in</a:t>
            </a:r>
            <a:r>
              <a:rPr sz="2400" spc="5" dirty="0">
                <a:latin typeface="Times New Roman" panose="02020603050405020304" pitchFamily="18" charset="0"/>
                <a:cs typeface="Times New Roman" panose="02020603050405020304" pitchFamily="18" charset="0"/>
              </a:rPr>
              <a:t> </a:t>
            </a:r>
            <a:r>
              <a:rPr sz="2400" spc="-20" dirty="0">
                <a:latin typeface="Times New Roman" panose="02020603050405020304" pitchFamily="18" charset="0"/>
                <a:cs typeface="Times New Roman" panose="02020603050405020304" pitchFamily="18" charset="0"/>
              </a:rPr>
              <a:t>t</a:t>
            </a:r>
            <a:r>
              <a:rPr sz="2400" dirty="0">
                <a:latin typeface="Times New Roman" panose="02020603050405020304" pitchFamily="18" charset="0"/>
                <a:cs typeface="Times New Roman" panose="02020603050405020304" pitchFamily="18" charset="0"/>
              </a:rPr>
              <a:t>he</a:t>
            </a:r>
            <a:r>
              <a:rPr sz="2400" spc="-17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ne</a:t>
            </a:r>
            <a:r>
              <a:rPr sz="2400" spc="-15" dirty="0">
                <a:latin typeface="Times New Roman" panose="02020603050405020304" pitchFamily="18" charset="0"/>
                <a:cs typeface="Times New Roman" panose="02020603050405020304" pitchFamily="18" charset="0"/>
              </a:rPr>
              <a:t>t</a:t>
            </a:r>
            <a:r>
              <a:rPr sz="2400" spc="-10" dirty="0">
                <a:latin typeface="Times New Roman" panose="02020603050405020304" pitchFamily="18" charset="0"/>
                <a:cs typeface="Times New Roman" panose="02020603050405020304" pitchFamily="18" charset="0"/>
              </a:rPr>
              <a:t>w</a:t>
            </a:r>
            <a:r>
              <a:rPr sz="2400" dirty="0">
                <a:latin typeface="Times New Roman" panose="02020603050405020304" pitchFamily="18" charset="0"/>
                <a:cs typeface="Times New Roman" panose="02020603050405020304" pitchFamily="18" charset="0"/>
              </a:rPr>
              <a:t>ork</a:t>
            </a:r>
          </a:p>
          <a:p>
            <a:pPr marL="266700" indent="-228600">
              <a:lnSpc>
                <a:spcPct val="100000"/>
              </a:lnSpc>
              <a:spcBef>
                <a:spcPts val="810"/>
              </a:spcBef>
              <a:buFont typeface="Arial MT"/>
              <a:buChar char="•"/>
              <a:tabLst>
                <a:tab pos="266065" algn="l"/>
                <a:tab pos="266700" algn="l"/>
              </a:tabLst>
            </a:pPr>
            <a:r>
              <a:rPr sz="2400" b="1" i="1" spc="-5" dirty="0">
                <a:latin typeface="Times New Roman" panose="02020603050405020304" pitchFamily="18" charset="0"/>
                <a:cs typeface="Times New Roman" panose="02020603050405020304" pitchFamily="18" charset="0"/>
              </a:rPr>
              <a:t>t</a:t>
            </a:r>
            <a:r>
              <a:rPr sz="2400" b="1" i="1" spc="-7" baseline="-19230" dirty="0">
                <a:latin typeface="Times New Roman" panose="02020603050405020304" pitchFamily="18" charset="0"/>
                <a:cs typeface="Times New Roman" panose="02020603050405020304" pitchFamily="18" charset="0"/>
              </a:rPr>
              <a:t>kd</a:t>
            </a:r>
            <a:r>
              <a:rPr sz="2400" b="1" i="1" baseline="-192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 </a:t>
            </a:r>
            <a:r>
              <a:rPr sz="2400" b="1" i="1" dirty="0">
                <a:latin typeface="Times New Roman" panose="02020603050405020304" pitchFamily="18" charset="0"/>
                <a:cs typeface="Times New Roman" panose="02020603050405020304" pitchFamily="18" charset="0"/>
              </a:rPr>
              <a:t>O</a:t>
            </a:r>
            <a:r>
              <a:rPr sz="2400" b="1" i="1" baseline="-19230" dirty="0">
                <a:latin typeface="Times New Roman" panose="02020603050405020304" pitchFamily="18" charset="0"/>
                <a:cs typeface="Times New Roman" panose="02020603050405020304" pitchFamily="18" charset="0"/>
              </a:rPr>
              <a:t>kd</a:t>
            </a:r>
            <a:r>
              <a:rPr sz="2400" b="1" i="1" spc="-7" baseline="-1923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target </a:t>
            </a:r>
            <a:r>
              <a:rPr sz="2400" spc="-5" dirty="0">
                <a:latin typeface="Times New Roman" panose="02020603050405020304" pitchFamily="18" charset="0"/>
                <a:cs typeface="Times New Roman" panose="02020603050405020304" pitchFamily="18" charset="0"/>
              </a:rPr>
              <a:t>and</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output</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values </a:t>
            </a:r>
            <a:r>
              <a:rPr sz="2400" spc="-5" dirty="0">
                <a:latin typeface="Times New Roman" panose="02020603050405020304" pitchFamily="18" charset="0"/>
                <a:cs typeface="Times New Roman" panose="02020603050405020304" pitchFamily="18" charset="0"/>
              </a:rPr>
              <a:t>associated</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with</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the</a:t>
            </a:r>
            <a:r>
              <a:rPr sz="2400" dirty="0">
                <a:latin typeface="Times New Roman" panose="02020603050405020304" pitchFamily="18" charset="0"/>
                <a:cs typeface="Times New Roman" panose="02020603050405020304" pitchFamily="18" charset="0"/>
              </a:rPr>
              <a:t> k</a:t>
            </a:r>
            <a:r>
              <a:rPr sz="2400" baseline="25641" dirty="0">
                <a:latin typeface="Times New Roman" panose="02020603050405020304" pitchFamily="18" charset="0"/>
                <a:cs typeface="Times New Roman" panose="02020603050405020304" pitchFamily="18" charset="0"/>
              </a:rPr>
              <a:t>th </a:t>
            </a:r>
            <a:r>
              <a:rPr sz="2400" spc="-5" dirty="0">
                <a:latin typeface="Times New Roman" panose="02020603050405020304" pitchFamily="18" charset="0"/>
                <a:cs typeface="Times New Roman" panose="02020603050405020304" pitchFamily="18" charset="0"/>
              </a:rPr>
              <a:t>output</a:t>
            </a:r>
            <a:r>
              <a:rPr sz="2400" spc="30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unit</a:t>
            </a:r>
          </a:p>
          <a:p>
            <a:pPr marL="266700" indent="-228600">
              <a:lnSpc>
                <a:spcPct val="100000"/>
              </a:lnSpc>
              <a:spcBef>
                <a:spcPts val="670"/>
              </a:spcBef>
              <a:buFont typeface="Arial MT"/>
              <a:buChar char="•"/>
              <a:tabLst>
                <a:tab pos="266065" algn="l"/>
                <a:tab pos="266700" algn="l"/>
              </a:tabLst>
            </a:pPr>
            <a:r>
              <a:rPr sz="2400" dirty="0">
                <a:latin typeface="Times New Roman" panose="02020603050405020304" pitchFamily="18" charset="0"/>
                <a:cs typeface="Times New Roman" panose="02020603050405020304" pitchFamily="18" charset="0"/>
              </a:rPr>
              <a:t>d -</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training</a:t>
            </a:r>
            <a:r>
              <a:rPr sz="2400" spc="-35"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example</a:t>
            </a:r>
            <a:endParaRPr sz="2400" dirty="0">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3817093" y="4270179"/>
            <a:ext cx="5626452" cy="980481"/>
          </a:xfrm>
          <a:prstGeom prst="rect">
            <a:avLst/>
          </a:prstGeom>
        </p:spPr>
      </p:pic>
    </p:spTree>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362606" y="220717"/>
            <a:ext cx="11130456" cy="6432331"/>
          </a:xfrm>
          <a:prstGeom prst="rect">
            <a:avLst/>
          </a:prstGeom>
        </p:spPr>
      </p:pic>
    </p:spTree>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324303" y="635507"/>
            <a:ext cx="9616966" cy="5844121"/>
          </a:xfrm>
          <a:prstGeom prst="rect">
            <a:avLst/>
          </a:prstGeom>
        </p:spPr>
      </p:pic>
    </p:spTree>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a:spLocks noGrp="1"/>
          </p:cNvSpPr>
          <p:nvPr>
            <p:ph type="title"/>
          </p:nvPr>
        </p:nvSpPr>
        <p:spPr>
          <a:xfrm>
            <a:off x="520262" y="326142"/>
            <a:ext cx="11240814" cy="629018"/>
          </a:xfrm>
          <a:prstGeom prst="rect">
            <a:avLst/>
          </a:prstGeom>
        </p:spPr>
        <p:txBody>
          <a:bodyPr vert="horz" wrap="square" lIns="0" tIns="13335" rIns="0" bIns="0" rtlCol="0">
            <a:spAutoFit/>
          </a:bodyPr>
          <a:lstStyle/>
          <a:p>
            <a:pPr marL="12700">
              <a:lnSpc>
                <a:spcPct val="100000"/>
              </a:lnSpc>
              <a:spcBef>
                <a:spcPts val="105"/>
              </a:spcBef>
            </a:pPr>
            <a:r>
              <a:rPr sz="4000" spc="-5" dirty="0">
                <a:latin typeface="Times New Roman" panose="02020603050405020304" pitchFamily="18" charset="0"/>
                <a:cs typeface="Times New Roman" panose="02020603050405020304" pitchFamily="18" charset="0"/>
              </a:rPr>
              <a:t>Derivation</a:t>
            </a:r>
            <a:r>
              <a:rPr sz="4000" spc="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of</a:t>
            </a:r>
            <a:r>
              <a:rPr sz="4000" spc="10" dirty="0">
                <a:latin typeface="Times New Roman" panose="02020603050405020304" pitchFamily="18" charset="0"/>
                <a:cs typeface="Times New Roman" panose="02020603050405020304" pitchFamily="18" charset="0"/>
              </a:rPr>
              <a:t> </a:t>
            </a:r>
            <a:r>
              <a:rPr sz="4000" spc="-5" dirty="0">
                <a:latin typeface="Times New Roman" panose="02020603050405020304" pitchFamily="18" charset="0"/>
                <a:cs typeface="Times New Roman" panose="02020603050405020304" pitchFamily="18" charset="0"/>
              </a:rPr>
              <a:t>the</a:t>
            </a:r>
            <a:r>
              <a:rPr sz="4000" spc="10" dirty="0">
                <a:latin typeface="Times New Roman" panose="02020603050405020304" pitchFamily="18" charset="0"/>
                <a:cs typeface="Times New Roman" panose="02020603050405020304" pitchFamily="18" charset="0"/>
              </a:rPr>
              <a:t> </a:t>
            </a:r>
            <a:r>
              <a:rPr sz="4000" spc="-5" dirty="0">
                <a:latin typeface="Times New Roman" panose="02020603050405020304" pitchFamily="18" charset="0"/>
                <a:cs typeface="Times New Roman" panose="02020603050405020304" pitchFamily="18" charset="0"/>
              </a:rPr>
              <a:t>BACKPROPAGATION</a:t>
            </a:r>
            <a:r>
              <a:rPr sz="4000" spc="5" dirty="0">
                <a:latin typeface="Times New Roman" panose="02020603050405020304" pitchFamily="18" charset="0"/>
                <a:cs typeface="Times New Roman" panose="02020603050405020304" pitchFamily="18" charset="0"/>
              </a:rPr>
              <a:t> </a:t>
            </a:r>
            <a:r>
              <a:rPr sz="4000" dirty="0">
                <a:latin typeface="Times New Roman" panose="02020603050405020304" pitchFamily="18" charset="0"/>
                <a:cs typeface="Times New Roman" panose="02020603050405020304" pitchFamily="18" charset="0"/>
              </a:rPr>
              <a:t>Rule</a:t>
            </a:r>
          </a:p>
        </p:txBody>
      </p:sp>
      <p:grpSp>
        <p:nvGrpSpPr>
          <p:cNvPr id="9" name="Group 8">
            <a:extLst>
              <a:ext uri="{FF2B5EF4-FFF2-40B4-BE49-F238E27FC236}">
                <a16:creationId xmlns:a16="http://schemas.microsoft.com/office/drawing/2014/main" id="{4316C0A1-C65D-B3DC-7DE2-21CE5E4E4FC0}"/>
              </a:ext>
            </a:extLst>
          </p:cNvPr>
          <p:cNvGrpSpPr/>
          <p:nvPr/>
        </p:nvGrpSpPr>
        <p:grpSpPr>
          <a:xfrm>
            <a:off x="173420" y="1135115"/>
            <a:ext cx="11934499" cy="5405613"/>
            <a:chOff x="126122" y="1135115"/>
            <a:chExt cx="11934499" cy="5405613"/>
          </a:xfrm>
        </p:grpSpPr>
        <p:sp>
          <p:nvSpPr>
            <p:cNvPr id="4" name="object 4"/>
            <p:cNvSpPr txBox="1"/>
            <p:nvPr/>
          </p:nvSpPr>
          <p:spPr>
            <a:xfrm>
              <a:off x="126122" y="5863620"/>
              <a:ext cx="11934499" cy="677108"/>
            </a:xfrm>
            <a:prstGeom prst="rect">
              <a:avLst/>
            </a:prstGeom>
          </p:spPr>
          <p:txBody>
            <a:bodyPr vert="horz" wrap="square" lIns="0" tIns="35560" rIns="0" bIns="0" rtlCol="0">
              <a:spAutoFit/>
            </a:bodyPr>
            <a:lstStyle/>
            <a:p>
              <a:pPr marL="38100" marR="30480" algn="just">
                <a:lnSpc>
                  <a:spcPts val="2520"/>
                </a:lnSpc>
                <a:spcBef>
                  <a:spcPts val="280"/>
                </a:spcBef>
              </a:pPr>
              <a:r>
                <a:rPr sz="2400" spc="-5" dirty="0">
                  <a:latin typeface="Times New Roman" panose="02020603050405020304" pitchFamily="18" charset="0"/>
                  <a:cs typeface="Times New Roman" panose="02020603050405020304" pitchFamily="18" charset="0"/>
                </a:rPr>
                <a:t>Here</a:t>
              </a:r>
              <a:r>
                <a:rPr sz="2400" dirty="0">
                  <a:latin typeface="Times New Roman" panose="02020603050405020304" pitchFamily="18" charset="0"/>
                  <a:cs typeface="Times New Roman" panose="02020603050405020304" pitchFamily="18" charset="0"/>
                </a:rPr>
                <a:t> </a:t>
              </a:r>
              <a:r>
                <a:rPr sz="2400" b="1" i="1" spc="-5" dirty="0">
                  <a:latin typeface="Times New Roman" panose="02020603050405020304" pitchFamily="18" charset="0"/>
                  <a:cs typeface="Times New Roman" panose="02020603050405020304" pitchFamily="18" charset="0"/>
                </a:rPr>
                <a:t>outputs</a:t>
              </a:r>
              <a:r>
                <a:rPr sz="2400" b="1" i="1"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is</a:t>
              </a:r>
              <a:r>
                <a:rPr sz="2400" dirty="0">
                  <a:latin typeface="Times New Roman" panose="02020603050405020304" pitchFamily="18" charset="0"/>
                  <a:cs typeface="Times New Roman" panose="02020603050405020304" pitchFamily="18" charset="0"/>
                </a:rPr>
                <a:t> the</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set</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output</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units</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the</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network,</a:t>
              </a:r>
              <a:r>
                <a:rPr sz="2400" spc="45" dirty="0">
                  <a:latin typeface="Times New Roman" panose="02020603050405020304" pitchFamily="18" charset="0"/>
                  <a:cs typeface="Times New Roman" panose="02020603050405020304" pitchFamily="18" charset="0"/>
                </a:rPr>
                <a:t> </a:t>
              </a:r>
              <a:r>
                <a:rPr sz="2400" b="1" i="1" spc="-10" dirty="0">
                  <a:latin typeface="Times New Roman" panose="02020603050405020304" pitchFamily="18" charset="0"/>
                  <a:cs typeface="Times New Roman" panose="02020603050405020304" pitchFamily="18" charset="0"/>
                </a:rPr>
                <a:t>t</a:t>
              </a:r>
              <a:r>
                <a:rPr sz="2400" b="1" i="1" spc="-15" baseline="-19157" dirty="0">
                  <a:latin typeface="Times New Roman" panose="02020603050405020304" pitchFamily="18" charset="0"/>
                  <a:cs typeface="Times New Roman" panose="02020603050405020304" pitchFamily="18" charset="0"/>
                </a:rPr>
                <a:t>k</a:t>
              </a:r>
              <a:r>
                <a:rPr sz="2400" b="1" i="1" spc="7" baseline="-19157"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target</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value</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of</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unit</a:t>
              </a:r>
              <a:r>
                <a:rPr sz="2400" spc="10" dirty="0">
                  <a:latin typeface="Times New Roman" panose="02020603050405020304" pitchFamily="18" charset="0"/>
                  <a:cs typeface="Times New Roman" panose="02020603050405020304" pitchFamily="18" charset="0"/>
                </a:rPr>
                <a:t> </a:t>
              </a:r>
              <a:r>
                <a:rPr sz="2400" b="1" i="1" spc="-5" dirty="0">
                  <a:latin typeface="Times New Roman" panose="02020603050405020304" pitchFamily="18" charset="0"/>
                  <a:cs typeface="Times New Roman" panose="02020603050405020304" pitchFamily="18" charset="0"/>
                </a:rPr>
                <a:t>k</a:t>
              </a:r>
              <a:r>
                <a:rPr sz="2400" b="1" i="1"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for </a:t>
              </a:r>
              <a:r>
                <a:rPr sz="2400" spc="-53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training</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example </a:t>
              </a:r>
              <a:r>
                <a:rPr sz="2400" dirty="0">
                  <a:latin typeface="Times New Roman" panose="02020603050405020304" pitchFamily="18" charset="0"/>
                  <a:cs typeface="Times New Roman" panose="02020603050405020304" pitchFamily="18" charset="0"/>
                </a:rPr>
                <a:t>d, </a:t>
              </a:r>
              <a:r>
                <a:rPr sz="2400" spc="-5" dirty="0">
                  <a:latin typeface="Times New Roman" panose="02020603050405020304" pitchFamily="18" charset="0"/>
                  <a:cs typeface="Times New Roman" panose="02020603050405020304" pitchFamily="18" charset="0"/>
                </a:rPr>
                <a:t>and</a:t>
              </a:r>
              <a:r>
                <a:rPr sz="2400" spc="10"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o</a:t>
              </a:r>
              <a:r>
                <a:rPr sz="2400" b="1" i="1" baseline="-19157" dirty="0">
                  <a:latin typeface="Times New Roman" panose="02020603050405020304" pitchFamily="18" charset="0"/>
                  <a:cs typeface="Times New Roman" panose="02020603050405020304" pitchFamily="18" charset="0"/>
                </a:rPr>
                <a:t>k</a:t>
              </a:r>
              <a:r>
                <a:rPr sz="2400" b="1" i="1" spc="7" baseline="-19157"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is</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 </a:t>
              </a:r>
              <a:r>
                <a:rPr sz="2400" spc="-5" dirty="0">
                  <a:latin typeface="Times New Roman" panose="02020603050405020304" pitchFamily="18" charset="0"/>
                  <a:cs typeface="Times New Roman" panose="02020603050405020304" pitchFamily="18" charset="0"/>
                </a:rPr>
                <a:t>output </a:t>
              </a:r>
              <a:r>
                <a:rPr sz="2400" spc="-10" dirty="0">
                  <a:latin typeface="Times New Roman" panose="02020603050405020304" pitchFamily="18" charset="0"/>
                  <a:cs typeface="Times New Roman" panose="02020603050405020304" pitchFamily="18" charset="0"/>
                </a:rPr>
                <a:t>of</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unit k</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given</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training</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example d.</a:t>
              </a:r>
              <a:endParaRPr sz="2400" dirty="0">
                <a:latin typeface="Times New Roman" panose="02020603050405020304" pitchFamily="18" charset="0"/>
                <a:cs typeface="Times New Roman" panose="02020603050405020304" pitchFamily="18" charset="0"/>
              </a:endParaRPr>
            </a:p>
          </p:txBody>
        </p:sp>
        <p:grpSp>
          <p:nvGrpSpPr>
            <p:cNvPr id="8" name="Group 7">
              <a:extLst>
                <a:ext uri="{FF2B5EF4-FFF2-40B4-BE49-F238E27FC236}">
                  <a16:creationId xmlns:a16="http://schemas.microsoft.com/office/drawing/2014/main" id="{0415C737-4AD1-D636-9F3F-C11285AC60E5}"/>
                </a:ext>
              </a:extLst>
            </p:cNvPr>
            <p:cNvGrpSpPr/>
            <p:nvPr/>
          </p:nvGrpSpPr>
          <p:grpSpPr>
            <a:xfrm>
              <a:off x="126122" y="1135115"/>
              <a:ext cx="11792607" cy="4284940"/>
              <a:chOff x="126122" y="1135115"/>
              <a:chExt cx="11792607" cy="4284940"/>
            </a:xfrm>
          </p:grpSpPr>
          <p:sp>
            <p:nvSpPr>
              <p:cNvPr id="3" name="object 3"/>
              <p:cNvSpPr txBox="1"/>
              <p:nvPr/>
            </p:nvSpPr>
            <p:spPr>
              <a:xfrm>
                <a:off x="126122" y="1135115"/>
                <a:ext cx="11792607" cy="1395767"/>
              </a:xfrm>
              <a:prstGeom prst="rect">
                <a:avLst/>
              </a:prstGeom>
            </p:spPr>
            <p:txBody>
              <a:bodyPr vert="horz" wrap="square" lIns="0" tIns="76835" rIns="0" bIns="0" rtlCol="0">
                <a:spAutoFit/>
              </a:bodyPr>
              <a:lstStyle/>
              <a:p>
                <a:pPr marL="266700" marR="30480" indent="-228600" algn="just">
                  <a:lnSpc>
                    <a:spcPct val="80700"/>
                  </a:lnSpc>
                  <a:spcBef>
                    <a:spcPts val="605"/>
                  </a:spcBef>
                  <a:buFont typeface="Arial MT"/>
                  <a:buChar char="•"/>
                  <a:tabLst>
                    <a:tab pos="266065" algn="l"/>
                    <a:tab pos="266700" algn="l"/>
                  </a:tabLst>
                </a:pPr>
                <a:r>
                  <a:rPr sz="2400" b="1" spc="-5" dirty="0">
                    <a:latin typeface="Times New Roman" panose="02020603050405020304" pitchFamily="18" charset="0"/>
                    <a:cs typeface="Times New Roman" panose="02020603050405020304" pitchFamily="18" charset="0"/>
                  </a:rPr>
                  <a:t>Deriving</a:t>
                </a:r>
                <a:r>
                  <a:rPr sz="2400" b="1" spc="20"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the</a:t>
                </a:r>
                <a:r>
                  <a:rPr sz="2400" b="1" spc="5"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stochastic</a:t>
                </a:r>
                <a:r>
                  <a:rPr sz="2400" b="1" spc="10"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gradient</a:t>
                </a:r>
                <a:r>
                  <a:rPr sz="2400" b="1" spc="20"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descent</a:t>
                </a:r>
                <a:r>
                  <a:rPr sz="2400" b="1" spc="10"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rule</a:t>
                </a:r>
                <a:r>
                  <a:rPr sz="2400" spc="-5" dirty="0">
                    <a:latin typeface="Times New Roman" panose="02020603050405020304" pitchFamily="18" charset="0"/>
                    <a:cs typeface="Times New Roman" panose="02020603050405020304" pitchFamily="18" charset="0"/>
                  </a:rPr>
                  <a:t>:</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Stochastic</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gradient</a:t>
                </a:r>
                <a:r>
                  <a:rPr sz="2400" spc="2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descent</a:t>
                </a:r>
                <a:r>
                  <a:rPr sz="2400" spc="-3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involves </a:t>
                </a:r>
                <a:r>
                  <a:rPr sz="2400" spc="-53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iterating</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through</a:t>
                </a:r>
                <a:r>
                  <a:rPr sz="2400" spc="10" dirty="0">
                    <a:latin typeface="Times New Roman" panose="02020603050405020304" pitchFamily="18" charset="0"/>
                    <a:cs typeface="Times New Roman" panose="02020603050405020304" pitchFamily="18" charset="0"/>
                  </a:rPr>
                  <a:t> </a:t>
                </a:r>
                <a:r>
                  <a:rPr sz="2400" spc="-10" dirty="0">
                    <a:latin typeface="Times New Roman" panose="02020603050405020304" pitchFamily="18" charset="0"/>
                    <a:cs typeface="Times New Roman" panose="02020603050405020304" pitchFamily="18" charset="0"/>
                  </a:rPr>
                  <a:t>the</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training</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examples</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one</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at</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time,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 </a:t>
                </a:r>
                <a:r>
                  <a:rPr sz="2400" spc="-5" dirty="0">
                    <a:latin typeface="Times New Roman" panose="02020603050405020304" pitchFamily="18" charset="0"/>
                    <a:cs typeface="Times New Roman" panose="02020603050405020304" pitchFamily="18" charset="0"/>
                  </a:rPr>
                  <a:t>each</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training</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example</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d </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descending</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the gradient</a:t>
                </a:r>
                <a:r>
                  <a:rPr sz="2400" dirty="0">
                    <a:latin typeface="Times New Roman" panose="02020603050405020304" pitchFamily="18" charset="0"/>
                    <a:cs typeface="Times New Roman" panose="02020603050405020304" pitchFamily="18" charset="0"/>
                  </a:rPr>
                  <a:t> of </a:t>
                </a:r>
                <a:r>
                  <a:rPr sz="2400" spc="-5" dirty="0">
                    <a:latin typeface="Times New Roman" panose="02020603050405020304" pitchFamily="18" charset="0"/>
                    <a:cs typeface="Times New Roman" panose="02020603050405020304" pitchFamily="18" charset="0"/>
                  </a:rPr>
                  <a:t>the</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error</a:t>
                </a:r>
                <a:r>
                  <a:rPr sz="2400" spc="25" dirty="0">
                    <a:latin typeface="Times New Roman" panose="02020603050405020304" pitchFamily="18" charset="0"/>
                    <a:cs typeface="Times New Roman" panose="02020603050405020304" pitchFamily="18" charset="0"/>
                  </a:rPr>
                  <a:t> </a:t>
                </a:r>
                <a:r>
                  <a:rPr sz="2400" b="1" i="1" spc="-5" dirty="0">
                    <a:latin typeface="Times New Roman" panose="02020603050405020304" pitchFamily="18" charset="0"/>
                    <a:cs typeface="Times New Roman" panose="02020603050405020304" pitchFamily="18" charset="0"/>
                  </a:rPr>
                  <a:t>E</a:t>
                </a:r>
                <a:r>
                  <a:rPr sz="2400" b="1" i="1" spc="-7" baseline="-19157" dirty="0">
                    <a:latin typeface="Times New Roman" panose="02020603050405020304" pitchFamily="18" charset="0"/>
                    <a:cs typeface="Times New Roman" panose="02020603050405020304" pitchFamily="18" charset="0"/>
                  </a:rPr>
                  <a:t>d</a:t>
                </a:r>
                <a:r>
                  <a:rPr sz="2400" b="1" i="1" baseline="-19157"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with</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respect</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to</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this single</a:t>
                </a:r>
                <a:r>
                  <a:rPr sz="2400" spc="-2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example</a:t>
                </a:r>
                <a:endParaRPr sz="2400" dirty="0">
                  <a:latin typeface="Times New Roman" panose="02020603050405020304" pitchFamily="18" charset="0"/>
                  <a:cs typeface="Times New Roman" panose="02020603050405020304" pitchFamily="18" charset="0"/>
                </a:endParaRPr>
              </a:p>
              <a:p>
                <a:pPr marL="266700" indent="-228600" algn="just">
                  <a:lnSpc>
                    <a:spcPct val="100000"/>
                  </a:lnSpc>
                  <a:spcBef>
                    <a:spcPts val="375"/>
                  </a:spcBef>
                  <a:buFont typeface="Arial MT"/>
                  <a:buChar char="•"/>
                  <a:tabLst>
                    <a:tab pos="266065" algn="l"/>
                    <a:tab pos="266700" algn="l"/>
                  </a:tabLst>
                </a:pPr>
                <a:r>
                  <a:rPr sz="2400" spc="-5" dirty="0">
                    <a:latin typeface="Times New Roman" panose="02020603050405020304" pitchFamily="18" charset="0"/>
                    <a:cs typeface="Times New Roman" panose="02020603050405020304" pitchFamily="18" charset="0"/>
                  </a:rPr>
                  <a:t>For</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each</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training</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example</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d</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every</a:t>
                </a:r>
                <a:r>
                  <a:rPr sz="2400" spc="2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weight</a:t>
                </a:r>
                <a:r>
                  <a:rPr sz="2400" spc="25" dirty="0">
                    <a:latin typeface="Times New Roman" panose="02020603050405020304" pitchFamily="18" charset="0"/>
                    <a:cs typeface="Times New Roman" panose="02020603050405020304" pitchFamily="18" charset="0"/>
                  </a:rPr>
                  <a:t> </a:t>
                </a:r>
                <a:r>
                  <a:rPr sz="2400" b="1" i="1" spc="-5" dirty="0">
                    <a:latin typeface="Times New Roman" panose="02020603050405020304" pitchFamily="18" charset="0"/>
                    <a:cs typeface="Times New Roman" panose="02020603050405020304" pitchFamily="18" charset="0"/>
                  </a:rPr>
                  <a:t>w</a:t>
                </a:r>
                <a:r>
                  <a:rPr sz="2400" b="1" i="1" spc="-7" baseline="-19157" dirty="0">
                    <a:latin typeface="Times New Roman" panose="02020603050405020304" pitchFamily="18" charset="0"/>
                    <a:cs typeface="Times New Roman" panose="02020603050405020304" pitchFamily="18" charset="0"/>
                  </a:rPr>
                  <a:t>ji</a:t>
                </a:r>
                <a:r>
                  <a:rPr sz="2400" b="1" i="1" spc="7" baseline="-19157"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is</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updated</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by</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adding</a:t>
                </a:r>
                <a:r>
                  <a:rPr sz="240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to</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it</a:t>
                </a:r>
                <a:r>
                  <a:rPr sz="2400" spc="30" dirty="0">
                    <a:latin typeface="Times New Roman" panose="02020603050405020304" pitchFamily="18" charset="0"/>
                    <a:cs typeface="Times New Roman" panose="02020603050405020304" pitchFamily="18" charset="0"/>
                  </a:rPr>
                  <a:t> </a:t>
                </a:r>
                <a:r>
                  <a:rPr sz="2400" b="1" i="1" spc="55" dirty="0">
                    <a:latin typeface="Times New Roman" panose="02020603050405020304" pitchFamily="18" charset="0"/>
                    <a:cs typeface="Times New Roman" panose="02020603050405020304" pitchFamily="18" charset="0"/>
                  </a:rPr>
                  <a:t>Δw</a:t>
                </a:r>
                <a:r>
                  <a:rPr sz="2400" b="1" i="1" spc="82" baseline="-19157" dirty="0">
                    <a:latin typeface="Times New Roman" panose="02020603050405020304" pitchFamily="18" charset="0"/>
                    <a:cs typeface="Times New Roman" panose="02020603050405020304" pitchFamily="18" charset="0"/>
                  </a:rPr>
                  <a:t>ji</a:t>
                </a:r>
                <a:endParaRPr sz="2400" baseline="-19157" dirty="0">
                  <a:latin typeface="Times New Roman" panose="02020603050405020304" pitchFamily="18" charset="0"/>
                  <a:cs typeface="Times New Roman" panose="02020603050405020304" pitchFamily="18" charset="0"/>
                </a:endParaRPr>
              </a:p>
            </p:txBody>
          </p:sp>
          <p:pic>
            <p:nvPicPr>
              <p:cNvPr id="5" name="object 5"/>
              <p:cNvPicPr/>
              <p:nvPr/>
            </p:nvPicPr>
            <p:blipFill>
              <a:blip r:embed="rId2" cstate="print"/>
              <a:stretch>
                <a:fillRect/>
              </a:stretch>
            </p:blipFill>
            <p:spPr>
              <a:xfrm>
                <a:off x="520261" y="2932387"/>
                <a:ext cx="10799379" cy="2487668"/>
              </a:xfrm>
              <a:prstGeom prst="rect">
                <a:avLst/>
              </a:prstGeom>
            </p:spPr>
          </p:pic>
        </p:grpSp>
      </p:grpSp>
    </p:spTree>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473709"/>
            <a:ext cx="12076385" cy="5751575"/>
          </a:xfrm>
          <a:prstGeom prst="rect">
            <a:avLst/>
          </a:prstGeom>
        </p:spPr>
        <p:txBody>
          <a:bodyPr vert="horz" wrap="square" lIns="0" tIns="53975" rIns="0" bIns="0" rtlCol="0">
            <a:spAutoFit/>
          </a:bodyPr>
          <a:lstStyle/>
          <a:p>
            <a:pPr marL="25400" marR="17780">
              <a:spcBef>
                <a:spcPts val="425"/>
              </a:spcBef>
            </a:pPr>
            <a:r>
              <a:rPr sz="2800" dirty="0">
                <a:latin typeface="Times New Roman" panose="02020603050405020304" pitchFamily="18" charset="0"/>
                <a:cs typeface="Times New Roman" panose="02020603050405020304" pitchFamily="18" charset="0"/>
              </a:rPr>
              <a:t>The </a:t>
            </a:r>
            <a:r>
              <a:rPr sz="2800" spc="-5" dirty="0">
                <a:latin typeface="Times New Roman" panose="02020603050405020304" pitchFamily="18" charset="0"/>
                <a:cs typeface="Times New Roman" panose="02020603050405020304" pitchFamily="18" charset="0"/>
              </a:rPr>
              <a:t>derivation</a:t>
            </a:r>
            <a:r>
              <a:rPr sz="2800" dirty="0">
                <a:latin typeface="Times New Roman" panose="02020603050405020304" pitchFamily="18" charset="0"/>
                <a:cs typeface="Times New Roman" panose="02020603050405020304" pitchFamily="18" charset="0"/>
              </a:rPr>
              <a:t> of</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stochastic </a:t>
            </a:r>
            <a:r>
              <a:rPr sz="2800" spc="-5" dirty="0">
                <a:latin typeface="Times New Roman" panose="02020603050405020304" pitchFamily="18" charset="0"/>
                <a:cs typeface="Times New Roman" panose="02020603050405020304" pitchFamily="18" charset="0"/>
              </a:rPr>
              <a:t>gradient</a:t>
            </a:r>
            <a:r>
              <a:rPr sz="280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descent</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rule is </a:t>
            </a:r>
            <a:r>
              <a:rPr sz="2800" spc="-5" dirty="0">
                <a:latin typeface="Times New Roman" panose="02020603050405020304" pitchFamily="18" charset="0"/>
                <a:cs typeface="Times New Roman" panose="02020603050405020304" pitchFamily="18" charset="0"/>
              </a:rPr>
              <a:t>conceptually</a:t>
            </a:r>
            <a:r>
              <a:rPr lang="en-US"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straightforward, but </a:t>
            </a:r>
            <a:r>
              <a:rPr sz="2800" spc="-5" dirty="0">
                <a:latin typeface="Times New Roman" panose="02020603050405020304" pitchFamily="18" charset="0"/>
                <a:cs typeface="Times New Roman" panose="02020603050405020304" pitchFamily="18" charset="0"/>
              </a:rPr>
              <a:t>requires</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keeping</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track</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of a </a:t>
            </a:r>
            <a:r>
              <a:rPr sz="2800" spc="-5" dirty="0">
                <a:latin typeface="Times New Roman" panose="02020603050405020304" pitchFamily="18" charset="0"/>
                <a:cs typeface="Times New Roman" panose="02020603050405020304" pitchFamily="18" charset="0"/>
              </a:rPr>
              <a:t>number</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of</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subscripts</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and </a:t>
            </a:r>
            <a:r>
              <a:rPr sz="2800" spc="-5" dirty="0">
                <a:latin typeface="Times New Roman" panose="02020603050405020304" pitchFamily="18" charset="0"/>
                <a:cs typeface="Times New Roman" panose="02020603050405020304" pitchFamily="18" charset="0"/>
              </a:rPr>
              <a:t>variables</a:t>
            </a:r>
            <a:endParaRPr sz="2800" dirty="0">
              <a:latin typeface="Times New Roman" panose="02020603050405020304" pitchFamily="18" charset="0"/>
              <a:cs typeface="Times New Roman" panose="02020603050405020304" pitchFamily="18" charset="0"/>
            </a:endParaRPr>
          </a:p>
          <a:p>
            <a:pPr>
              <a:lnSpc>
                <a:spcPct val="100000"/>
              </a:lnSpc>
              <a:spcBef>
                <a:spcPts val="50"/>
              </a:spcBef>
            </a:pPr>
            <a:endParaRPr sz="2800" dirty="0">
              <a:latin typeface="Times New Roman" panose="02020603050405020304" pitchFamily="18" charset="0"/>
              <a:cs typeface="Times New Roman" panose="02020603050405020304" pitchFamily="18" charset="0"/>
            </a:endParaRPr>
          </a:p>
          <a:p>
            <a:pPr marL="383540" algn="just">
              <a:lnSpc>
                <a:spcPct val="100000"/>
              </a:lnSpc>
            </a:pPr>
            <a:r>
              <a:rPr sz="2800" i="1" spc="-5" dirty="0">
                <a:latin typeface="Times New Roman" panose="02020603050405020304" pitchFamily="18" charset="0"/>
                <a:cs typeface="Times New Roman" panose="02020603050405020304" pitchFamily="18" charset="0"/>
              </a:rPr>
              <a:t>x</a:t>
            </a:r>
            <a:r>
              <a:rPr sz="2800" i="1" spc="-7" baseline="-19097" dirty="0">
                <a:latin typeface="Times New Roman" panose="02020603050405020304" pitchFamily="18" charset="0"/>
                <a:cs typeface="Times New Roman" panose="02020603050405020304" pitchFamily="18" charset="0"/>
              </a:rPr>
              <a:t>ji</a:t>
            </a:r>
            <a:r>
              <a:rPr sz="2800" i="1" spc="-15" baseline="-19097"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a:t>
            </a:r>
            <a:r>
              <a:rPr sz="2800" baseline="24305" dirty="0">
                <a:latin typeface="Times New Roman" panose="02020603050405020304" pitchFamily="18" charset="0"/>
                <a:cs typeface="Times New Roman" panose="02020603050405020304" pitchFamily="18" charset="0"/>
              </a:rPr>
              <a:t>th</a:t>
            </a:r>
            <a:r>
              <a:rPr sz="2800" spc="-7" baseline="2430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input</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to</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unit</a:t>
            </a:r>
            <a:r>
              <a:rPr sz="2800" spc="-10" dirty="0">
                <a:latin typeface="Times New Roman" panose="02020603050405020304" pitchFamily="18" charset="0"/>
                <a:cs typeface="Times New Roman" panose="02020603050405020304" pitchFamily="18" charset="0"/>
              </a:rPr>
              <a:t> </a:t>
            </a:r>
            <a:r>
              <a:rPr sz="2800" i="1" dirty="0">
                <a:latin typeface="Times New Roman" panose="02020603050405020304" pitchFamily="18" charset="0"/>
                <a:cs typeface="Times New Roman" panose="02020603050405020304" pitchFamily="18" charset="0"/>
              </a:rPr>
              <a:t>j</a:t>
            </a:r>
            <a:endParaRPr sz="2800" dirty="0">
              <a:latin typeface="Times New Roman" panose="02020603050405020304" pitchFamily="18" charset="0"/>
              <a:cs typeface="Times New Roman" panose="02020603050405020304" pitchFamily="18" charset="0"/>
            </a:endParaRPr>
          </a:p>
          <a:p>
            <a:pPr marL="383540" marR="3291840" algn="just">
              <a:lnSpc>
                <a:spcPct val="123100"/>
              </a:lnSpc>
              <a:spcBef>
                <a:spcPts val="10"/>
              </a:spcBef>
            </a:pPr>
            <a:r>
              <a:rPr sz="2800" i="1" spc="-5" dirty="0">
                <a:latin typeface="Times New Roman" panose="02020603050405020304" pitchFamily="18" charset="0"/>
                <a:cs typeface="Times New Roman" panose="02020603050405020304" pitchFamily="18" charset="0"/>
              </a:rPr>
              <a:t>w</a:t>
            </a:r>
            <a:r>
              <a:rPr sz="2800" i="1" spc="-7" baseline="-19097" dirty="0">
                <a:latin typeface="Times New Roman" panose="02020603050405020304" pitchFamily="18" charset="0"/>
                <a:cs typeface="Times New Roman" panose="02020603050405020304" pitchFamily="18" charset="0"/>
              </a:rPr>
              <a:t>ji </a:t>
            </a:r>
            <a:r>
              <a:rPr sz="2800" dirty="0">
                <a:latin typeface="Times New Roman" panose="02020603050405020304" pitchFamily="18" charset="0"/>
                <a:cs typeface="Times New Roman" panose="02020603050405020304" pitchFamily="18" charset="0"/>
              </a:rPr>
              <a:t>= the weight </a:t>
            </a:r>
            <a:r>
              <a:rPr sz="2800" spc="-5" dirty="0">
                <a:latin typeface="Times New Roman" panose="02020603050405020304" pitchFamily="18" charset="0"/>
                <a:cs typeface="Times New Roman" panose="02020603050405020304" pitchFamily="18" charset="0"/>
              </a:rPr>
              <a:t>associated </a:t>
            </a:r>
            <a:r>
              <a:rPr sz="2800" dirty="0">
                <a:latin typeface="Times New Roman" panose="02020603050405020304" pitchFamily="18" charset="0"/>
                <a:cs typeface="Times New Roman" panose="02020603050405020304" pitchFamily="18" charset="0"/>
              </a:rPr>
              <a:t>with the </a:t>
            </a:r>
            <a:r>
              <a:rPr sz="2800" spc="5" dirty="0">
                <a:latin typeface="Times New Roman" panose="02020603050405020304" pitchFamily="18" charset="0"/>
                <a:cs typeface="Times New Roman" panose="02020603050405020304" pitchFamily="18" charset="0"/>
              </a:rPr>
              <a:t>i</a:t>
            </a:r>
            <a:r>
              <a:rPr sz="2800" spc="7" baseline="24305" dirty="0">
                <a:latin typeface="Times New Roman" panose="02020603050405020304" pitchFamily="18" charset="0"/>
                <a:cs typeface="Times New Roman" panose="02020603050405020304" pitchFamily="18" charset="0"/>
              </a:rPr>
              <a:t>th </a:t>
            </a:r>
            <a:r>
              <a:rPr sz="2800" dirty="0">
                <a:latin typeface="Times New Roman" panose="02020603050405020304" pitchFamily="18" charset="0"/>
                <a:cs typeface="Times New Roman" panose="02020603050405020304" pitchFamily="18" charset="0"/>
              </a:rPr>
              <a:t>input to </a:t>
            </a:r>
            <a:r>
              <a:rPr sz="2800" spc="-5" dirty="0">
                <a:latin typeface="Times New Roman" panose="02020603050405020304" pitchFamily="18" charset="0"/>
                <a:cs typeface="Times New Roman" panose="02020603050405020304" pitchFamily="18" charset="0"/>
              </a:rPr>
              <a:t>unit </a:t>
            </a:r>
            <a:r>
              <a:rPr sz="2800" i="1" dirty="0">
                <a:latin typeface="Times New Roman" panose="02020603050405020304" pitchFamily="18" charset="0"/>
                <a:cs typeface="Times New Roman" panose="02020603050405020304" pitchFamily="18" charset="0"/>
              </a:rPr>
              <a:t>j </a:t>
            </a:r>
            <a:r>
              <a:rPr sz="2800" i="1" spc="5" dirty="0">
                <a:latin typeface="Times New Roman" panose="02020603050405020304" pitchFamily="18" charset="0"/>
                <a:cs typeface="Times New Roman" panose="02020603050405020304" pitchFamily="18" charset="0"/>
              </a:rPr>
              <a:t> </a:t>
            </a:r>
            <a:endParaRPr lang="en-US" sz="2800" i="1" spc="5" dirty="0">
              <a:latin typeface="Times New Roman" panose="02020603050405020304" pitchFamily="18" charset="0"/>
              <a:cs typeface="Times New Roman" panose="02020603050405020304" pitchFamily="18" charset="0"/>
            </a:endParaRPr>
          </a:p>
          <a:p>
            <a:pPr marL="383540" marR="3291840" algn="just">
              <a:lnSpc>
                <a:spcPct val="123100"/>
              </a:lnSpc>
              <a:spcBef>
                <a:spcPts val="10"/>
              </a:spcBef>
            </a:pPr>
            <a:r>
              <a:rPr sz="2800" i="1" dirty="0" err="1">
                <a:latin typeface="Times New Roman" panose="02020603050405020304" pitchFamily="18" charset="0"/>
                <a:cs typeface="Times New Roman" panose="02020603050405020304" pitchFamily="18" charset="0"/>
              </a:rPr>
              <a:t>net</a:t>
            </a:r>
            <a:r>
              <a:rPr sz="2800" i="1" baseline="-19097" dirty="0" err="1">
                <a:latin typeface="Times New Roman" panose="02020603050405020304" pitchFamily="18" charset="0"/>
                <a:cs typeface="Times New Roman" panose="02020603050405020304" pitchFamily="18" charset="0"/>
              </a:rPr>
              <a:t>j</a:t>
            </a:r>
            <a:r>
              <a:rPr sz="2800" i="1" baseline="-19097"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 </a:t>
            </a:r>
            <a:r>
              <a:rPr sz="2800" i="1" spc="-5" dirty="0">
                <a:latin typeface="Times New Roman" panose="02020603050405020304" pitchFamily="18" charset="0"/>
                <a:cs typeface="Times New Roman" panose="02020603050405020304" pitchFamily="18" charset="0"/>
              </a:rPr>
              <a:t>Σ</a:t>
            </a:r>
            <a:r>
              <a:rPr sz="2800" i="1" spc="-7" baseline="-19097" dirty="0">
                <a:latin typeface="Times New Roman" panose="02020603050405020304" pitchFamily="18" charset="0"/>
                <a:cs typeface="Times New Roman" panose="02020603050405020304" pitchFamily="18" charset="0"/>
              </a:rPr>
              <a:t>i </a:t>
            </a:r>
            <a:r>
              <a:rPr sz="2800" i="1" spc="-5" dirty="0">
                <a:latin typeface="Times New Roman" panose="02020603050405020304" pitchFamily="18" charset="0"/>
                <a:cs typeface="Times New Roman" panose="02020603050405020304" pitchFamily="18" charset="0"/>
              </a:rPr>
              <a:t>w</a:t>
            </a:r>
            <a:r>
              <a:rPr sz="2800" i="1" spc="-7" baseline="-19097" dirty="0">
                <a:latin typeface="Times New Roman" panose="02020603050405020304" pitchFamily="18" charset="0"/>
                <a:cs typeface="Times New Roman" panose="02020603050405020304" pitchFamily="18" charset="0"/>
              </a:rPr>
              <a:t>ji</a:t>
            </a:r>
            <a:r>
              <a:rPr sz="2800" i="1" spc="-5" dirty="0">
                <a:latin typeface="Times New Roman" panose="02020603050405020304" pitchFamily="18" charset="0"/>
                <a:cs typeface="Times New Roman" panose="02020603050405020304" pitchFamily="18" charset="0"/>
              </a:rPr>
              <a:t>x</a:t>
            </a:r>
            <a:r>
              <a:rPr sz="2800" i="1" spc="-7" baseline="-19097" dirty="0">
                <a:latin typeface="Times New Roman" panose="02020603050405020304" pitchFamily="18" charset="0"/>
                <a:cs typeface="Times New Roman" panose="02020603050405020304" pitchFamily="18" charset="0"/>
              </a:rPr>
              <a:t>ji </a:t>
            </a:r>
            <a:r>
              <a:rPr sz="2800" dirty="0">
                <a:latin typeface="Times New Roman" panose="02020603050405020304" pitchFamily="18" charset="0"/>
                <a:cs typeface="Times New Roman" panose="02020603050405020304" pitchFamily="18" charset="0"/>
              </a:rPr>
              <a:t>(the </a:t>
            </a:r>
            <a:r>
              <a:rPr sz="2800" spc="-5" dirty="0">
                <a:latin typeface="Times New Roman" panose="02020603050405020304" pitchFamily="18" charset="0"/>
                <a:cs typeface="Times New Roman" panose="02020603050405020304" pitchFamily="18" charset="0"/>
              </a:rPr>
              <a:t>weighted </a:t>
            </a:r>
            <a:r>
              <a:rPr sz="2800" dirty="0">
                <a:latin typeface="Times New Roman" panose="02020603050405020304" pitchFamily="18" charset="0"/>
                <a:cs typeface="Times New Roman" panose="02020603050405020304" pitchFamily="18" charset="0"/>
              </a:rPr>
              <a:t>sum of inputs for </a:t>
            </a:r>
            <a:r>
              <a:rPr sz="2800" spc="-10" dirty="0">
                <a:latin typeface="Times New Roman" panose="02020603050405020304" pitchFamily="18" charset="0"/>
                <a:cs typeface="Times New Roman" panose="02020603050405020304" pitchFamily="18" charset="0"/>
              </a:rPr>
              <a:t>unit </a:t>
            </a:r>
            <a:r>
              <a:rPr sz="2800" i="1" dirty="0">
                <a:latin typeface="Times New Roman" panose="02020603050405020304" pitchFamily="18" charset="0"/>
                <a:cs typeface="Times New Roman" panose="02020603050405020304" pitchFamily="18" charset="0"/>
              </a:rPr>
              <a:t>j ) </a:t>
            </a:r>
            <a:r>
              <a:rPr sz="2800" i="1" spc="5" dirty="0">
                <a:latin typeface="Times New Roman" panose="02020603050405020304" pitchFamily="18" charset="0"/>
                <a:cs typeface="Times New Roman" panose="02020603050405020304" pitchFamily="18" charset="0"/>
              </a:rPr>
              <a:t> </a:t>
            </a:r>
            <a:endParaRPr lang="en-US" sz="2800" i="1" spc="5" dirty="0">
              <a:latin typeface="Times New Roman" panose="02020603050405020304" pitchFamily="18" charset="0"/>
              <a:cs typeface="Times New Roman" panose="02020603050405020304" pitchFamily="18" charset="0"/>
            </a:endParaRPr>
          </a:p>
          <a:p>
            <a:pPr marL="383540" marR="3291840" algn="just">
              <a:lnSpc>
                <a:spcPct val="123100"/>
              </a:lnSpc>
              <a:spcBef>
                <a:spcPts val="10"/>
              </a:spcBef>
            </a:pPr>
            <a:r>
              <a:rPr sz="2800" i="1" spc="-5" dirty="0" err="1">
                <a:latin typeface="Times New Roman" panose="02020603050405020304" pitchFamily="18" charset="0"/>
                <a:cs typeface="Times New Roman" panose="02020603050405020304" pitchFamily="18" charset="0"/>
              </a:rPr>
              <a:t>o</a:t>
            </a:r>
            <a:r>
              <a:rPr sz="2800" i="1" spc="-7" baseline="-19097" dirty="0" err="1">
                <a:latin typeface="Times New Roman" panose="02020603050405020304" pitchFamily="18" charset="0"/>
                <a:cs typeface="Times New Roman" panose="02020603050405020304" pitchFamily="18" charset="0"/>
              </a:rPr>
              <a:t>j</a:t>
            </a:r>
            <a:r>
              <a:rPr sz="2800" i="1" spc="-15" baseline="-19097"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 the output</a:t>
            </a:r>
            <a:r>
              <a:rPr sz="2800" spc="-5" dirty="0">
                <a:latin typeface="Times New Roman" panose="02020603050405020304" pitchFamily="18" charset="0"/>
                <a:cs typeface="Times New Roman" panose="02020603050405020304" pitchFamily="18" charset="0"/>
              </a:rPr>
              <a:t> computed</a:t>
            </a:r>
            <a:r>
              <a:rPr sz="2800" dirty="0">
                <a:latin typeface="Times New Roman" panose="02020603050405020304" pitchFamily="18" charset="0"/>
                <a:cs typeface="Times New Roman" panose="02020603050405020304" pitchFamily="18" charset="0"/>
              </a:rPr>
              <a:t> by unit</a:t>
            </a:r>
            <a:r>
              <a:rPr sz="2800" spc="15" dirty="0">
                <a:latin typeface="Times New Roman" panose="02020603050405020304" pitchFamily="18" charset="0"/>
                <a:cs typeface="Times New Roman" panose="02020603050405020304" pitchFamily="18" charset="0"/>
              </a:rPr>
              <a:t> </a:t>
            </a:r>
            <a:r>
              <a:rPr sz="2800" i="1" dirty="0">
                <a:latin typeface="Times New Roman" panose="02020603050405020304" pitchFamily="18" charset="0"/>
                <a:cs typeface="Times New Roman" panose="02020603050405020304" pitchFamily="18" charset="0"/>
              </a:rPr>
              <a:t>j</a:t>
            </a:r>
            <a:endParaRPr sz="2800" dirty="0">
              <a:latin typeface="Times New Roman" panose="02020603050405020304" pitchFamily="18" charset="0"/>
              <a:cs typeface="Times New Roman" panose="02020603050405020304" pitchFamily="18" charset="0"/>
            </a:endParaRPr>
          </a:p>
          <a:p>
            <a:pPr marL="383540">
              <a:lnSpc>
                <a:spcPct val="100000"/>
              </a:lnSpc>
              <a:spcBef>
                <a:spcPts val="1010"/>
              </a:spcBef>
            </a:pPr>
            <a:r>
              <a:rPr sz="2800" i="1" spc="5" dirty="0">
                <a:latin typeface="Times New Roman" panose="02020603050405020304" pitchFamily="18" charset="0"/>
                <a:cs typeface="Times New Roman" panose="02020603050405020304" pitchFamily="18" charset="0"/>
              </a:rPr>
              <a:t>t</a:t>
            </a:r>
            <a:r>
              <a:rPr sz="2800" i="1" spc="-7" baseline="-19097" dirty="0">
                <a:latin typeface="Times New Roman" panose="02020603050405020304" pitchFamily="18" charset="0"/>
                <a:cs typeface="Times New Roman" panose="02020603050405020304" pitchFamily="18" charset="0"/>
              </a:rPr>
              <a:t>j </a:t>
            </a:r>
            <a:r>
              <a:rPr sz="280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t</a:t>
            </a:r>
            <a:r>
              <a:rPr sz="2800" dirty="0">
                <a:latin typeface="Times New Roman" panose="02020603050405020304" pitchFamily="18" charset="0"/>
                <a:cs typeface="Times New Roman" panose="02020603050405020304" pitchFamily="18" charset="0"/>
              </a:rPr>
              <a:t>he targ</a:t>
            </a:r>
            <a:r>
              <a:rPr sz="2800" spc="-10" dirty="0">
                <a:latin typeface="Times New Roman" panose="02020603050405020304" pitchFamily="18" charset="0"/>
                <a:cs typeface="Times New Roman" panose="02020603050405020304" pitchFamily="18" charset="0"/>
              </a:rPr>
              <a:t>e</a:t>
            </a:r>
            <a:r>
              <a:rPr sz="2800" dirty="0">
                <a:latin typeface="Times New Roman" panose="02020603050405020304" pitchFamily="18" charset="0"/>
                <a:cs typeface="Times New Roman" panose="02020603050405020304" pitchFamily="18" charset="0"/>
              </a:rPr>
              <a:t>t ou</a:t>
            </a:r>
            <a:r>
              <a:rPr sz="2800" spc="5" dirty="0">
                <a:latin typeface="Times New Roman" panose="02020603050405020304" pitchFamily="18" charset="0"/>
                <a:cs typeface="Times New Roman" panose="02020603050405020304" pitchFamily="18" charset="0"/>
              </a:rPr>
              <a:t>t</a:t>
            </a:r>
            <a:r>
              <a:rPr sz="2800" dirty="0">
                <a:latin typeface="Times New Roman" panose="02020603050405020304" pitchFamily="18" charset="0"/>
                <a:cs typeface="Times New Roman" panose="02020603050405020304" pitchFamily="18" charset="0"/>
              </a:rPr>
              <a:t>put for</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unit</a:t>
            </a:r>
            <a:r>
              <a:rPr sz="2800" spc="-245" dirty="0">
                <a:latin typeface="Times New Roman" panose="02020603050405020304" pitchFamily="18" charset="0"/>
                <a:cs typeface="Times New Roman" panose="02020603050405020304" pitchFamily="18" charset="0"/>
              </a:rPr>
              <a:t> </a:t>
            </a:r>
            <a:r>
              <a:rPr sz="2800" i="1" dirty="0">
                <a:latin typeface="Times New Roman" panose="02020603050405020304" pitchFamily="18" charset="0"/>
                <a:cs typeface="Times New Roman" panose="02020603050405020304" pitchFamily="18" charset="0"/>
              </a:rPr>
              <a:t>j</a:t>
            </a:r>
            <a:endParaRPr sz="2800" dirty="0">
              <a:latin typeface="Times New Roman" panose="02020603050405020304" pitchFamily="18" charset="0"/>
              <a:cs typeface="Times New Roman" panose="02020603050405020304" pitchFamily="18" charset="0"/>
            </a:endParaRPr>
          </a:p>
          <a:p>
            <a:pPr marL="383540">
              <a:lnSpc>
                <a:spcPct val="100000"/>
              </a:lnSpc>
              <a:spcBef>
                <a:spcPts val="375"/>
              </a:spcBef>
            </a:pPr>
            <a:r>
              <a:rPr sz="2800" dirty="0">
                <a:latin typeface="Times New Roman" panose="02020603050405020304" pitchFamily="18" charset="0"/>
                <a:cs typeface="Times New Roman" panose="02020603050405020304" pitchFamily="18" charset="0"/>
              </a:rPr>
              <a:t>σ</a:t>
            </a:r>
            <a:r>
              <a:rPr sz="2800" spc="-2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sigmoid</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function</a:t>
            </a:r>
          </a:p>
          <a:p>
            <a:pPr marL="383540">
              <a:lnSpc>
                <a:spcPct val="100000"/>
              </a:lnSpc>
              <a:spcBef>
                <a:spcPts val="705"/>
              </a:spcBef>
            </a:pPr>
            <a:r>
              <a:rPr sz="2800" i="1" dirty="0">
                <a:latin typeface="Times New Roman" panose="02020603050405020304" pitchFamily="18" charset="0"/>
                <a:cs typeface="Times New Roman" panose="02020603050405020304" pitchFamily="18" charset="0"/>
              </a:rPr>
              <a:t>outputs </a:t>
            </a:r>
            <a:r>
              <a:rPr sz="2800" dirty="0">
                <a:latin typeface="Times New Roman" panose="02020603050405020304" pitchFamily="18" charset="0"/>
                <a:cs typeface="Times New Roman" panose="02020603050405020304" pitchFamily="18" charset="0"/>
              </a:rPr>
              <a:t>=</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the</a:t>
            </a:r>
            <a:r>
              <a:rPr sz="280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set</a:t>
            </a:r>
            <a:r>
              <a:rPr sz="2800" dirty="0">
                <a:latin typeface="Times New Roman" panose="02020603050405020304" pitchFamily="18" charset="0"/>
                <a:cs typeface="Times New Roman" panose="02020603050405020304" pitchFamily="18" charset="0"/>
              </a:rPr>
              <a:t> of </a:t>
            </a:r>
            <a:r>
              <a:rPr sz="2800" spc="-5" dirty="0">
                <a:latin typeface="Times New Roman" panose="02020603050405020304" pitchFamily="18" charset="0"/>
                <a:cs typeface="Times New Roman" panose="02020603050405020304" pitchFamily="18" charset="0"/>
              </a:rPr>
              <a:t>units</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 the </a:t>
            </a:r>
            <a:r>
              <a:rPr sz="2800" spc="-5" dirty="0">
                <a:latin typeface="Times New Roman" panose="02020603050405020304" pitchFamily="18" charset="0"/>
                <a:cs typeface="Times New Roman" panose="02020603050405020304" pitchFamily="18" charset="0"/>
              </a:rPr>
              <a:t>final</a:t>
            </a:r>
            <a:r>
              <a:rPr sz="2800" dirty="0">
                <a:latin typeface="Times New Roman" panose="02020603050405020304" pitchFamily="18" charset="0"/>
                <a:cs typeface="Times New Roman" panose="02020603050405020304" pitchFamily="18" charset="0"/>
              </a:rPr>
              <a:t> layer</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of</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 </a:t>
            </a:r>
            <a:r>
              <a:rPr sz="2800" spc="-5" dirty="0">
                <a:latin typeface="Times New Roman" panose="02020603050405020304" pitchFamily="18" charset="0"/>
                <a:cs typeface="Times New Roman" panose="02020603050405020304" pitchFamily="18" charset="0"/>
              </a:rPr>
              <a:t>network</a:t>
            </a:r>
            <a:endParaRPr sz="2800" dirty="0">
              <a:latin typeface="Times New Roman" panose="02020603050405020304" pitchFamily="18" charset="0"/>
              <a:cs typeface="Times New Roman" panose="02020603050405020304" pitchFamily="18" charset="0"/>
            </a:endParaRPr>
          </a:p>
          <a:p>
            <a:pPr marL="383540" marR="128270">
              <a:lnSpc>
                <a:spcPts val="2580"/>
              </a:lnSpc>
              <a:spcBef>
                <a:spcPts val="1060"/>
              </a:spcBef>
            </a:pPr>
            <a:r>
              <a:rPr sz="2800" i="1" spc="-5" dirty="0">
                <a:latin typeface="Times New Roman" panose="02020603050405020304" pitchFamily="18" charset="0"/>
                <a:cs typeface="Times New Roman" panose="02020603050405020304" pitchFamily="18" charset="0"/>
              </a:rPr>
              <a:t>Downstream(j)</a:t>
            </a:r>
            <a:r>
              <a:rPr sz="2800" i="1"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set </a:t>
            </a:r>
            <a:r>
              <a:rPr sz="2800" dirty="0">
                <a:latin typeface="Times New Roman" panose="02020603050405020304" pitchFamily="18" charset="0"/>
                <a:cs typeface="Times New Roman" panose="02020603050405020304" pitchFamily="18" charset="0"/>
              </a:rPr>
              <a:t>of</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units</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whose</a:t>
            </a:r>
            <a:r>
              <a:rPr sz="2800" spc="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immediate</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inputs </a:t>
            </a:r>
            <a:r>
              <a:rPr sz="2800" spc="-5" dirty="0">
                <a:latin typeface="Times New Roman" panose="02020603050405020304" pitchFamily="18" charset="0"/>
                <a:cs typeface="Times New Roman" panose="02020603050405020304" pitchFamily="18" charset="0"/>
              </a:rPr>
              <a:t>include</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output</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of </a:t>
            </a:r>
            <a:r>
              <a:rPr sz="2800" spc="-58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unit</a:t>
            </a:r>
            <a:r>
              <a:rPr sz="2800" spc="5" dirty="0">
                <a:latin typeface="Times New Roman" panose="02020603050405020304" pitchFamily="18" charset="0"/>
                <a:cs typeface="Times New Roman" panose="02020603050405020304" pitchFamily="18" charset="0"/>
              </a:rPr>
              <a:t> </a:t>
            </a:r>
            <a:r>
              <a:rPr sz="2800" i="1" dirty="0">
                <a:latin typeface="Times New Roman" panose="02020603050405020304" pitchFamily="18" charset="0"/>
                <a:cs typeface="Times New Roman" panose="02020603050405020304" pitchFamily="18" charset="0"/>
              </a:rPr>
              <a:t>j</a:t>
            </a:r>
            <a:endParaRPr sz="28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85462" y="5840832"/>
            <a:ext cx="11770053" cy="1067536"/>
          </a:xfrm>
          <a:prstGeom prst="rect">
            <a:avLst/>
          </a:prstGeom>
        </p:spPr>
        <p:txBody>
          <a:bodyPr vert="horz" wrap="square" lIns="0" tIns="12700" rIns="0" bIns="0" rtlCol="0">
            <a:spAutoFit/>
          </a:bodyPr>
          <a:lstStyle/>
          <a:p>
            <a:pPr marL="12700">
              <a:lnSpc>
                <a:spcPct val="150000"/>
              </a:lnSpc>
              <a:spcBef>
                <a:spcPts val="100"/>
              </a:spcBef>
            </a:pPr>
            <a:r>
              <a:rPr sz="2400" b="1" u="heavy" spc="-5" dirty="0">
                <a:uFill>
                  <a:solidFill>
                    <a:srgbClr val="000000"/>
                  </a:solidFill>
                </a:uFill>
                <a:latin typeface="Times New Roman" panose="02020603050405020304" pitchFamily="18" charset="0"/>
                <a:cs typeface="Times New Roman" panose="02020603050405020304" pitchFamily="18" charset="0"/>
              </a:rPr>
              <a:t>Consider</a:t>
            </a:r>
            <a:r>
              <a:rPr sz="2400" b="1" u="heavy" spc="10" dirty="0">
                <a:uFill>
                  <a:solidFill>
                    <a:srgbClr val="000000"/>
                  </a:solidFill>
                </a:uFill>
                <a:latin typeface="Times New Roman" panose="02020603050405020304" pitchFamily="18" charset="0"/>
                <a:cs typeface="Times New Roman" panose="02020603050405020304" pitchFamily="18" charset="0"/>
              </a:rPr>
              <a:t> </a:t>
            </a:r>
            <a:r>
              <a:rPr sz="2400" b="1" u="heavy" spc="-5" dirty="0">
                <a:uFill>
                  <a:solidFill>
                    <a:srgbClr val="000000"/>
                  </a:solidFill>
                </a:uFill>
                <a:latin typeface="Times New Roman" panose="02020603050405020304" pitchFamily="18" charset="0"/>
                <a:cs typeface="Times New Roman" panose="02020603050405020304" pitchFamily="18" charset="0"/>
              </a:rPr>
              <a:t>two cases</a:t>
            </a:r>
            <a:r>
              <a:rPr sz="2400" b="1" u="heavy" dirty="0">
                <a:uFill>
                  <a:solidFill>
                    <a:srgbClr val="000000"/>
                  </a:solidFill>
                </a:uFill>
                <a:latin typeface="Times New Roman" panose="02020603050405020304" pitchFamily="18" charset="0"/>
                <a:cs typeface="Times New Roman" panose="02020603050405020304" pitchFamily="18" charset="0"/>
              </a:rPr>
              <a:t> </a:t>
            </a:r>
            <a:r>
              <a:rPr sz="2400" b="1" u="heavy" spc="-5" dirty="0">
                <a:uFill>
                  <a:solidFill>
                    <a:srgbClr val="000000"/>
                  </a:solidFill>
                </a:uFill>
                <a:latin typeface="Times New Roman" panose="02020603050405020304" pitchFamily="18" charset="0"/>
                <a:cs typeface="Times New Roman" panose="02020603050405020304" pitchFamily="18" charset="0"/>
              </a:rPr>
              <a:t>in</a:t>
            </a:r>
            <a:r>
              <a:rPr sz="2400" b="1" u="heavy" spc="5" dirty="0">
                <a:uFill>
                  <a:solidFill>
                    <a:srgbClr val="000000"/>
                  </a:solidFill>
                </a:uFill>
                <a:latin typeface="Times New Roman" panose="02020603050405020304" pitchFamily="18" charset="0"/>
                <a:cs typeface="Times New Roman" panose="02020603050405020304" pitchFamily="18" charset="0"/>
              </a:rPr>
              <a:t> </a:t>
            </a:r>
            <a:r>
              <a:rPr sz="2400" b="1" u="heavy" spc="-5" dirty="0">
                <a:uFill>
                  <a:solidFill>
                    <a:srgbClr val="000000"/>
                  </a:solidFill>
                </a:uFill>
                <a:latin typeface="Times New Roman" panose="02020603050405020304" pitchFamily="18" charset="0"/>
                <a:cs typeface="Times New Roman" panose="02020603050405020304" pitchFamily="18" charset="0"/>
              </a:rPr>
              <a:t>turn:</a:t>
            </a:r>
            <a:r>
              <a:rPr sz="2400" b="1" u="heavy" spc="15" dirty="0">
                <a:uFill>
                  <a:solidFill>
                    <a:srgbClr val="000000"/>
                  </a:solidFill>
                </a:uFill>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case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where </a:t>
            </a:r>
            <a:r>
              <a:rPr sz="2400" spc="-5" dirty="0">
                <a:latin typeface="Times New Roman" panose="02020603050405020304" pitchFamily="18" charset="0"/>
                <a:cs typeface="Times New Roman" panose="02020603050405020304" pitchFamily="18" charset="0"/>
              </a:rPr>
              <a:t>unit</a:t>
            </a:r>
            <a:r>
              <a:rPr sz="2400" dirty="0">
                <a:latin typeface="Times New Roman" panose="02020603050405020304" pitchFamily="18" charset="0"/>
                <a:cs typeface="Times New Roman" panose="02020603050405020304" pitchFamily="18" charset="0"/>
              </a:rPr>
              <a:t> j</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is</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a:t>
            </a:r>
            <a:r>
              <a:rPr sz="2400" spc="25" dirty="0">
                <a:latin typeface="Times New Roman" panose="02020603050405020304" pitchFamily="18" charset="0"/>
                <a:cs typeface="Times New Roman" panose="02020603050405020304" pitchFamily="18" charset="0"/>
              </a:rPr>
              <a:t> </a:t>
            </a:r>
            <a:r>
              <a:rPr sz="2400" b="1" i="1" spc="-5" dirty="0">
                <a:latin typeface="Times New Roman" panose="02020603050405020304" pitchFamily="18" charset="0"/>
                <a:cs typeface="Times New Roman" panose="02020603050405020304" pitchFamily="18" charset="0"/>
              </a:rPr>
              <a:t>output</a:t>
            </a:r>
            <a:r>
              <a:rPr sz="2400" b="1" i="1" spc="5" dirty="0">
                <a:latin typeface="Times New Roman" panose="02020603050405020304" pitchFamily="18" charset="0"/>
                <a:cs typeface="Times New Roman" panose="02020603050405020304" pitchFamily="18" charset="0"/>
              </a:rPr>
              <a:t> </a:t>
            </a:r>
            <a:r>
              <a:rPr sz="2400" b="1" i="1" spc="-10" dirty="0">
                <a:latin typeface="Times New Roman" panose="02020603050405020304" pitchFamily="18" charset="0"/>
                <a:cs typeface="Times New Roman" panose="02020603050405020304" pitchFamily="18" charset="0"/>
              </a:rPr>
              <a:t>unit</a:t>
            </a:r>
            <a:r>
              <a:rPr sz="2400" b="1" i="1"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for</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network,</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and </a:t>
            </a:r>
            <a:r>
              <a:rPr sz="2400" spc="-5" dirty="0">
                <a:latin typeface="Times New Roman" panose="02020603050405020304" pitchFamily="18" charset="0"/>
                <a:cs typeface="Times New Roman" panose="02020603050405020304" pitchFamily="18" charset="0"/>
              </a:rPr>
              <a:t>the</a:t>
            </a:r>
            <a:r>
              <a:rPr sz="2400" dirty="0">
                <a:latin typeface="Times New Roman" panose="02020603050405020304" pitchFamily="18" charset="0"/>
                <a:cs typeface="Times New Roman" panose="02020603050405020304" pitchFamily="18" charset="0"/>
              </a:rPr>
              <a:t> case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where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j</a:t>
            </a:r>
            <a:r>
              <a:rPr sz="2400" spc="-5" dirty="0">
                <a:latin typeface="Times New Roman" panose="02020603050405020304" pitchFamily="18" charset="0"/>
                <a:cs typeface="Times New Roman" panose="02020603050405020304" pitchFamily="18" charset="0"/>
              </a:rPr>
              <a:t> is</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an</a:t>
            </a:r>
            <a:r>
              <a:rPr lang="en-US" sz="2400" dirty="0">
                <a:latin typeface="Times New Roman" panose="02020603050405020304" pitchFamily="18" charset="0"/>
                <a:cs typeface="Times New Roman" panose="02020603050405020304" pitchFamily="18" charset="0"/>
              </a:rPr>
              <a:t> </a:t>
            </a:r>
            <a:r>
              <a:rPr sz="2400" b="1" i="1" spc="-5" dirty="0">
                <a:latin typeface="Times New Roman" panose="02020603050405020304" pitchFamily="18" charset="0"/>
                <a:cs typeface="Times New Roman" panose="02020603050405020304" pitchFamily="18" charset="0"/>
              </a:rPr>
              <a:t>internal unit (hidden </a:t>
            </a:r>
            <a:r>
              <a:rPr sz="2400" b="1" i="1" dirty="0">
                <a:latin typeface="Times New Roman" panose="02020603050405020304" pitchFamily="18" charset="0"/>
                <a:cs typeface="Times New Roman" panose="02020603050405020304" pitchFamily="18" charset="0"/>
              </a:rPr>
              <a:t>unit)</a:t>
            </a:r>
            <a:r>
              <a:rPr sz="2400" dirty="0">
                <a:latin typeface="Times New Roman" panose="02020603050405020304" pitchFamily="18" charset="0"/>
                <a:cs typeface="Times New Roman" panose="02020603050405020304" pitchFamily="18" charset="0"/>
              </a:rPr>
              <a:t>.</a:t>
            </a:r>
          </a:p>
        </p:txBody>
      </p:sp>
      <p:pic>
        <p:nvPicPr>
          <p:cNvPr id="3" name="object 3"/>
          <p:cNvPicPr/>
          <p:nvPr/>
        </p:nvPicPr>
        <p:blipFill>
          <a:blip r:embed="rId2" cstate="print"/>
          <a:stretch>
            <a:fillRect/>
          </a:stretch>
        </p:blipFill>
        <p:spPr>
          <a:xfrm>
            <a:off x="78821" y="52548"/>
            <a:ext cx="11876694" cy="5788284"/>
          </a:xfrm>
          <a:prstGeom prst="rect">
            <a:avLst/>
          </a:prstGeom>
        </p:spPr>
      </p:pic>
    </p:spTree>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157655" y="76200"/>
            <a:ext cx="12034345" cy="1329210"/>
          </a:xfrm>
          <a:prstGeom prst="rect">
            <a:avLst/>
          </a:prstGeom>
        </p:spPr>
        <p:txBody>
          <a:bodyPr vert="horz" wrap="square" lIns="0" tIns="117475" rIns="0" bIns="0" rtlCol="0">
            <a:spAutoFit/>
          </a:bodyPr>
          <a:lstStyle/>
          <a:p>
            <a:pPr marL="38100">
              <a:spcBef>
                <a:spcPts val="925"/>
              </a:spcBef>
            </a:pPr>
            <a:r>
              <a:rPr sz="2400" b="1" spc="-5" dirty="0">
                <a:latin typeface="Times New Roman" panose="02020603050405020304" pitchFamily="18" charset="0"/>
                <a:cs typeface="Times New Roman" panose="02020603050405020304" pitchFamily="18" charset="0"/>
              </a:rPr>
              <a:t>Case</a:t>
            </a:r>
            <a:r>
              <a:rPr sz="2400" b="1" spc="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1:</a:t>
            </a:r>
            <a:r>
              <a:rPr sz="2400" b="1" spc="5"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Training</a:t>
            </a:r>
            <a:r>
              <a:rPr sz="2400" b="1"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Rule</a:t>
            </a:r>
            <a:r>
              <a:rPr sz="2400" b="1" spc="15" dirty="0">
                <a:latin typeface="Times New Roman" panose="02020603050405020304" pitchFamily="18" charset="0"/>
                <a:cs typeface="Times New Roman" panose="02020603050405020304" pitchFamily="18" charset="0"/>
              </a:rPr>
              <a:t> </a:t>
            </a:r>
            <a:r>
              <a:rPr sz="2400" b="1" dirty="0">
                <a:latin typeface="Times New Roman" panose="02020603050405020304" pitchFamily="18" charset="0"/>
                <a:cs typeface="Times New Roman" panose="02020603050405020304" pitchFamily="18" charset="0"/>
              </a:rPr>
              <a:t>for</a:t>
            </a:r>
            <a:r>
              <a:rPr sz="2400" b="1" spc="-5" dirty="0">
                <a:latin typeface="Times New Roman" panose="02020603050405020304" pitchFamily="18" charset="0"/>
                <a:cs typeface="Times New Roman" panose="02020603050405020304" pitchFamily="18" charset="0"/>
              </a:rPr>
              <a:t> Output</a:t>
            </a:r>
            <a:r>
              <a:rPr sz="2400" b="1"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Unit</a:t>
            </a:r>
            <a:r>
              <a:rPr sz="2400" b="1" spc="5" dirty="0">
                <a:latin typeface="Times New Roman" panose="02020603050405020304" pitchFamily="18" charset="0"/>
                <a:cs typeface="Times New Roman" panose="02020603050405020304" pitchFamily="18" charset="0"/>
              </a:rPr>
              <a:t> </a:t>
            </a:r>
            <a:r>
              <a:rPr sz="2400" b="1" spc="-5" dirty="0">
                <a:latin typeface="Times New Roman" panose="02020603050405020304" pitchFamily="18" charset="0"/>
                <a:cs typeface="Times New Roman" panose="02020603050405020304" pitchFamily="18" charset="0"/>
              </a:rPr>
              <a:t>Weights.</a:t>
            </a:r>
            <a:endParaRPr sz="2400" dirty="0">
              <a:latin typeface="Times New Roman" panose="02020603050405020304" pitchFamily="18" charset="0"/>
              <a:cs typeface="Times New Roman" panose="02020603050405020304" pitchFamily="18" charset="0"/>
            </a:endParaRPr>
          </a:p>
          <a:p>
            <a:pPr marL="266700" indent="-228600">
              <a:spcBef>
                <a:spcPts val="830"/>
              </a:spcBef>
              <a:buFont typeface="Arial MT"/>
              <a:buChar char="•"/>
              <a:tabLst>
                <a:tab pos="266065" algn="l"/>
                <a:tab pos="266700" algn="l"/>
              </a:tabLst>
            </a:pPr>
            <a:r>
              <a:rPr sz="2400" b="1" i="1" dirty="0">
                <a:latin typeface="Times New Roman" panose="02020603050405020304" pitchFamily="18" charset="0"/>
                <a:cs typeface="Times New Roman" panose="02020603050405020304" pitchFamily="18" charset="0"/>
              </a:rPr>
              <a:t>w</a:t>
            </a:r>
            <a:r>
              <a:rPr sz="2400" b="1" i="1" baseline="-18518" dirty="0">
                <a:latin typeface="Times New Roman" panose="02020603050405020304" pitchFamily="18" charset="0"/>
                <a:cs typeface="Times New Roman" panose="02020603050405020304" pitchFamily="18" charset="0"/>
              </a:rPr>
              <a:t>ji </a:t>
            </a:r>
            <a:r>
              <a:rPr sz="2400" dirty="0">
                <a:latin typeface="Times New Roman" panose="02020603050405020304" pitchFamily="18" charset="0"/>
                <a:cs typeface="Times New Roman" panose="02020603050405020304" pitchFamily="18" charset="0"/>
              </a:rPr>
              <a:t>can</a:t>
            </a:r>
            <a:r>
              <a:rPr sz="2400" spc="-5" dirty="0">
                <a:latin typeface="Times New Roman" panose="02020603050405020304" pitchFamily="18" charset="0"/>
                <a:cs typeface="Times New Roman" panose="02020603050405020304" pitchFamily="18" charset="0"/>
              </a:rPr>
              <a:t> influence</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10"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rest</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of</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network</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only</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through</a:t>
            </a:r>
            <a:r>
              <a:rPr sz="2400" spc="25"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net</a:t>
            </a:r>
            <a:r>
              <a:rPr sz="2400" b="1" i="1" baseline="-18518" dirty="0">
                <a:latin typeface="Times New Roman" panose="02020603050405020304" pitchFamily="18" charset="0"/>
                <a:cs typeface="Times New Roman" panose="02020603050405020304" pitchFamily="18" charset="0"/>
              </a:rPr>
              <a:t>j</a:t>
            </a:r>
            <a:r>
              <a:rPr sz="2400" b="1" i="1" spc="-7" baseline="-18518" dirty="0">
                <a:latin typeface="Times New Roman" panose="02020603050405020304" pitchFamily="18" charset="0"/>
                <a:cs typeface="Times New Roman" panose="02020603050405020304" pitchFamily="18" charset="0"/>
              </a:rPr>
              <a:t> </a:t>
            </a:r>
            <a:r>
              <a:rPr sz="2400" b="1" i="1" dirty="0">
                <a:latin typeface="Times New Roman" panose="02020603050405020304" pitchFamily="18" charset="0"/>
                <a:cs typeface="Times New Roman" panose="02020603050405020304" pitchFamily="18" charset="0"/>
              </a:rPr>
              <a:t>,</a:t>
            </a:r>
            <a:r>
              <a:rPr sz="2400" b="1" i="1" spc="10" dirty="0">
                <a:latin typeface="Times New Roman" panose="02020603050405020304" pitchFamily="18" charset="0"/>
                <a:cs typeface="Times New Roman" panose="02020603050405020304" pitchFamily="18" charset="0"/>
              </a:rPr>
              <a:t> </a:t>
            </a:r>
            <a:r>
              <a:rPr sz="2400" b="1" i="1" spc="-5" dirty="0">
                <a:latin typeface="Times New Roman" panose="02020603050405020304" pitchFamily="18" charset="0"/>
                <a:cs typeface="Times New Roman" panose="02020603050405020304" pitchFamily="18" charset="0"/>
              </a:rPr>
              <a:t>net</a:t>
            </a:r>
            <a:r>
              <a:rPr sz="2400" b="1" i="1" spc="-7" baseline="-18518" dirty="0">
                <a:latin typeface="Times New Roman" panose="02020603050405020304" pitchFamily="18" charset="0"/>
                <a:cs typeface="Times New Roman" panose="02020603050405020304" pitchFamily="18" charset="0"/>
              </a:rPr>
              <a:t>j</a:t>
            </a:r>
            <a:r>
              <a:rPr sz="2400" b="1" i="1" spc="7" baseline="-18518"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can</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influence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network</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only</a:t>
            </a:r>
            <a:r>
              <a:rPr sz="2400" spc="1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through</a:t>
            </a:r>
            <a:r>
              <a:rPr sz="2400" spc="-60" dirty="0">
                <a:latin typeface="Times New Roman" panose="02020603050405020304" pitchFamily="18" charset="0"/>
                <a:cs typeface="Times New Roman" panose="02020603050405020304" pitchFamily="18" charset="0"/>
              </a:rPr>
              <a:t> </a:t>
            </a:r>
            <a:r>
              <a:rPr sz="2400" b="1" i="1" dirty="0" err="1">
                <a:latin typeface="Times New Roman" panose="02020603050405020304" pitchFamily="18" charset="0"/>
                <a:cs typeface="Times New Roman" panose="02020603050405020304" pitchFamily="18" charset="0"/>
              </a:rPr>
              <a:t>o</a:t>
            </a:r>
            <a:r>
              <a:rPr sz="2400" b="1" i="1" baseline="-18518" dirty="0" err="1">
                <a:latin typeface="Times New Roman" panose="02020603050405020304" pitchFamily="18" charset="0"/>
                <a:cs typeface="Times New Roman" panose="02020603050405020304" pitchFamily="18" charset="0"/>
              </a:rPr>
              <a:t>j</a:t>
            </a:r>
            <a:r>
              <a:rPr sz="2400" b="1" i="1" dirty="0">
                <a:latin typeface="Times New Roman" panose="02020603050405020304" pitchFamily="18" charset="0"/>
                <a:cs typeface="Times New Roman" panose="02020603050405020304" pitchFamily="18" charset="0"/>
              </a:rPr>
              <a:t>.</a:t>
            </a:r>
            <a:r>
              <a:rPr lang="en-US" sz="2400" b="1" i="1"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Therefore, we </a:t>
            </a:r>
            <a:r>
              <a:rPr sz="2400" dirty="0">
                <a:latin typeface="Times New Roman" panose="02020603050405020304" pitchFamily="18" charset="0"/>
                <a:cs typeface="Times New Roman" panose="02020603050405020304" pitchFamily="18" charset="0"/>
              </a:rPr>
              <a:t>can</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invoke</a:t>
            </a:r>
            <a:r>
              <a:rPr sz="2400" spc="-5"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the</a:t>
            </a:r>
            <a:r>
              <a:rPr sz="2400" spc="-5" dirty="0">
                <a:latin typeface="Times New Roman" panose="02020603050405020304" pitchFamily="18" charset="0"/>
                <a:cs typeface="Times New Roman" panose="02020603050405020304" pitchFamily="18" charset="0"/>
              </a:rPr>
              <a:t> chain</a:t>
            </a:r>
            <a:r>
              <a:rPr sz="2400" spc="5" dirty="0">
                <a:latin typeface="Times New Roman" panose="02020603050405020304" pitchFamily="18" charset="0"/>
                <a:cs typeface="Times New Roman" panose="02020603050405020304" pitchFamily="18" charset="0"/>
              </a:rPr>
              <a:t> </a:t>
            </a:r>
            <a:r>
              <a:rPr sz="2400" spc="-5" dirty="0">
                <a:latin typeface="Times New Roman" panose="02020603050405020304" pitchFamily="18" charset="0"/>
                <a:cs typeface="Times New Roman" panose="02020603050405020304" pitchFamily="18" charset="0"/>
              </a:rPr>
              <a:t>rule </a:t>
            </a:r>
            <a:r>
              <a:rPr sz="2400" dirty="0">
                <a:latin typeface="Times New Roman" panose="02020603050405020304" pitchFamily="18" charset="0"/>
                <a:cs typeface="Times New Roman" panose="02020603050405020304" pitchFamily="18" charset="0"/>
              </a:rPr>
              <a:t>again</a:t>
            </a:r>
            <a:r>
              <a:rPr sz="2400" spc="-1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to</a:t>
            </a:r>
            <a:r>
              <a:rPr sz="2400" spc="-20" dirty="0">
                <a:latin typeface="Times New Roman" panose="02020603050405020304" pitchFamily="18" charset="0"/>
                <a:cs typeface="Times New Roman" panose="02020603050405020304" pitchFamily="18" charset="0"/>
              </a:rPr>
              <a:t> </a:t>
            </a:r>
            <a:r>
              <a:rPr sz="2400" dirty="0">
                <a:latin typeface="Times New Roman" panose="02020603050405020304" pitchFamily="18" charset="0"/>
                <a:cs typeface="Times New Roman" panose="02020603050405020304" pitchFamily="18" charset="0"/>
              </a:rPr>
              <a:t>write</a:t>
            </a:r>
          </a:p>
        </p:txBody>
      </p:sp>
      <p:pic>
        <p:nvPicPr>
          <p:cNvPr id="3" name="object 3"/>
          <p:cNvPicPr/>
          <p:nvPr/>
        </p:nvPicPr>
        <p:blipFill>
          <a:blip r:embed="rId2" cstate="print"/>
          <a:stretch>
            <a:fillRect/>
          </a:stretch>
        </p:blipFill>
        <p:spPr>
          <a:xfrm>
            <a:off x="394138" y="1529255"/>
            <a:ext cx="9270124" cy="5252545"/>
          </a:xfrm>
          <a:prstGeom prst="rect">
            <a:avLst/>
          </a:prstGeom>
        </p:spPr>
      </p:pic>
    </p:spTree>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261110" y="236336"/>
            <a:ext cx="10184656" cy="6148698"/>
          </a:xfrm>
          <a:prstGeom prst="rect">
            <a:avLst/>
          </a:prstGeom>
        </p:spPr>
      </p:pic>
    </p:spTree>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object 2"/>
          <p:cNvSpPr txBox="1"/>
          <p:nvPr/>
        </p:nvSpPr>
        <p:spPr>
          <a:xfrm>
            <a:off x="0" y="137160"/>
            <a:ext cx="11997559" cy="6187720"/>
          </a:xfrm>
          <a:prstGeom prst="rect">
            <a:avLst/>
          </a:prstGeom>
        </p:spPr>
        <p:txBody>
          <a:bodyPr vert="horz" wrap="square" lIns="0" tIns="100965" rIns="0" bIns="0" rtlCol="0">
            <a:spAutoFit/>
          </a:bodyPr>
          <a:lstStyle/>
          <a:p>
            <a:pPr marL="38100" algn="just">
              <a:lnSpc>
                <a:spcPct val="150000"/>
              </a:lnSpc>
              <a:spcBef>
                <a:spcPts val="795"/>
              </a:spcBef>
            </a:pPr>
            <a:r>
              <a:rPr sz="2800" b="1" spc="-5" dirty="0">
                <a:latin typeface="Times New Roman" panose="02020603050405020304" pitchFamily="18" charset="0"/>
                <a:cs typeface="Times New Roman" panose="02020603050405020304" pitchFamily="18" charset="0"/>
              </a:rPr>
              <a:t>Case</a:t>
            </a:r>
            <a:r>
              <a:rPr sz="2800" b="1" dirty="0">
                <a:latin typeface="Times New Roman" panose="02020603050405020304" pitchFamily="18" charset="0"/>
                <a:cs typeface="Times New Roman" panose="02020603050405020304" pitchFamily="18" charset="0"/>
              </a:rPr>
              <a:t> 2: </a:t>
            </a:r>
            <a:r>
              <a:rPr sz="2800" b="1" spc="-5" dirty="0">
                <a:latin typeface="Times New Roman" panose="02020603050405020304" pitchFamily="18" charset="0"/>
                <a:cs typeface="Times New Roman" panose="02020603050405020304" pitchFamily="18" charset="0"/>
              </a:rPr>
              <a:t>Training</a:t>
            </a:r>
            <a:r>
              <a:rPr sz="2800" b="1" dirty="0">
                <a:latin typeface="Times New Roman" panose="02020603050405020304" pitchFamily="18" charset="0"/>
                <a:cs typeface="Times New Roman" panose="02020603050405020304" pitchFamily="18" charset="0"/>
              </a:rPr>
              <a:t> </a:t>
            </a:r>
            <a:r>
              <a:rPr sz="2800" b="1" spc="-5" dirty="0">
                <a:latin typeface="Times New Roman" panose="02020603050405020304" pitchFamily="18" charset="0"/>
                <a:cs typeface="Times New Roman" panose="02020603050405020304" pitchFamily="18" charset="0"/>
              </a:rPr>
              <a:t>Rule</a:t>
            </a:r>
            <a:r>
              <a:rPr sz="2800" b="1" spc="5" dirty="0">
                <a:latin typeface="Times New Roman" panose="02020603050405020304" pitchFamily="18" charset="0"/>
                <a:cs typeface="Times New Roman" panose="02020603050405020304" pitchFamily="18" charset="0"/>
              </a:rPr>
              <a:t> </a:t>
            </a:r>
            <a:r>
              <a:rPr sz="2800" b="1" spc="-5" dirty="0">
                <a:latin typeface="Times New Roman" panose="02020603050405020304" pitchFamily="18" charset="0"/>
                <a:cs typeface="Times New Roman" panose="02020603050405020304" pitchFamily="18" charset="0"/>
              </a:rPr>
              <a:t>for</a:t>
            </a:r>
            <a:r>
              <a:rPr sz="2800" b="1" spc="5" dirty="0">
                <a:latin typeface="Times New Roman" panose="02020603050405020304" pitchFamily="18" charset="0"/>
                <a:cs typeface="Times New Roman" panose="02020603050405020304" pitchFamily="18" charset="0"/>
              </a:rPr>
              <a:t> </a:t>
            </a:r>
            <a:r>
              <a:rPr sz="2800" b="1" dirty="0">
                <a:latin typeface="Times New Roman" panose="02020603050405020304" pitchFamily="18" charset="0"/>
                <a:cs typeface="Times New Roman" panose="02020603050405020304" pitchFamily="18" charset="0"/>
              </a:rPr>
              <a:t>Hidden</a:t>
            </a:r>
            <a:r>
              <a:rPr sz="2800" b="1" spc="-20" dirty="0">
                <a:latin typeface="Times New Roman" panose="02020603050405020304" pitchFamily="18" charset="0"/>
                <a:cs typeface="Times New Roman" panose="02020603050405020304" pitchFamily="18" charset="0"/>
              </a:rPr>
              <a:t> </a:t>
            </a:r>
            <a:r>
              <a:rPr sz="2800" b="1" spc="-5" dirty="0">
                <a:latin typeface="Times New Roman" panose="02020603050405020304" pitchFamily="18" charset="0"/>
                <a:cs typeface="Times New Roman" panose="02020603050405020304" pitchFamily="18" charset="0"/>
              </a:rPr>
              <a:t>Unit</a:t>
            </a:r>
            <a:r>
              <a:rPr sz="2800" b="1" spc="5" dirty="0">
                <a:latin typeface="Times New Roman" panose="02020603050405020304" pitchFamily="18" charset="0"/>
                <a:cs typeface="Times New Roman" panose="02020603050405020304" pitchFamily="18" charset="0"/>
              </a:rPr>
              <a:t> </a:t>
            </a:r>
            <a:r>
              <a:rPr sz="2800" b="1" spc="-5" dirty="0">
                <a:latin typeface="Times New Roman" panose="02020603050405020304" pitchFamily="18" charset="0"/>
                <a:cs typeface="Times New Roman" panose="02020603050405020304" pitchFamily="18" charset="0"/>
              </a:rPr>
              <a:t>Weights.</a:t>
            </a:r>
            <a:endParaRPr sz="2800" dirty="0">
              <a:latin typeface="Times New Roman" panose="02020603050405020304" pitchFamily="18" charset="0"/>
              <a:cs typeface="Times New Roman" panose="02020603050405020304" pitchFamily="18" charset="0"/>
            </a:endParaRPr>
          </a:p>
          <a:p>
            <a:pPr marL="266700" marR="233045" indent="-228600" algn="just">
              <a:lnSpc>
                <a:spcPct val="150000"/>
              </a:lnSpc>
              <a:spcBef>
                <a:spcPts val="965"/>
              </a:spcBef>
              <a:buFont typeface="Arial MT"/>
              <a:buChar char="•"/>
              <a:tabLst>
                <a:tab pos="266700" algn="l"/>
              </a:tabLst>
            </a:pPr>
            <a:r>
              <a:rPr sz="2800" dirty="0">
                <a:latin typeface="Times New Roman" panose="02020603050405020304" pitchFamily="18" charset="0"/>
                <a:cs typeface="Times New Roman" panose="02020603050405020304" pitchFamily="18" charset="0"/>
              </a:rPr>
              <a:t>In the case where </a:t>
            </a:r>
            <a:r>
              <a:rPr sz="2800" b="1" i="1" dirty="0">
                <a:latin typeface="Times New Roman" panose="02020603050405020304" pitchFamily="18" charset="0"/>
                <a:cs typeface="Times New Roman" panose="02020603050405020304" pitchFamily="18" charset="0"/>
              </a:rPr>
              <a:t>j </a:t>
            </a:r>
            <a:r>
              <a:rPr sz="2800" spc="-5" dirty="0">
                <a:latin typeface="Times New Roman" panose="02020603050405020304" pitchFamily="18" charset="0"/>
                <a:cs typeface="Times New Roman" panose="02020603050405020304" pitchFamily="18" charset="0"/>
              </a:rPr>
              <a:t>is </a:t>
            </a:r>
            <a:r>
              <a:rPr sz="2800" dirty="0">
                <a:latin typeface="Times New Roman" panose="02020603050405020304" pitchFamily="18" charset="0"/>
                <a:cs typeface="Times New Roman" panose="02020603050405020304" pitchFamily="18" charset="0"/>
              </a:rPr>
              <a:t>an internal, or </a:t>
            </a:r>
            <a:r>
              <a:rPr sz="2800" spc="-5" dirty="0">
                <a:latin typeface="Times New Roman" panose="02020603050405020304" pitchFamily="18" charset="0"/>
                <a:cs typeface="Times New Roman" panose="02020603050405020304" pitchFamily="18" charset="0"/>
              </a:rPr>
              <a:t>hidden </a:t>
            </a:r>
            <a:r>
              <a:rPr sz="2800" dirty="0">
                <a:latin typeface="Times New Roman" panose="02020603050405020304" pitchFamily="18" charset="0"/>
                <a:cs typeface="Times New Roman" panose="02020603050405020304" pitchFamily="18" charset="0"/>
              </a:rPr>
              <a:t>unit in the </a:t>
            </a:r>
            <a:r>
              <a:rPr sz="2800" spc="-5" dirty="0">
                <a:latin typeface="Times New Roman" panose="02020603050405020304" pitchFamily="18" charset="0"/>
                <a:cs typeface="Times New Roman" panose="02020603050405020304" pitchFamily="18" charset="0"/>
              </a:rPr>
              <a:t>network, </a:t>
            </a:r>
            <a:r>
              <a:rPr sz="2800" dirty="0">
                <a:latin typeface="Times New Roman" panose="02020603050405020304" pitchFamily="18" charset="0"/>
                <a:cs typeface="Times New Roman" panose="02020603050405020304" pitchFamily="18" charset="0"/>
              </a:rPr>
              <a:t>the </a:t>
            </a:r>
            <a:r>
              <a:rPr sz="2800" spc="-5" dirty="0">
                <a:latin typeface="Times New Roman" panose="02020603050405020304" pitchFamily="18" charset="0"/>
                <a:cs typeface="Times New Roman" panose="02020603050405020304" pitchFamily="18" charset="0"/>
              </a:rPr>
              <a:t>derivation </a:t>
            </a:r>
            <a:r>
              <a:rPr sz="2800" spc="-10" dirty="0">
                <a:latin typeface="Times New Roman" panose="02020603050405020304" pitchFamily="18" charset="0"/>
                <a:cs typeface="Times New Roman" panose="02020603050405020304" pitchFamily="18" charset="0"/>
              </a:rPr>
              <a:t>of </a:t>
            </a:r>
            <a:r>
              <a:rPr sz="2800" spc="-58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 </a:t>
            </a:r>
            <a:r>
              <a:rPr sz="2800" spc="-5" dirty="0">
                <a:latin typeface="Times New Roman" panose="02020603050405020304" pitchFamily="18" charset="0"/>
                <a:cs typeface="Times New Roman" panose="02020603050405020304" pitchFamily="18" charset="0"/>
              </a:rPr>
              <a:t>training </a:t>
            </a:r>
            <a:r>
              <a:rPr sz="2800" dirty="0">
                <a:latin typeface="Times New Roman" panose="02020603050405020304" pitchFamily="18" charset="0"/>
                <a:cs typeface="Times New Roman" panose="02020603050405020304" pitchFamily="18" charset="0"/>
              </a:rPr>
              <a:t>rule for </a:t>
            </a:r>
            <a:r>
              <a:rPr sz="2800" b="1" i="1" spc="-5" dirty="0">
                <a:latin typeface="Times New Roman" panose="02020603050405020304" pitchFamily="18" charset="0"/>
                <a:cs typeface="Times New Roman" panose="02020603050405020304" pitchFamily="18" charset="0"/>
              </a:rPr>
              <a:t>w</a:t>
            </a:r>
            <a:r>
              <a:rPr sz="2800" b="1" i="1" spc="-7" baseline="-19097" dirty="0">
                <a:latin typeface="Times New Roman" panose="02020603050405020304" pitchFamily="18" charset="0"/>
                <a:cs typeface="Times New Roman" panose="02020603050405020304" pitchFamily="18" charset="0"/>
              </a:rPr>
              <a:t>ji </a:t>
            </a:r>
            <a:r>
              <a:rPr sz="2800" dirty="0">
                <a:latin typeface="Times New Roman" panose="02020603050405020304" pitchFamily="18" charset="0"/>
                <a:cs typeface="Times New Roman" panose="02020603050405020304" pitchFamily="18" charset="0"/>
              </a:rPr>
              <a:t>must take </a:t>
            </a:r>
            <a:r>
              <a:rPr sz="2800" spc="-5" dirty="0">
                <a:latin typeface="Times New Roman" panose="02020603050405020304" pitchFamily="18" charset="0"/>
                <a:cs typeface="Times New Roman" panose="02020603050405020304" pitchFamily="18" charset="0"/>
              </a:rPr>
              <a:t>into account the </a:t>
            </a:r>
            <a:r>
              <a:rPr sz="2800" dirty="0">
                <a:latin typeface="Times New Roman" panose="02020603050405020304" pitchFamily="18" charset="0"/>
                <a:cs typeface="Times New Roman" panose="02020603050405020304" pitchFamily="18" charset="0"/>
              </a:rPr>
              <a:t>indirect </a:t>
            </a:r>
            <a:r>
              <a:rPr sz="2800" spc="-5" dirty="0">
                <a:latin typeface="Times New Roman" panose="02020603050405020304" pitchFamily="18" charset="0"/>
                <a:cs typeface="Times New Roman" panose="02020603050405020304" pitchFamily="18" charset="0"/>
              </a:rPr>
              <a:t>ways </a:t>
            </a:r>
            <a:r>
              <a:rPr sz="2800" dirty="0">
                <a:latin typeface="Times New Roman" panose="02020603050405020304" pitchFamily="18" charset="0"/>
                <a:cs typeface="Times New Roman" panose="02020603050405020304" pitchFamily="18" charset="0"/>
              </a:rPr>
              <a:t>in </a:t>
            </a:r>
            <a:r>
              <a:rPr sz="2800" spc="-10" dirty="0">
                <a:latin typeface="Times New Roman" panose="02020603050405020304" pitchFamily="18" charset="0"/>
                <a:cs typeface="Times New Roman" panose="02020603050405020304" pitchFamily="18" charset="0"/>
              </a:rPr>
              <a:t>which </a:t>
            </a:r>
            <a:r>
              <a:rPr sz="2800" b="1" i="1" spc="-15" dirty="0">
                <a:latin typeface="Times New Roman" panose="02020603050405020304" pitchFamily="18" charset="0"/>
                <a:cs typeface="Times New Roman" panose="02020603050405020304" pitchFamily="18" charset="0"/>
              </a:rPr>
              <a:t>w</a:t>
            </a:r>
            <a:r>
              <a:rPr sz="2800" b="1" i="1" spc="-22" baseline="-19097" dirty="0">
                <a:latin typeface="Times New Roman" panose="02020603050405020304" pitchFamily="18" charset="0"/>
                <a:cs typeface="Times New Roman" panose="02020603050405020304" pitchFamily="18" charset="0"/>
              </a:rPr>
              <a:t>ji </a:t>
            </a:r>
            <a:r>
              <a:rPr sz="2800" spc="-10" dirty="0">
                <a:latin typeface="Times New Roman" panose="02020603050405020304" pitchFamily="18" charset="0"/>
                <a:cs typeface="Times New Roman" panose="02020603050405020304" pitchFamily="18" charset="0"/>
              </a:rPr>
              <a:t>can </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influence </a:t>
            </a:r>
            <a:r>
              <a:rPr sz="2800" spc="-5" dirty="0">
                <a:latin typeface="Times New Roman" panose="02020603050405020304" pitchFamily="18" charset="0"/>
                <a:cs typeface="Times New Roman" panose="02020603050405020304" pitchFamily="18" charset="0"/>
              </a:rPr>
              <a:t>the</a:t>
            </a:r>
            <a:r>
              <a:rPr sz="2800" dirty="0">
                <a:latin typeface="Times New Roman" panose="02020603050405020304" pitchFamily="18" charset="0"/>
                <a:cs typeface="Times New Roman" panose="02020603050405020304" pitchFamily="18" charset="0"/>
              </a:rPr>
              <a:t> network </a:t>
            </a:r>
            <a:r>
              <a:rPr sz="2800" spc="-5" dirty="0">
                <a:latin typeface="Times New Roman" panose="02020603050405020304" pitchFamily="18" charset="0"/>
                <a:cs typeface="Times New Roman" panose="02020603050405020304" pitchFamily="18" charset="0"/>
              </a:rPr>
              <a:t>outputs</a:t>
            </a:r>
            <a:r>
              <a:rPr sz="2800" dirty="0">
                <a:latin typeface="Times New Roman" panose="02020603050405020304" pitchFamily="18" charset="0"/>
                <a:cs typeface="Times New Roman" panose="02020603050405020304" pitchFamily="18" charset="0"/>
              </a:rPr>
              <a:t> and </a:t>
            </a:r>
            <a:r>
              <a:rPr sz="2800" spc="-5" dirty="0">
                <a:latin typeface="Times New Roman" panose="02020603050405020304" pitchFamily="18" charset="0"/>
                <a:cs typeface="Times New Roman" panose="02020603050405020304" pitchFamily="18" charset="0"/>
              </a:rPr>
              <a:t>hence</a:t>
            </a:r>
            <a:r>
              <a:rPr sz="2800" spc="-40" dirty="0">
                <a:latin typeface="Times New Roman" panose="02020603050405020304" pitchFamily="18" charset="0"/>
                <a:cs typeface="Times New Roman" panose="02020603050405020304" pitchFamily="18" charset="0"/>
              </a:rPr>
              <a:t> </a:t>
            </a:r>
            <a:r>
              <a:rPr sz="2800" b="1" i="1" spc="-5" dirty="0">
                <a:latin typeface="Times New Roman" panose="02020603050405020304" pitchFamily="18" charset="0"/>
                <a:cs typeface="Times New Roman" panose="02020603050405020304" pitchFamily="18" charset="0"/>
              </a:rPr>
              <a:t>E</a:t>
            </a:r>
            <a:r>
              <a:rPr sz="2800" b="1" i="1" spc="-7" baseline="-19097" dirty="0">
                <a:latin typeface="Times New Roman" panose="02020603050405020304" pitchFamily="18" charset="0"/>
                <a:cs typeface="Times New Roman" panose="02020603050405020304" pitchFamily="18" charset="0"/>
              </a:rPr>
              <a:t>d</a:t>
            </a:r>
            <a:r>
              <a:rPr sz="2800" b="1" i="1" spc="-5"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a:p>
            <a:pPr marL="266700" marR="30480" indent="-228600" algn="just">
              <a:lnSpc>
                <a:spcPct val="150000"/>
              </a:lnSpc>
              <a:spcBef>
                <a:spcPts val="905"/>
              </a:spcBef>
              <a:buFont typeface="Arial MT"/>
              <a:buChar char="•"/>
              <a:tabLst>
                <a:tab pos="266700" algn="l"/>
              </a:tabLst>
            </a:pPr>
            <a:r>
              <a:rPr sz="2800" spc="-5" dirty="0">
                <a:latin typeface="Times New Roman" panose="02020603050405020304" pitchFamily="18" charset="0"/>
                <a:cs typeface="Times New Roman" panose="02020603050405020304" pitchFamily="18" charset="0"/>
              </a:rPr>
              <a:t>For</a:t>
            </a:r>
            <a:r>
              <a:rPr sz="2800" dirty="0">
                <a:latin typeface="Times New Roman" panose="02020603050405020304" pitchFamily="18" charset="0"/>
                <a:cs typeface="Times New Roman" panose="02020603050405020304" pitchFamily="18" charset="0"/>
              </a:rPr>
              <a:t> this</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reason, </a:t>
            </a:r>
            <a:r>
              <a:rPr sz="2800" spc="-10" dirty="0">
                <a:latin typeface="Times New Roman" panose="02020603050405020304" pitchFamily="18" charset="0"/>
                <a:cs typeface="Times New Roman" panose="02020603050405020304" pitchFamily="18" charset="0"/>
              </a:rPr>
              <a:t>we</a:t>
            </a:r>
            <a:r>
              <a:rPr sz="2800" spc="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will</a:t>
            </a:r>
            <a:r>
              <a:rPr sz="2800" dirty="0">
                <a:latin typeface="Times New Roman" panose="02020603050405020304" pitchFamily="18" charset="0"/>
                <a:cs typeface="Times New Roman" panose="02020603050405020304" pitchFamily="18" charset="0"/>
              </a:rPr>
              <a:t> find</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it</a:t>
            </a:r>
            <a:r>
              <a:rPr sz="2800" spc="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useful</a:t>
            </a:r>
            <a:r>
              <a:rPr sz="2800" dirty="0">
                <a:latin typeface="Times New Roman" panose="02020603050405020304" pitchFamily="18" charset="0"/>
                <a:cs typeface="Times New Roman" panose="02020603050405020304" pitchFamily="18" charset="0"/>
              </a:rPr>
              <a:t> to</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refer to</a:t>
            </a:r>
            <a:r>
              <a:rPr sz="2800" spc="-5" dirty="0">
                <a:latin typeface="Times New Roman" panose="02020603050405020304" pitchFamily="18" charset="0"/>
                <a:cs typeface="Times New Roman" panose="02020603050405020304" pitchFamily="18" charset="0"/>
              </a:rPr>
              <a:t> the</a:t>
            </a:r>
            <a:r>
              <a:rPr sz="2800" spc="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set</a:t>
            </a:r>
            <a:r>
              <a:rPr sz="2800" dirty="0">
                <a:latin typeface="Times New Roman" panose="02020603050405020304" pitchFamily="18" charset="0"/>
                <a:cs typeface="Times New Roman" panose="02020603050405020304" pitchFamily="18" charset="0"/>
              </a:rPr>
              <a:t> of</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all</a:t>
            </a:r>
            <a:r>
              <a:rPr sz="2800" spc="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units</a:t>
            </a:r>
            <a:r>
              <a:rPr sz="2800" spc="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immediately </a:t>
            </a:r>
            <a:r>
              <a:rPr sz="280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downstream</a:t>
            </a:r>
            <a:r>
              <a:rPr sz="2800" dirty="0">
                <a:latin typeface="Times New Roman" panose="02020603050405020304" pitchFamily="18" charset="0"/>
                <a:cs typeface="Times New Roman" panose="02020603050405020304" pitchFamily="18" charset="0"/>
              </a:rPr>
              <a:t> of</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unit</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j</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 </a:t>
            </a:r>
            <a:r>
              <a:rPr sz="2800" spc="-5" dirty="0">
                <a:latin typeface="Times New Roman" panose="02020603050405020304" pitchFamily="18" charset="0"/>
                <a:cs typeface="Times New Roman" panose="02020603050405020304" pitchFamily="18" charset="0"/>
              </a:rPr>
              <a:t>the</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network</a:t>
            </a:r>
            <a:r>
              <a:rPr sz="2800" spc="-1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and</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denoted</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this</a:t>
            </a:r>
            <a:r>
              <a:rPr sz="2800" spc="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set</a:t>
            </a:r>
            <a:r>
              <a:rPr sz="2800" dirty="0">
                <a:latin typeface="Times New Roman" panose="02020603050405020304" pitchFamily="18" charset="0"/>
                <a:cs typeface="Times New Roman" panose="02020603050405020304" pitchFamily="18" charset="0"/>
              </a:rPr>
              <a:t> of</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units by</a:t>
            </a:r>
            <a:r>
              <a:rPr sz="2800" spc="-60" dirty="0">
                <a:latin typeface="Times New Roman" panose="02020603050405020304" pitchFamily="18" charset="0"/>
                <a:cs typeface="Times New Roman" panose="02020603050405020304" pitchFamily="18" charset="0"/>
              </a:rPr>
              <a:t> </a:t>
            </a:r>
            <a:r>
              <a:rPr sz="2800" b="1" i="1" spc="-5">
                <a:latin typeface="Times New Roman" panose="02020603050405020304" pitchFamily="18" charset="0"/>
                <a:cs typeface="Times New Roman" panose="02020603050405020304" pitchFamily="18" charset="0"/>
              </a:rPr>
              <a:t>Downstream(</a:t>
            </a:r>
            <a:r>
              <a:rPr sz="2800" spc="5">
                <a:latin typeface="Times New Roman" panose="02020603050405020304" pitchFamily="18" charset="0"/>
                <a:cs typeface="Times New Roman" panose="02020603050405020304" pitchFamily="18" charset="0"/>
              </a:rPr>
              <a:t>j</a:t>
            </a:r>
            <a:r>
              <a:rPr sz="2800" spc="5" dirty="0">
                <a:latin typeface="Times New Roman" panose="02020603050405020304" pitchFamily="18" charset="0"/>
                <a:cs typeface="Times New Roman" panose="02020603050405020304" pitchFamily="18" charset="0"/>
              </a:rPr>
              <a:t>).</a:t>
            </a:r>
            <a:endParaRPr sz="2800" dirty="0">
              <a:latin typeface="Times New Roman" panose="02020603050405020304" pitchFamily="18" charset="0"/>
              <a:cs typeface="Times New Roman" panose="02020603050405020304" pitchFamily="18" charset="0"/>
            </a:endParaRPr>
          </a:p>
          <a:p>
            <a:pPr marL="266700" indent="-228600" algn="just">
              <a:lnSpc>
                <a:spcPct val="150000"/>
              </a:lnSpc>
              <a:spcBef>
                <a:spcPts val="765"/>
              </a:spcBef>
              <a:buFont typeface="Arial MT"/>
              <a:buChar char="•"/>
              <a:tabLst>
                <a:tab pos="266700" algn="l"/>
              </a:tabLst>
            </a:pPr>
            <a:r>
              <a:rPr sz="2800" b="1" i="1" dirty="0">
                <a:latin typeface="Times New Roman" panose="02020603050405020304" pitchFamily="18" charset="0"/>
                <a:cs typeface="Times New Roman" panose="02020603050405020304" pitchFamily="18" charset="0"/>
              </a:rPr>
              <a:t>net</a:t>
            </a:r>
            <a:r>
              <a:rPr sz="2800" b="1" i="1" baseline="-19097" dirty="0">
                <a:latin typeface="Times New Roman" panose="02020603050405020304" pitchFamily="18" charset="0"/>
                <a:cs typeface="Times New Roman" panose="02020603050405020304" pitchFamily="18" charset="0"/>
              </a:rPr>
              <a:t>j</a:t>
            </a:r>
            <a:r>
              <a:rPr sz="2800" b="1" i="1" spc="-7" baseline="-19097"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can</a:t>
            </a:r>
            <a:r>
              <a:rPr sz="2800" spc="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influence</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the</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network</a:t>
            </a:r>
            <a:r>
              <a:rPr sz="2800" spc="10"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outputs</a:t>
            </a:r>
            <a:r>
              <a:rPr sz="2800" spc="5"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only</a:t>
            </a:r>
            <a:r>
              <a:rPr sz="2800" spc="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through </a:t>
            </a:r>
            <a:r>
              <a:rPr sz="2800" dirty="0">
                <a:latin typeface="Times New Roman" panose="02020603050405020304" pitchFamily="18" charset="0"/>
                <a:cs typeface="Times New Roman" panose="02020603050405020304" pitchFamily="18" charset="0"/>
              </a:rPr>
              <a:t>the</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units</a:t>
            </a:r>
            <a:r>
              <a:rPr sz="2800" spc="-1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in</a:t>
            </a:r>
            <a:r>
              <a:rPr sz="2800" spc="-275" dirty="0">
                <a:latin typeface="Times New Roman" panose="02020603050405020304" pitchFamily="18" charset="0"/>
                <a:cs typeface="Times New Roman" panose="02020603050405020304" pitchFamily="18" charset="0"/>
              </a:rPr>
              <a:t> </a:t>
            </a:r>
            <a:r>
              <a:rPr sz="2800" b="1" i="1" spc="-5" dirty="0">
                <a:latin typeface="Times New Roman" panose="02020603050405020304" pitchFamily="18" charset="0"/>
                <a:cs typeface="Times New Roman" panose="02020603050405020304" pitchFamily="18" charset="0"/>
              </a:rPr>
              <a:t>Downstream(j).</a:t>
            </a:r>
            <a:endParaRPr sz="2800" dirty="0">
              <a:latin typeface="Times New Roman" panose="02020603050405020304" pitchFamily="18" charset="0"/>
              <a:cs typeface="Times New Roman" panose="02020603050405020304" pitchFamily="18" charset="0"/>
            </a:endParaRPr>
          </a:p>
          <a:p>
            <a:pPr marL="266700" algn="just">
              <a:lnSpc>
                <a:spcPct val="150000"/>
              </a:lnSpc>
            </a:pPr>
            <a:r>
              <a:rPr sz="2800" dirty="0">
                <a:latin typeface="Times New Roman" panose="02020603050405020304" pitchFamily="18" charset="0"/>
                <a:cs typeface="Times New Roman" panose="02020603050405020304" pitchFamily="18" charset="0"/>
              </a:rPr>
              <a:t>Therefore,</a:t>
            </a:r>
            <a:r>
              <a:rPr sz="2800" spc="-2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we</a:t>
            </a:r>
            <a:r>
              <a:rPr sz="2800" spc="-20" dirty="0">
                <a:latin typeface="Times New Roman" panose="02020603050405020304" pitchFamily="18" charset="0"/>
                <a:cs typeface="Times New Roman" panose="02020603050405020304" pitchFamily="18" charset="0"/>
              </a:rPr>
              <a:t> </a:t>
            </a:r>
            <a:r>
              <a:rPr sz="2800" dirty="0">
                <a:latin typeface="Times New Roman" panose="02020603050405020304" pitchFamily="18" charset="0"/>
                <a:cs typeface="Times New Roman" panose="02020603050405020304" pitchFamily="18" charset="0"/>
              </a:rPr>
              <a:t>can</a:t>
            </a:r>
            <a:r>
              <a:rPr sz="2800" spc="-15" dirty="0">
                <a:latin typeface="Times New Roman" panose="02020603050405020304" pitchFamily="18" charset="0"/>
                <a:cs typeface="Times New Roman" panose="02020603050405020304" pitchFamily="18" charset="0"/>
              </a:rPr>
              <a:t> </a:t>
            </a:r>
            <a:r>
              <a:rPr sz="2800" spc="-5" dirty="0">
                <a:latin typeface="Times New Roman" panose="02020603050405020304" pitchFamily="18" charset="0"/>
                <a:cs typeface="Times New Roman" panose="02020603050405020304" pitchFamily="18" charset="0"/>
              </a:rPr>
              <a:t>write</a:t>
            </a:r>
            <a:endParaRPr sz="2800" dirty="0">
              <a:latin typeface="Times New Roman" panose="02020603050405020304" pitchFamily="18" charset="0"/>
              <a:cs typeface="Times New Roman" panose="02020603050405020304" pitchFamily="18" charset="0"/>
            </a:endParaRPr>
          </a:p>
        </p:txBody>
      </p:sp>
      <p:sp>
        <p:nvSpPr>
          <p:cNvPr id="4" name="Slide Number Placeholder 3">
            <a:extLst>
              <a:ext uri="{FF2B5EF4-FFF2-40B4-BE49-F238E27FC236}">
                <a16:creationId xmlns:a16="http://schemas.microsoft.com/office/drawing/2014/main" id="{6CE406B1-41FA-4231-87E0-D1FAF2C50E15}"/>
              </a:ext>
            </a:extLst>
          </p:cNvPr>
          <p:cNvSpPr>
            <a:spLocks noGrp="1"/>
          </p:cNvSpPr>
          <p:nvPr>
            <p:ph type="sldNum" sz="quarter" idx="7"/>
          </p:nvPr>
        </p:nvSpPr>
        <p:spPr>
          <a:xfrm>
            <a:off x="8778240" y="6377940"/>
            <a:ext cx="2804160" cy="342900"/>
          </a:xfrm>
          <a:prstGeom prst="rect">
            <a:avLst/>
          </a:prstGeom>
        </p:spPr>
        <p:txBody>
          <a:bodyPr wrap="square" lIns="0" tIns="0" rIns="0" bIns="0">
            <a:spAutoFit/>
          </a:bodyPr>
          <a:lstStyle>
            <a:defPPr>
              <a:defRPr lang="en-US"/>
            </a:defPPr>
            <a:lvl1pPr marL="0" algn="r" defTabSz="914400" rtl="0" eaLnBrk="1" latinLnBrk="0" hangingPunct="1">
              <a:defRPr sz="1800" kern="1200">
                <a:solidFill>
                  <a:schemeClr val="tx1">
                    <a:tint val="75000"/>
                  </a:schemeClr>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fld id="{B6F15528-21DE-4FAA-801E-634DDDAF4B2B}" type="slidenum">
              <a:rPr lang="en-IN" smtClean="0"/>
              <a:pPr/>
              <a:t>71</a:t>
            </a:fld>
            <a:endParaRPr lang="en-IN"/>
          </a:p>
        </p:txBody>
      </p:sp>
    </p:spTree>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object 2"/>
          <p:cNvPicPr/>
          <p:nvPr/>
        </p:nvPicPr>
        <p:blipFill>
          <a:blip r:embed="rId2" cstate="print"/>
          <a:stretch>
            <a:fillRect/>
          </a:stretch>
        </p:blipFill>
        <p:spPr>
          <a:xfrm>
            <a:off x="1117359" y="63063"/>
            <a:ext cx="9571662" cy="6684579"/>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4291</TotalTime>
  <Words>6193</Words>
  <Application>Microsoft Office PowerPoint</Application>
  <PresentationFormat>Widescreen</PresentationFormat>
  <Paragraphs>798</Paragraphs>
  <Slides>72</Slides>
  <Notes>1</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72</vt:i4>
      </vt:variant>
    </vt:vector>
  </HeadingPairs>
  <TitlesOfParts>
    <vt:vector size="80" baseType="lpstr">
      <vt:lpstr>Aptos</vt:lpstr>
      <vt:lpstr>Aptos Display</vt:lpstr>
      <vt:lpstr>Arial</vt:lpstr>
      <vt:lpstr>Arial MT</vt:lpstr>
      <vt:lpstr>Cambria</vt:lpstr>
      <vt:lpstr>Times New Roman</vt:lpstr>
      <vt:lpstr>Wingdings</vt:lpstr>
      <vt:lpstr>Office Theme</vt:lpstr>
      <vt:lpstr>Machine Learning</vt:lpstr>
      <vt:lpstr>Pre- requisites</vt:lpstr>
      <vt:lpstr>Course Learning Objectives (CLO)</vt:lpstr>
      <vt:lpstr>MODULE 3</vt:lpstr>
      <vt:lpstr>Introduction</vt:lpstr>
      <vt:lpstr>Neural Network Representation</vt:lpstr>
      <vt:lpstr>PowerPoint Presentation</vt:lpstr>
      <vt:lpstr>PowerPoint Presentation</vt:lpstr>
      <vt:lpstr>APPROPRIATE PROBLEMS FOR NEURAL NETWORK LEARNING</vt:lpstr>
      <vt:lpstr>Continue…</vt:lpstr>
      <vt:lpstr>PERCEPTRONS - Representation</vt:lpstr>
      <vt:lpstr>Continue…</vt:lpstr>
      <vt:lpstr>PowerPoint Presentation</vt:lpstr>
      <vt:lpstr>Representational Power of Perceptrons</vt:lpstr>
      <vt:lpstr>The Perceptron - Training Rule</vt:lpstr>
      <vt:lpstr>Continue…</vt:lpstr>
      <vt:lpstr>PowerPoint Presentation</vt:lpstr>
      <vt:lpstr>PowerPoint Presentation</vt:lpstr>
      <vt:lpstr>The Delta Rule – gradient descent</vt:lpstr>
      <vt:lpstr>Gradient Decent</vt:lpstr>
      <vt:lpstr>Gradient Descent</vt:lpstr>
      <vt:lpstr>PowerPoint Presentation</vt:lpstr>
      <vt:lpstr>VISUALIZING THE HYPOTHESIS SPACE</vt:lpstr>
      <vt:lpstr>PowerPoint Presentation</vt:lpstr>
      <vt:lpstr>PowerPoint Presentation</vt:lpstr>
      <vt:lpstr>DERIVATION OF THE GRADIENT DESCENT RULE- weight update rule </vt:lpstr>
      <vt:lpstr>PowerPoint Presentation</vt:lpstr>
      <vt:lpstr>PowerPoint Presentation</vt:lpstr>
      <vt:lpstr>PowerPoint Presentation</vt:lpstr>
      <vt:lpstr>Perceptron logic function – AND gate </vt:lpstr>
      <vt:lpstr>PowerPoint Presentation</vt:lpstr>
      <vt:lpstr>Perceptron logic function- OR gate </vt:lpstr>
      <vt:lpstr>PowerPoint Presentation</vt:lpstr>
      <vt:lpstr>Perceptron logic function – NOR gate</vt:lpstr>
      <vt:lpstr>PowerPoint Presentation</vt:lpstr>
      <vt:lpstr>Perceptron logic function – XOR gate </vt:lpstr>
      <vt:lpstr>Multilayer Perceptrons – XOR gate </vt:lpstr>
      <vt:lpstr>Where is the learning happening?</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Exercise Problem</vt:lpstr>
      <vt:lpstr>STOCHASTIC APPROXIMATION TO GRADIENT DESCENT</vt:lpstr>
      <vt:lpstr>Stochastic gradient descent</vt:lpstr>
      <vt:lpstr>PowerPoint Presentation</vt:lpstr>
      <vt:lpstr>Error function</vt:lpstr>
      <vt:lpstr>PowerPoint Presentation</vt:lpstr>
      <vt:lpstr>PowerPoint Presentation</vt:lpstr>
      <vt:lpstr>Remarks</vt:lpstr>
      <vt:lpstr>Problems with perceptron</vt:lpstr>
      <vt:lpstr>MULTILAYER NETWORKS AND THE BACKPROPAGATION ALGORITHM</vt:lpstr>
      <vt:lpstr>BACKPROPAGATION  </vt:lpstr>
      <vt:lpstr>PowerPoint Presentation</vt:lpstr>
      <vt:lpstr>A Differentiable Threshold Unit - sigmoid</vt:lpstr>
      <vt:lpstr>PowerPoint Presentation</vt:lpstr>
      <vt:lpstr>PowerPoint Presentation</vt:lpstr>
      <vt:lpstr>PowerPoint Presentation</vt:lpstr>
      <vt:lpstr>The BACKPROPAGATION Algorithm</vt:lpstr>
      <vt:lpstr>PowerPoint Presentation</vt:lpstr>
      <vt:lpstr>PowerPoint Presentation</vt:lpstr>
      <vt:lpstr>Derivation of the BACKPROPAGATION Rule</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Shilpa B V</dc:creator>
  <cp:lastModifiedBy>Shilpa BV</cp:lastModifiedBy>
  <cp:revision>25</cp:revision>
  <dcterms:created xsi:type="dcterms:W3CDTF">2025-01-27T06:33:54Z</dcterms:created>
  <dcterms:modified xsi:type="dcterms:W3CDTF">2025-03-31T08:48:08Z</dcterms:modified>
</cp:coreProperties>
</file>
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Cabin" panose="020B0604020202020204" charset="0"/>
      <p:regular r:id="rId12"/>
    </p:embeddedFont>
    <p:embeddedFont>
      <p:font typeface="Unbounde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73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CEEDCA-F54C-F3A2-161D-02074B6A7441}"/>
              </a:ext>
            </a:extLst>
          </p:cNvPr>
          <p:cNvSpPr txBox="1"/>
          <p:nvPr/>
        </p:nvSpPr>
        <p:spPr>
          <a:xfrm>
            <a:off x="2509837" y="2052734"/>
            <a:ext cx="9610725" cy="216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SUI BLOCKCHAIN: BRIDGING THE GAP TO WEB3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BFD40-5368-7E13-2B58-ACBBEC3D28E7}"/>
              </a:ext>
            </a:extLst>
          </p:cNvPr>
          <p:cNvSpPr txBox="1"/>
          <p:nvPr/>
        </p:nvSpPr>
        <p:spPr>
          <a:xfrm>
            <a:off x="400050" y="5710482"/>
            <a:ext cx="4638675" cy="1895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By,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VENKATESHA Y K 	4VV22CS181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YASHWANTH S 	4VV22CS189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YESH GOWDA	                 4VV22CS190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MANOJ KUMAR M         4VV23CS409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6F0AA-86F1-575D-5122-FB0586C11208}"/>
              </a:ext>
            </a:extLst>
          </p:cNvPr>
          <p:cNvSpPr/>
          <p:nvPr/>
        </p:nvSpPr>
        <p:spPr>
          <a:xfrm>
            <a:off x="12620625" y="7734300"/>
            <a:ext cx="2009775" cy="4953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601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23284" y="565573"/>
            <a:ext cx="8113772" cy="172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Introduction</a:t>
            </a:r>
          </a:p>
          <a:p>
            <a:pPr marL="0" indent="0" algn="l">
              <a:lnSpc>
                <a:spcPts val="5500"/>
              </a:lnSpc>
              <a:buNone/>
            </a:pPr>
            <a:endParaRPr lang="en-US" sz="4400" dirty="0">
              <a:solidFill>
                <a:srgbClr val="FFFFFF"/>
              </a:solidFill>
              <a:latin typeface="Unbounded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24124" y="4431744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7C5E5F25-18EB-2497-D596-77C741D83D9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23284" y="2721625"/>
            <a:ext cx="838601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Layer 1 Innovation: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Developed by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Mysten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Labs, SUI       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    redefines scalability, security, and user experience.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Advanced Technology: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Utilizes Move language,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zkLogin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     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and parallel processing.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Web3-Ready: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Built for next-gen Web3 apps, NFTs, and 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DeFi  platforms.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 Performance: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Offers speed, efficiency, and flexibility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 developers and users.</a:t>
            </a:r>
          </a:p>
        </p:txBody>
      </p:sp>
      <p:pic>
        <p:nvPicPr>
          <p:cNvPr id="1041" name="Picture 17" descr="Image result for Sui Network workin">
            <a:extLst>
              <a:ext uri="{FF2B5EF4-FFF2-40B4-BE49-F238E27FC236}">
                <a16:creationId xmlns:a16="http://schemas.microsoft.com/office/drawing/2014/main" id="{D84F8AC2-6573-7CBD-A52F-14C1938DF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648"/>
            <a:ext cx="5416766" cy="815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D44947-BD5C-3F82-2724-476D258DCF69}"/>
              </a:ext>
            </a:extLst>
          </p:cNvPr>
          <p:cNvSpPr/>
          <p:nvPr/>
        </p:nvSpPr>
        <p:spPr>
          <a:xfrm>
            <a:off x="12620625" y="7734300"/>
            <a:ext cx="2009775" cy="4953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33279" y="586978"/>
            <a:ext cx="7650242" cy="125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SUI Blockchain: A Vision Realized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233279" y="2162413"/>
            <a:ext cx="7650242" cy="1210032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446639" y="2375773"/>
            <a:ext cx="2510790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zkLogin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446639" y="2817614"/>
            <a:ext cx="7223522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Simplifies wallet authentication with web credentials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33279" y="3585805"/>
            <a:ext cx="7650242" cy="1210032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6446639" y="3799165"/>
            <a:ext cx="2510790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Move Language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446639" y="4241006"/>
            <a:ext cx="7223522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Secure, efficient, and expressive blockchain programming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33279" y="5009198"/>
            <a:ext cx="7650242" cy="1210032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6446639" y="5222558"/>
            <a:ext cx="282035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Parallel Processing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446639" y="5664398"/>
            <a:ext cx="7223522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Processes transactions concurrently without bottlenecks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33279" y="6432590"/>
            <a:ext cx="7650242" cy="1210032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6446639" y="6645950"/>
            <a:ext cx="330529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Programmable Blocks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446639" y="7087791"/>
            <a:ext cx="7223522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Supports 1024 operations per single transaction</a:t>
            </a:r>
            <a:endParaRPr lang="en-US" sz="1650" dirty="0"/>
          </a:p>
        </p:txBody>
      </p:sp>
      <p:pic>
        <p:nvPicPr>
          <p:cNvPr id="2050" name="Picture 2" descr="What is Sui Network? A Deep Dive into this Next-Generation L1 Blockchain">
            <a:extLst>
              <a:ext uri="{FF2B5EF4-FFF2-40B4-BE49-F238E27FC236}">
                <a16:creationId xmlns:a16="http://schemas.microsoft.com/office/drawing/2014/main" id="{AFEC30EC-64AC-4561-C020-94254A7FB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8" y="99578"/>
            <a:ext cx="5969701" cy="8130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8FB829-FF7E-5E6F-E187-60AB1A8146E8}"/>
              </a:ext>
            </a:extLst>
          </p:cNvPr>
          <p:cNvSpPr/>
          <p:nvPr/>
        </p:nvSpPr>
        <p:spPr>
          <a:xfrm>
            <a:off x="12620625" y="7734300"/>
            <a:ext cx="2009775" cy="4953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10432" y="649367"/>
            <a:ext cx="7495937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 SUI Blockchain Works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310432" y="2387441"/>
            <a:ext cx="529709" cy="529709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7075527" y="2468285"/>
            <a:ext cx="2846665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Contracts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075527" y="2955727"/>
            <a:ext cx="6730841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Secure and efficient with Move language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310432" y="3803333"/>
            <a:ext cx="529709" cy="529709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7075527" y="3884176"/>
            <a:ext cx="3012877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Fast Transactions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075527" y="4371618"/>
            <a:ext cx="6730841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Parallel execution boosts speed dramatically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10432" y="5219224"/>
            <a:ext cx="529709" cy="529709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7075527" y="5300067"/>
            <a:ext cx="385643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Consensus Mechanism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075527" y="5787509"/>
            <a:ext cx="6730841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Narwhal DAG and Tusk finalize securely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6310432" y="6635115"/>
            <a:ext cx="529709" cy="529709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7075527" y="6715958"/>
            <a:ext cx="3647123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Programmable Blocks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075527" y="7203400"/>
            <a:ext cx="6730841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Ideal for gaming, DeFi, and e-commerce tasks</a:t>
            </a:r>
            <a:endParaRPr lang="en-US" sz="1850" dirty="0"/>
          </a:p>
        </p:txBody>
      </p:sp>
      <p:pic>
        <p:nvPicPr>
          <p:cNvPr id="3074" name="Picture 2" descr="Image result for sui network working mode image">
            <a:extLst>
              <a:ext uri="{FF2B5EF4-FFF2-40B4-BE49-F238E27FC236}">
                <a16:creationId xmlns:a16="http://schemas.microsoft.com/office/drawing/2014/main" id="{944719B1-3016-C683-3B03-E381DFA2D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253"/>
            <a:ext cx="5666873" cy="797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5059926-9235-2BE4-1B53-3EEFE0EA0AD8}"/>
              </a:ext>
            </a:extLst>
          </p:cNvPr>
          <p:cNvSpPr/>
          <p:nvPr/>
        </p:nvSpPr>
        <p:spPr>
          <a:xfrm>
            <a:off x="12620625" y="7734300"/>
            <a:ext cx="2009775" cy="4953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61949"/>
            <a:ext cx="1008578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Advantages of SUI Blockchain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6425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15551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Handles up to 297,000 TPS, Web2 competitive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77785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Low Gas Fees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53691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Predictable and affordable for users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4761" y="3564255"/>
            <a:ext cx="30859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Developer Friendly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4761" y="415551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Comprehensive tools and SDKs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477785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14761" y="53691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zkLogin and programmable blocks enhance privacy</a:t>
            </a:r>
            <a:endParaRPr lang="en-US" sz="18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D46F7-8164-5C87-3DA5-5EE01A30A616}"/>
              </a:ext>
            </a:extLst>
          </p:cNvPr>
          <p:cNvSpPr/>
          <p:nvPr/>
        </p:nvSpPr>
        <p:spPr>
          <a:xfrm>
            <a:off x="12620625" y="7734300"/>
            <a:ext cx="2009775" cy="4953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6523" y="594360"/>
            <a:ext cx="7630954" cy="1907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SUI Token: Features, Utility, and Future Potential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23" y="2825948"/>
            <a:ext cx="540306" cy="5403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6523" y="3582353"/>
            <a:ext cx="2363510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Transaction Fees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6523" y="4347805"/>
            <a:ext cx="2363510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Used to pay for blockchain operations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186" y="2825948"/>
            <a:ext cx="540306" cy="5403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90186" y="3582353"/>
            <a:ext cx="2363510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Validator Incentives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3390186" y="4347805"/>
            <a:ext cx="2363510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Staking rewards secure the network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848" y="2825948"/>
            <a:ext cx="540306" cy="5403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23848" y="3582353"/>
            <a:ext cx="236351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Governance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023848" y="4029908"/>
            <a:ext cx="2363510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Token holders vote on protocol changes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523" y="5471874"/>
            <a:ext cx="540306" cy="5403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6523" y="6228278"/>
            <a:ext cx="2363510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Medium of Exchange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756523" y="6993731"/>
            <a:ext cx="2363510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Used within dApps for seamless transactions</a:t>
            </a:r>
            <a:endParaRPr lang="en-US" sz="1700" dirty="0"/>
          </a:p>
        </p:txBody>
      </p:sp>
      <p:pic>
        <p:nvPicPr>
          <p:cNvPr id="4098" name="Picture 2" descr="What Is Sui (SUI) Network?">
            <a:extLst>
              <a:ext uri="{FF2B5EF4-FFF2-40B4-BE49-F238E27FC236}">
                <a16:creationId xmlns:a16="http://schemas.microsoft.com/office/drawing/2014/main" id="{00F1EBB4-46CB-1947-D04E-73DA45AF8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795" y="84221"/>
            <a:ext cx="5732258" cy="806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801" y="838319"/>
            <a:ext cx="12815768" cy="58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Bridging Assets to SUI with RocketX Exchange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5801" y="1820585"/>
            <a:ext cx="149066" cy="729734"/>
          </a:xfrm>
          <a:prstGeom prst="roundRect">
            <a:avLst>
              <a:gd name="adj" fmla="val 20008"/>
            </a:avLst>
          </a:prstGeom>
          <a:solidFill>
            <a:srgbClr val="304755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820585"/>
            <a:ext cx="2339102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Visit RocketX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232184"/>
            <a:ext cx="1279159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Start your cross-chain asset journey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93934" y="2749034"/>
            <a:ext cx="149066" cy="729734"/>
          </a:xfrm>
          <a:prstGeom prst="roundRect">
            <a:avLst>
              <a:gd name="adj" fmla="val 20008"/>
            </a:avLst>
          </a:prstGeom>
          <a:solidFill>
            <a:srgbClr val="304755"/>
          </a:solidFill>
          <a:ln/>
        </p:spPr>
      </p:sp>
      <p:sp>
        <p:nvSpPr>
          <p:cNvPr id="7" name="Text 5"/>
          <p:cNvSpPr/>
          <p:nvPr/>
        </p:nvSpPr>
        <p:spPr>
          <a:xfrm>
            <a:off x="1441133" y="2749034"/>
            <a:ext cx="2339102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Connect Wallet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41133" y="3160633"/>
            <a:ext cx="12493466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Supports MetaMask, Base, Arbitrum, and more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292185" y="3677483"/>
            <a:ext cx="149066" cy="729734"/>
          </a:xfrm>
          <a:prstGeom prst="roundRect">
            <a:avLst>
              <a:gd name="adj" fmla="val 20008"/>
            </a:avLst>
          </a:prstGeom>
          <a:solidFill>
            <a:srgbClr val="304755"/>
          </a:solidFill>
          <a:ln/>
        </p:spPr>
      </p:sp>
      <p:sp>
        <p:nvSpPr>
          <p:cNvPr id="10" name="Text 8"/>
          <p:cNvSpPr/>
          <p:nvPr/>
        </p:nvSpPr>
        <p:spPr>
          <a:xfrm>
            <a:off x="1739384" y="3677483"/>
            <a:ext cx="2339102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Select Tokens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9384" y="4089083"/>
            <a:ext cx="12195215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Choose source and destination networks and tokens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590437" y="4605933"/>
            <a:ext cx="149066" cy="729734"/>
          </a:xfrm>
          <a:prstGeom prst="roundRect">
            <a:avLst>
              <a:gd name="adj" fmla="val 20008"/>
            </a:avLst>
          </a:prstGeom>
          <a:solidFill>
            <a:srgbClr val="304755"/>
          </a:solidFill>
          <a:ln/>
        </p:spPr>
      </p:sp>
      <p:sp>
        <p:nvSpPr>
          <p:cNvPr id="13" name="Text 11"/>
          <p:cNvSpPr/>
          <p:nvPr/>
        </p:nvSpPr>
        <p:spPr>
          <a:xfrm>
            <a:off x="2037636" y="4605933"/>
            <a:ext cx="2339102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Enter Address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37636" y="5017532"/>
            <a:ext cx="1189696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valid SUI wallet (e.g., Suiet, Ethos)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292185" y="5534382"/>
            <a:ext cx="149066" cy="729734"/>
          </a:xfrm>
          <a:prstGeom prst="roundRect">
            <a:avLst>
              <a:gd name="adj" fmla="val 20008"/>
            </a:avLst>
          </a:prstGeom>
          <a:solidFill>
            <a:srgbClr val="304755"/>
          </a:solidFill>
          <a:ln/>
        </p:spPr>
      </p:sp>
      <p:sp>
        <p:nvSpPr>
          <p:cNvPr id="16" name="Text 14"/>
          <p:cNvSpPr/>
          <p:nvPr/>
        </p:nvSpPr>
        <p:spPr>
          <a:xfrm>
            <a:off x="1739384" y="5534382"/>
            <a:ext cx="2442924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Review &amp; Confirm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9384" y="5945981"/>
            <a:ext cx="12195215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Verify details and approve the swap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93934" y="6462832"/>
            <a:ext cx="149066" cy="729734"/>
          </a:xfrm>
          <a:prstGeom prst="roundRect">
            <a:avLst>
              <a:gd name="adj" fmla="val 20008"/>
            </a:avLst>
          </a:prstGeom>
          <a:solidFill>
            <a:srgbClr val="304755"/>
          </a:solidFill>
          <a:ln/>
        </p:spPr>
      </p:sp>
      <p:sp>
        <p:nvSpPr>
          <p:cNvPr id="19" name="Text 17"/>
          <p:cNvSpPr/>
          <p:nvPr/>
        </p:nvSpPr>
        <p:spPr>
          <a:xfrm>
            <a:off x="1441133" y="6462832"/>
            <a:ext cx="2339102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Complete Swap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41133" y="6874431"/>
            <a:ext cx="12493466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Assets appear securely in your SUI wallet</a:t>
            </a:r>
            <a:endParaRPr lang="en-US" sz="15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900ADA-E271-3A92-C811-870313A04829}"/>
              </a:ext>
            </a:extLst>
          </p:cNvPr>
          <p:cNvSpPr/>
          <p:nvPr/>
        </p:nvSpPr>
        <p:spPr>
          <a:xfrm>
            <a:off x="12620625" y="7734300"/>
            <a:ext cx="2009775" cy="4953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778" y="550069"/>
            <a:ext cx="7746444" cy="117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Embrace the Future of Blockchain with SUI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78" y="2023943"/>
            <a:ext cx="998339" cy="11980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96559" y="2223611"/>
            <a:ext cx="2349103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996559" y="2636996"/>
            <a:ext cx="6448663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Supports massive transaction volume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78" y="3221950"/>
            <a:ext cx="998339" cy="11980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96559" y="3421618"/>
            <a:ext cx="2437924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Energy Efficiency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996559" y="3835003"/>
            <a:ext cx="6448663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Optimized for low consumption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78" y="4419957"/>
            <a:ext cx="998339" cy="1198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96559" y="4619625"/>
            <a:ext cx="3551277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Developer Empowerment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996559" y="5033010"/>
            <a:ext cx="6448663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Rich tooling and SDKs included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778" y="5617964"/>
            <a:ext cx="998339" cy="119800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96559" y="5817632"/>
            <a:ext cx="2596396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Seamless Bridging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996559" y="6231017"/>
            <a:ext cx="6448663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RocketX enables easy asset transfers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698778" y="7040523"/>
            <a:ext cx="7746444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Unlock limitless decentralized opportunities with SUI’s innovative platform and cross-chain capabilities.</a:t>
            </a:r>
            <a:endParaRPr lang="en-US" sz="1550" dirty="0"/>
          </a:p>
        </p:txBody>
      </p:sp>
      <p:pic>
        <p:nvPicPr>
          <p:cNvPr id="6148" name="Picture 4" descr="Image result for sui usdt future">
            <a:extLst>
              <a:ext uri="{FF2B5EF4-FFF2-40B4-BE49-F238E27FC236}">
                <a16:creationId xmlns:a16="http://schemas.microsoft.com/office/drawing/2014/main" id="{76C55BB5-284A-F39B-A45A-2CA4BDEE9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4137" y="1949054"/>
            <a:ext cx="6196263" cy="438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1E218F-1012-24A0-83B0-407BA312969D}"/>
              </a:ext>
            </a:extLst>
          </p:cNvPr>
          <p:cNvSpPr/>
          <p:nvPr/>
        </p:nvSpPr>
        <p:spPr>
          <a:xfrm>
            <a:off x="12620625" y="7734300"/>
            <a:ext cx="2009775" cy="4953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70156" y="355228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366</Words>
  <Application>Microsoft Office PowerPoint</Application>
  <PresentationFormat>Custom</PresentationFormat>
  <Paragraphs>86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Cabin</vt:lpstr>
      <vt:lpstr>Unbounded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Yashwanth S</cp:lastModifiedBy>
  <cp:revision>5</cp:revision>
  <dcterms:created xsi:type="dcterms:W3CDTF">2025-05-07T15:17:03Z</dcterms:created>
  <dcterms:modified xsi:type="dcterms:W3CDTF">2025-05-07T16:21:36Z</dcterms:modified>
</cp:coreProperties>
</file>
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257" r:id="rId3"/>
    <p:sldId id="258" r:id="rId4"/>
    <p:sldId id="259" r:id="rId5"/>
    <p:sldId id="329" r:id="rId6"/>
    <p:sldId id="341" r:id="rId7"/>
    <p:sldId id="342" r:id="rId8"/>
    <p:sldId id="343" r:id="rId9"/>
    <p:sldId id="344" r:id="rId10"/>
    <p:sldId id="345" r:id="rId11"/>
    <p:sldId id="347" r:id="rId12"/>
    <p:sldId id="348" r:id="rId13"/>
    <p:sldId id="314" r:id="rId14"/>
    <p:sldId id="315" r:id="rId15"/>
    <p:sldId id="316" r:id="rId16"/>
    <p:sldId id="317" r:id="rId17"/>
    <p:sldId id="318" r:id="rId18"/>
    <p:sldId id="319" r:id="rId19"/>
    <p:sldId id="320" r:id="rId20"/>
    <p:sldId id="321" r:id="rId21"/>
    <p:sldId id="326" r:id="rId22"/>
    <p:sldId id="322" r:id="rId23"/>
    <p:sldId id="323" r:id="rId24"/>
    <p:sldId id="324" r:id="rId25"/>
    <p:sldId id="325" r:id="rId26"/>
    <p:sldId id="327" r:id="rId27"/>
    <p:sldId id="328" r:id="rId28"/>
    <p:sldId id="330" r:id="rId29"/>
    <p:sldId id="331" r:id="rId30"/>
    <p:sldId id="332" r:id="rId31"/>
    <p:sldId id="334" r:id="rId32"/>
    <p:sldId id="335" r:id="rId33"/>
    <p:sldId id="336" r:id="rId34"/>
    <p:sldId id="340" r:id="rId35"/>
    <p:sldId id="339" r:id="rId36"/>
    <p:sldId id="333" r:id="rId37"/>
    <p:sldId id="337" r:id="rId38"/>
    <p:sldId id="338" r:id="rId39"/>
    <p:sldId id="349" r:id="rId40"/>
    <p:sldId id="350" r:id="rId41"/>
    <p:sldId id="351" r:id="rId42"/>
    <p:sldId id="352" r:id="rId43"/>
    <p:sldId id="353" r:id="rId44"/>
    <p:sldId id="354" r:id="rId45"/>
    <p:sldId id="355" r:id="rId46"/>
    <p:sldId id="356" r:id="rId47"/>
    <p:sldId id="357" r:id="rId48"/>
    <p:sldId id="358" r:id="rId49"/>
    <p:sldId id="359" r:id="rId50"/>
    <p:sldId id="360" r:id="rId51"/>
    <p:sldId id="361" r:id="rId52"/>
    <p:sldId id="362" r:id="rId53"/>
    <p:sldId id="363" r:id="rId54"/>
    <p:sldId id="364" r:id="rId55"/>
    <p:sldId id="365" r:id="rId56"/>
    <p:sldId id="366" r:id="rId57"/>
    <p:sldId id="367" r:id="rId58"/>
    <p:sldId id="368" r:id="rId59"/>
    <p:sldId id="369" r:id="rId60"/>
    <p:sldId id="370" r:id="rId61"/>
    <p:sldId id="371" r:id="rId62"/>
    <p:sldId id="372" r:id="rId63"/>
    <p:sldId id="384" r:id="rId64"/>
    <p:sldId id="383" r:id="rId65"/>
    <p:sldId id="373" r:id="rId66"/>
    <p:sldId id="374" r:id="rId67"/>
    <p:sldId id="375" r:id="rId68"/>
    <p:sldId id="376" r:id="rId69"/>
    <p:sldId id="377" r:id="rId70"/>
    <p:sldId id="378" r:id="rId71"/>
    <p:sldId id="379" r:id="rId72"/>
    <p:sldId id="380" r:id="rId73"/>
    <p:sldId id="381" r:id="rId74"/>
    <p:sldId id="382" r:id="rId75"/>
    <p:sldId id="385" r:id="rId76"/>
    <p:sldId id="386" r:id="rId77"/>
    <p:sldId id="387" r:id="rId78"/>
    <p:sldId id="388" r:id="rId79"/>
    <p:sldId id="389" r:id="rId80"/>
    <p:sldId id="313"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051930-240F-4978-9ADE-66A4FFC90DD0}" v="104" dt="2025-05-04T13:40:49.7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lpa BV" userId="48fbb3e7aeb449f5" providerId="LiveId" clId="{9A051930-240F-4978-9ADE-66A4FFC90DD0}"/>
    <pc:docChg chg="undo redo custSel addSld delSld modSld sldOrd">
      <pc:chgData name="Shilpa BV" userId="48fbb3e7aeb449f5" providerId="LiveId" clId="{9A051930-240F-4978-9ADE-66A4FFC90DD0}" dt="2025-05-04T13:42:01.365" v="7002" actId="47"/>
      <pc:docMkLst>
        <pc:docMk/>
      </pc:docMkLst>
      <pc:sldChg chg="modSp mod">
        <pc:chgData name="Shilpa BV" userId="48fbb3e7aeb449f5" providerId="LiveId" clId="{9A051930-240F-4978-9ADE-66A4FFC90DD0}" dt="2025-04-29T03:14:25.855" v="5638" actId="15"/>
        <pc:sldMkLst>
          <pc:docMk/>
          <pc:sldMk cId="2852292856" sldId="259"/>
        </pc:sldMkLst>
        <pc:spChg chg="mod">
          <ac:chgData name="Shilpa BV" userId="48fbb3e7aeb449f5" providerId="LiveId" clId="{9A051930-240F-4978-9ADE-66A4FFC90DD0}" dt="2025-03-24T06:13:45.559" v="1" actId="20577"/>
          <ac:spMkLst>
            <pc:docMk/>
            <pc:sldMk cId="2852292856" sldId="259"/>
            <ac:spMk id="2" creationId="{CD0CF878-55B4-5A10-FF90-3CDE6F0FB4EA}"/>
          </ac:spMkLst>
        </pc:spChg>
        <pc:spChg chg="mod">
          <ac:chgData name="Shilpa BV" userId="48fbb3e7aeb449f5" providerId="LiveId" clId="{9A051930-240F-4978-9ADE-66A4FFC90DD0}" dt="2025-04-29T03:14:25.855" v="5638" actId="15"/>
          <ac:spMkLst>
            <pc:docMk/>
            <pc:sldMk cId="2852292856" sldId="259"/>
            <ac:spMk id="3" creationId="{CD2994F0-E930-B691-9A33-D6CB82B43A6B}"/>
          </ac:spMkLst>
        </pc:spChg>
      </pc:sldChg>
      <pc:sldChg chg="modSp new mod">
        <pc:chgData name="Shilpa BV" userId="48fbb3e7aeb449f5" providerId="LiveId" clId="{9A051930-240F-4978-9ADE-66A4FFC90DD0}" dt="2025-03-24T06:29:45.962" v="104" actId="255"/>
        <pc:sldMkLst>
          <pc:docMk/>
          <pc:sldMk cId="2451138813" sldId="314"/>
        </pc:sldMkLst>
        <pc:spChg chg="mod">
          <ac:chgData name="Shilpa BV" userId="48fbb3e7aeb449f5" providerId="LiveId" clId="{9A051930-240F-4978-9ADE-66A4FFC90DD0}" dt="2025-03-24T06:23:43.376" v="27" actId="20577"/>
          <ac:spMkLst>
            <pc:docMk/>
            <pc:sldMk cId="2451138813" sldId="314"/>
            <ac:spMk id="2" creationId="{F5513B83-66D4-94DD-5ED2-5433937D1D04}"/>
          </ac:spMkLst>
        </pc:spChg>
        <pc:spChg chg="mod">
          <ac:chgData name="Shilpa BV" userId="48fbb3e7aeb449f5" providerId="LiveId" clId="{9A051930-240F-4978-9ADE-66A4FFC90DD0}" dt="2025-03-24T06:29:45.962" v="104" actId="255"/>
          <ac:spMkLst>
            <pc:docMk/>
            <pc:sldMk cId="2451138813" sldId="314"/>
            <ac:spMk id="3" creationId="{82876178-1E0A-BE1A-B3AB-F1C9E3B6843E}"/>
          </ac:spMkLst>
        </pc:spChg>
      </pc:sldChg>
      <pc:sldChg chg="del">
        <pc:chgData name="Shilpa BV" userId="48fbb3e7aeb449f5" providerId="LiveId" clId="{9A051930-240F-4978-9ADE-66A4FFC90DD0}" dt="2025-03-24T06:15:12.464" v="3" actId="47"/>
        <pc:sldMkLst>
          <pc:docMk/>
          <pc:sldMk cId="2928414414" sldId="314"/>
        </pc:sldMkLst>
      </pc:sldChg>
      <pc:sldChg chg="del">
        <pc:chgData name="Shilpa BV" userId="48fbb3e7aeb449f5" providerId="LiveId" clId="{9A051930-240F-4978-9ADE-66A4FFC90DD0}" dt="2025-03-24T06:15:12.464" v="3" actId="47"/>
        <pc:sldMkLst>
          <pc:docMk/>
          <pc:sldMk cId="84806319" sldId="315"/>
        </pc:sldMkLst>
      </pc:sldChg>
      <pc:sldChg chg="modSp new mod">
        <pc:chgData name="Shilpa BV" userId="48fbb3e7aeb449f5" providerId="LiveId" clId="{9A051930-240F-4978-9ADE-66A4FFC90DD0}" dt="2025-03-24T06:44:32.800" v="590" actId="403"/>
        <pc:sldMkLst>
          <pc:docMk/>
          <pc:sldMk cId="4084055227" sldId="315"/>
        </pc:sldMkLst>
        <pc:spChg chg="mod">
          <ac:chgData name="Shilpa BV" userId="48fbb3e7aeb449f5" providerId="LiveId" clId="{9A051930-240F-4978-9ADE-66A4FFC90DD0}" dt="2025-03-24T06:30:16.224" v="139" actId="20577"/>
          <ac:spMkLst>
            <pc:docMk/>
            <pc:sldMk cId="4084055227" sldId="315"/>
            <ac:spMk id="2" creationId="{E64606BF-A9DC-AE9B-CC98-25C3047AAB45}"/>
          </ac:spMkLst>
        </pc:spChg>
        <pc:spChg chg="mod">
          <ac:chgData name="Shilpa BV" userId="48fbb3e7aeb449f5" providerId="LiveId" clId="{9A051930-240F-4978-9ADE-66A4FFC90DD0}" dt="2025-03-24T06:44:32.800" v="590" actId="403"/>
          <ac:spMkLst>
            <pc:docMk/>
            <pc:sldMk cId="4084055227" sldId="315"/>
            <ac:spMk id="3" creationId="{1001E6AB-8CA2-7ED6-BBC1-00AF7B942F58}"/>
          </ac:spMkLst>
        </pc:spChg>
      </pc:sldChg>
      <pc:sldChg chg="del">
        <pc:chgData name="Shilpa BV" userId="48fbb3e7aeb449f5" providerId="LiveId" clId="{9A051930-240F-4978-9ADE-66A4FFC90DD0}" dt="2025-03-24T06:15:12.464" v="3" actId="47"/>
        <pc:sldMkLst>
          <pc:docMk/>
          <pc:sldMk cId="2747028174" sldId="316"/>
        </pc:sldMkLst>
      </pc:sldChg>
      <pc:sldChg chg="delSp modSp new mod ord">
        <pc:chgData name="Shilpa BV" userId="48fbb3e7aeb449f5" providerId="LiveId" clId="{9A051930-240F-4978-9ADE-66A4FFC90DD0}" dt="2025-03-24T06:44:43.026" v="592" actId="113"/>
        <pc:sldMkLst>
          <pc:docMk/>
          <pc:sldMk cId="4161653403" sldId="316"/>
        </pc:sldMkLst>
        <pc:spChg chg="mod">
          <ac:chgData name="Shilpa BV" userId="48fbb3e7aeb449f5" providerId="LiveId" clId="{9A051930-240F-4978-9ADE-66A4FFC90DD0}" dt="2025-03-24T06:44:43.026" v="592" actId="113"/>
          <ac:spMkLst>
            <pc:docMk/>
            <pc:sldMk cId="4161653403" sldId="316"/>
            <ac:spMk id="3" creationId="{6365B683-AD84-E456-3C37-073C4BBA98BA}"/>
          </ac:spMkLst>
        </pc:spChg>
      </pc:sldChg>
      <pc:sldChg chg="modSp new mod">
        <pc:chgData name="Shilpa BV" userId="48fbb3e7aeb449f5" providerId="LiveId" clId="{9A051930-240F-4978-9ADE-66A4FFC90DD0}" dt="2025-03-24T06:45:41.980" v="594" actId="113"/>
        <pc:sldMkLst>
          <pc:docMk/>
          <pc:sldMk cId="3085228365" sldId="317"/>
        </pc:sldMkLst>
        <pc:spChg chg="mod">
          <ac:chgData name="Shilpa BV" userId="48fbb3e7aeb449f5" providerId="LiveId" clId="{9A051930-240F-4978-9ADE-66A4FFC90DD0}" dt="2025-03-24T06:39:47.195" v="485" actId="20577"/>
          <ac:spMkLst>
            <pc:docMk/>
            <pc:sldMk cId="3085228365" sldId="317"/>
            <ac:spMk id="2" creationId="{F5B75B03-49E1-A495-C8EA-B25F9474CC44}"/>
          </ac:spMkLst>
        </pc:spChg>
        <pc:spChg chg="mod">
          <ac:chgData name="Shilpa BV" userId="48fbb3e7aeb449f5" providerId="LiveId" clId="{9A051930-240F-4978-9ADE-66A4FFC90DD0}" dt="2025-03-24T06:45:41.980" v="594" actId="113"/>
          <ac:spMkLst>
            <pc:docMk/>
            <pc:sldMk cId="3085228365" sldId="317"/>
            <ac:spMk id="3" creationId="{C9E8F01D-6809-F0CF-3A80-E0E800766427}"/>
          </ac:spMkLst>
        </pc:spChg>
      </pc:sldChg>
      <pc:sldChg chg="del">
        <pc:chgData name="Shilpa BV" userId="48fbb3e7aeb449f5" providerId="LiveId" clId="{9A051930-240F-4978-9ADE-66A4FFC90DD0}" dt="2025-03-24T06:15:12.464" v="3" actId="47"/>
        <pc:sldMkLst>
          <pc:docMk/>
          <pc:sldMk cId="3101970772" sldId="317"/>
        </pc:sldMkLst>
      </pc:sldChg>
      <pc:sldChg chg="del">
        <pc:chgData name="Shilpa BV" userId="48fbb3e7aeb449f5" providerId="LiveId" clId="{9A051930-240F-4978-9ADE-66A4FFC90DD0}" dt="2025-03-24T06:15:12.464" v="3" actId="47"/>
        <pc:sldMkLst>
          <pc:docMk/>
          <pc:sldMk cId="1382405456" sldId="318"/>
        </pc:sldMkLst>
      </pc:sldChg>
      <pc:sldChg chg="delSp modSp new mod">
        <pc:chgData name="Shilpa BV" userId="48fbb3e7aeb449f5" providerId="LiveId" clId="{9A051930-240F-4978-9ADE-66A4FFC90DD0}" dt="2025-03-24T06:50:35.774" v="849" actId="20577"/>
        <pc:sldMkLst>
          <pc:docMk/>
          <pc:sldMk cId="2050309239" sldId="318"/>
        </pc:sldMkLst>
        <pc:spChg chg="mod">
          <ac:chgData name="Shilpa BV" userId="48fbb3e7aeb449f5" providerId="LiveId" clId="{9A051930-240F-4978-9ADE-66A4FFC90DD0}" dt="2025-03-24T06:50:35.774" v="849" actId="20577"/>
          <ac:spMkLst>
            <pc:docMk/>
            <pc:sldMk cId="2050309239" sldId="318"/>
            <ac:spMk id="3" creationId="{FA38449A-2690-CF96-FE7B-4405AFF7787B}"/>
          </ac:spMkLst>
        </pc:spChg>
      </pc:sldChg>
      <pc:sldChg chg="addSp modSp new mod">
        <pc:chgData name="Shilpa BV" userId="48fbb3e7aeb449f5" providerId="LiveId" clId="{9A051930-240F-4978-9ADE-66A4FFC90DD0}" dt="2025-03-24T07:11:13.973" v="979" actId="113"/>
        <pc:sldMkLst>
          <pc:docMk/>
          <pc:sldMk cId="48265562" sldId="319"/>
        </pc:sldMkLst>
        <pc:spChg chg="mod">
          <ac:chgData name="Shilpa BV" userId="48fbb3e7aeb449f5" providerId="LiveId" clId="{9A051930-240F-4978-9ADE-66A4FFC90DD0}" dt="2025-03-24T07:01:38.290" v="861" actId="14100"/>
          <ac:spMkLst>
            <pc:docMk/>
            <pc:sldMk cId="48265562" sldId="319"/>
            <ac:spMk id="2" creationId="{9BAA6046-D524-1420-6D71-AE609512E450}"/>
          </ac:spMkLst>
        </pc:spChg>
        <pc:spChg chg="mod">
          <ac:chgData name="Shilpa BV" userId="48fbb3e7aeb449f5" providerId="LiveId" clId="{9A051930-240F-4978-9ADE-66A4FFC90DD0}" dt="2025-03-24T07:11:13.973" v="979" actId="113"/>
          <ac:spMkLst>
            <pc:docMk/>
            <pc:sldMk cId="48265562" sldId="319"/>
            <ac:spMk id="3" creationId="{760A24EC-BA9D-7349-2B93-F11C1B597A3D}"/>
          </ac:spMkLst>
        </pc:spChg>
        <pc:picChg chg="add mod">
          <ac:chgData name="Shilpa BV" userId="48fbb3e7aeb449f5" providerId="LiveId" clId="{9A051930-240F-4978-9ADE-66A4FFC90DD0}" dt="2025-03-24T07:10:35.919" v="964" actId="14100"/>
          <ac:picMkLst>
            <pc:docMk/>
            <pc:sldMk cId="48265562" sldId="319"/>
            <ac:picMk id="5" creationId="{96042683-37C9-D0DF-F383-2B9E733289C2}"/>
          </ac:picMkLst>
        </pc:picChg>
        <pc:picChg chg="add mod">
          <ac:chgData name="Shilpa BV" userId="48fbb3e7aeb449f5" providerId="LiveId" clId="{9A051930-240F-4978-9ADE-66A4FFC90DD0}" dt="2025-03-24T07:11:08.459" v="977" actId="1036"/>
          <ac:picMkLst>
            <pc:docMk/>
            <pc:sldMk cId="48265562" sldId="319"/>
            <ac:picMk id="7" creationId="{6B11D65E-3A4B-0DBB-09A7-DE8CFB9A6717}"/>
          </ac:picMkLst>
        </pc:picChg>
      </pc:sldChg>
      <pc:sldChg chg="del">
        <pc:chgData name="Shilpa BV" userId="48fbb3e7aeb449f5" providerId="LiveId" clId="{9A051930-240F-4978-9ADE-66A4FFC90DD0}" dt="2025-03-24T06:15:12.464" v="3" actId="47"/>
        <pc:sldMkLst>
          <pc:docMk/>
          <pc:sldMk cId="1345037040" sldId="319"/>
        </pc:sldMkLst>
      </pc:sldChg>
      <pc:sldChg chg="del">
        <pc:chgData name="Shilpa BV" userId="48fbb3e7aeb449f5" providerId="LiveId" clId="{9A051930-240F-4978-9ADE-66A4FFC90DD0}" dt="2025-03-24T06:15:12.464" v="3" actId="47"/>
        <pc:sldMkLst>
          <pc:docMk/>
          <pc:sldMk cId="3642095007" sldId="320"/>
        </pc:sldMkLst>
      </pc:sldChg>
      <pc:sldChg chg="addSp delSp modSp new mod">
        <pc:chgData name="Shilpa BV" userId="48fbb3e7aeb449f5" providerId="LiveId" clId="{9A051930-240F-4978-9ADE-66A4FFC90DD0}" dt="2025-03-24T07:21:04.130" v="1129" actId="20577"/>
        <pc:sldMkLst>
          <pc:docMk/>
          <pc:sldMk cId="4133126827" sldId="320"/>
        </pc:sldMkLst>
        <pc:spChg chg="mod">
          <ac:chgData name="Shilpa BV" userId="48fbb3e7aeb449f5" providerId="LiveId" clId="{9A051930-240F-4978-9ADE-66A4FFC90DD0}" dt="2025-03-24T07:21:04.130" v="1129" actId="20577"/>
          <ac:spMkLst>
            <pc:docMk/>
            <pc:sldMk cId="4133126827" sldId="320"/>
            <ac:spMk id="3" creationId="{3F52B4BB-4A50-5AFB-0DDB-02C6014B3B4C}"/>
          </ac:spMkLst>
        </pc:spChg>
        <pc:picChg chg="add mod">
          <ac:chgData name="Shilpa BV" userId="48fbb3e7aeb449f5" providerId="LiveId" clId="{9A051930-240F-4978-9ADE-66A4FFC90DD0}" dt="2025-03-24T07:19:26.638" v="1063" actId="1035"/>
          <ac:picMkLst>
            <pc:docMk/>
            <pc:sldMk cId="4133126827" sldId="320"/>
            <ac:picMk id="5" creationId="{5E2A2A41-93C6-77E3-B444-4F50DC04CA59}"/>
          </ac:picMkLst>
        </pc:picChg>
        <pc:picChg chg="add mod">
          <ac:chgData name="Shilpa BV" userId="48fbb3e7aeb449f5" providerId="LiveId" clId="{9A051930-240F-4978-9ADE-66A4FFC90DD0}" dt="2025-03-24T07:19:30.706" v="1077" actId="1035"/>
          <ac:picMkLst>
            <pc:docMk/>
            <pc:sldMk cId="4133126827" sldId="320"/>
            <ac:picMk id="7" creationId="{21A8E47D-8174-FD1C-1339-7882BAD766A5}"/>
          </ac:picMkLst>
        </pc:picChg>
        <pc:picChg chg="add mod">
          <ac:chgData name="Shilpa BV" userId="48fbb3e7aeb449f5" providerId="LiveId" clId="{9A051930-240F-4978-9ADE-66A4FFC90DD0}" dt="2025-03-24T07:19:34.756" v="1094" actId="1035"/>
          <ac:picMkLst>
            <pc:docMk/>
            <pc:sldMk cId="4133126827" sldId="320"/>
            <ac:picMk id="9" creationId="{24727276-0FAD-DDA7-0265-3E850C9A8D60}"/>
          </ac:picMkLst>
        </pc:picChg>
        <pc:picChg chg="add mod">
          <ac:chgData name="Shilpa BV" userId="48fbb3e7aeb449f5" providerId="LiveId" clId="{9A051930-240F-4978-9ADE-66A4FFC90DD0}" dt="2025-03-24T07:20:21.524" v="1125" actId="14100"/>
          <ac:picMkLst>
            <pc:docMk/>
            <pc:sldMk cId="4133126827" sldId="320"/>
            <ac:picMk id="11" creationId="{314DE38C-E32E-93CD-0020-426CECBD7AF9}"/>
          </ac:picMkLst>
        </pc:picChg>
      </pc:sldChg>
      <pc:sldChg chg="del">
        <pc:chgData name="Shilpa BV" userId="48fbb3e7aeb449f5" providerId="LiveId" clId="{9A051930-240F-4978-9ADE-66A4FFC90DD0}" dt="2025-03-24T06:15:12.464" v="3" actId="47"/>
        <pc:sldMkLst>
          <pc:docMk/>
          <pc:sldMk cId="1812383411" sldId="321"/>
        </pc:sldMkLst>
      </pc:sldChg>
      <pc:sldChg chg="modSp new mod">
        <pc:chgData name="Shilpa BV" userId="48fbb3e7aeb449f5" providerId="LiveId" clId="{9A051930-240F-4978-9ADE-66A4FFC90DD0}" dt="2025-03-25T04:44:59.441" v="1341" actId="403"/>
        <pc:sldMkLst>
          <pc:docMk/>
          <pc:sldMk cId="2697959261" sldId="321"/>
        </pc:sldMkLst>
        <pc:spChg chg="mod">
          <ac:chgData name="Shilpa BV" userId="48fbb3e7aeb449f5" providerId="LiveId" clId="{9A051930-240F-4978-9ADE-66A4FFC90DD0}" dt="2025-03-25T04:40:33.932" v="1137" actId="27636"/>
          <ac:spMkLst>
            <pc:docMk/>
            <pc:sldMk cId="2697959261" sldId="321"/>
            <ac:spMk id="2" creationId="{7F99EB9F-87B3-077B-DC99-ED735FEFC3BD}"/>
          </ac:spMkLst>
        </pc:spChg>
        <pc:spChg chg="mod">
          <ac:chgData name="Shilpa BV" userId="48fbb3e7aeb449f5" providerId="LiveId" clId="{9A051930-240F-4978-9ADE-66A4FFC90DD0}" dt="2025-03-25T04:44:59.441" v="1341" actId="403"/>
          <ac:spMkLst>
            <pc:docMk/>
            <pc:sldMk cId="2697959261" sldId="321"/>
            <ac:spMk id="3" creationId="{CD50861D-5487-9973-250B-A628FDB60636}"/>
          </ac:spMkLst>
        </pc:spChg>
      </pc:sldChg>
      <pc:sldChg chg="modSp new mod">
        <pc:chgData name="Shilpa BV" userId="48fbb3e7aeb449f5" providerId="LiveId" clId="{9A051930-240F-4978-9ADE-66A4FFC90DD0}" dt="2025-03-25T04:49:05.514" v="1545" actId="20577"/>
        <pc:sldMkLst>
          <pc:docMk/>
          <pc:sldMk cId="736661583" sldId="322"/>
        </pc:sldMkLst>
        <pc:spChg chg="mod">
          <ac:chgData name="Shilpa BV" userId="48fbb3e7aeb449f5" providerId="LiveId" clId="{9A051930-240F-4978-9ADE-66A4FFC90DD0}" dt="2025-03-25T04:45:31.528" v="1350" actId="20577"/>
          <ac:spMkLst>
            <pc:docMk/>
            <pc:sldMk cId="736661583" sldId="322"/>
            <ac:spMk id="2" creationId="{470A98A7-5A1C-0681-057D-CBB2067853EA}"/>
          </ac:spMkLst>
        </pc:spChg>
        <pc:spChg chg="mod">
          <ac:chgData name="Shilpa BV" userId="48fbb3e7aeb449f5" providerId="LiveId" clId="{9A051930-240F-4978-9ADE-66A4FFC90DD0}" dt="2025-03-25T04:49:05.514" v="1545" actId="20577"/>
          <ac:spMkLst>
            <pc:docMk/>
            <pc:sldMk cId="736661583" sldId="322"/>
            <ac:spMk id="3" creationId="{E31F4C76-094D-89DD-7090-19E6D4A75C67}"/>
          </ac:spMkLst>
        </pc:spChg>
      </pc:sldChg>
      <pc:sldChg chg="del">
        <pc:chgData name="Shilpa BV" userId="48fbb3e7aeb449f5" providerId="LiveId" clId="{9A051930-240F-4978-9ADE-66A4FFC90DD0}" dt="2025-03-24T06:15:12.464" v="3" actId="47"/>
        <pc:sldMkLst>
          <pc:docMk/>
          <pc:sldMk cId="3342519133" sldId="322"/>
        </pc:sldMkLst>
      </pc:sldChg>
      <pc:sldChg chg="del">
        <pc:chgData name="Shilpa BV" userId="48fbb3e7aeb449f5" providerId="LiveId" clId="{9A051930-240F-4978-9ADE-66A4FFC90DD0}" dt="2025-03-24T06:15:12.464" v="3" actId="47"/>
        <pc:sldMkLst>
          <pc:docMk/>
          <pc:sldMk cId="164950993" sldId="323"/>
        </pc:sldMkLst>
      </pc:sldChg>
      <pc:sldChg chg="modSp new mod">
        <pc:chgData name="Shilpa BV" userId="48fbb3e7aeb449f5" providerId="LiveId" clId="{9A051930-240F-4978-9ADE-66A4FFC90DD0}" dt="2025-03-25T05:00:52.927" v="2061" actId="20577"/>
        <pc:sldMkLst>
          <pc:docMk/>
          <pc:sldMk cId="462260343" sldId="323"/>
        </pc:sldMkLst>
        <pc:spChg chg="mod">
          <ac:chgData name="Shilpa BV" userId="48fbb3e7aeb449f5" providerId="LiveId" clId="{9A051930-240F-4978-9ADE-66A4FFC90DD0}" dt="2025-03-25T04:51:09.542" v="1565" actId="20577"/>
          <ac:spMkLst>
            <pc:docMk/>
            <pc:sldMk cId="462260343" sldId="323"/>
            <ac:spMk id="2" creationId="{6B03B536-B949-AB8D-6A3D-7F3891D59F70}"/>
          </ac:spMkLst>
        </pc:spChg>
        <pc:spChg chg="mod">
          <ac:chgData name="Shilpa BV" userId="48fbb3e7aeb449f5" providerId="LiveId" clId="{9A051930-240F-4978-9ADE-66A4FFC90DD0}" dt="2025-03-25T05:00:52.927" v="2061" actId="20577"/>
          <ac:spMkLst>
            <pc:docMk/>
            <pc:sldMk cId="462260343" sldId="323"/>
            <ac:spMk id="3" creationId="{E713C192-1D8F-7DD5-623D-53C853167E55}"/>
          </ac:spMkLst>
        </pc:spChg>
      </pc:sldChg>
      <pc:sldChg chg="addSp delSp modSp new mod">
        <pc:chgData name="Shilpa BV" userId="48fbb3e7aeb449f5" providerId="LiveId" clId="{9A051930-240F-4978-9ADE-66A4FFC90DD0}" dt="2025-03-25T05:23:51.879" v="2385" actId="27636"/>
        <pc:sldMkLst>
          <pc:docMk/>
          <pc:sldMk cId="2524857672" sldId="324"/>
        </pc:sldMkLst>
        <pc:spChg chg="mod">
          <ac:chgData name="Shilpa BV" userId="48fbb3e7aeb449f5" providerId="LiveId" clId="{9A051930-240F-4978-9ADE-66A4FFC90DD0}" dt="2025-03-25T05:02:38.888" v="2074" actId="20577"/>
          <ac:spMkLst>
            <pc:docMk/>
            <pc:sldMk cId="2524857672" sldId="324"/>
            <ac:spMk id="2" creationId="{1A044F06-57AD-433B-956B-E81D8DE612E4}"/>
          </ac:spMkLst>
        </pc:spChg>
        <pc:spChg chg="add del mod">
          <ac:chgData name="Shilpa BV" userId="48fbb3e7aeb449f5" providerId="LiveId" clId="{9A051930-240F-4978-9ADE-66A4FFC90DD0}" dt="2025-03-25T05:23:27.348" v="2376" actId="403"/>
          <ac:spMkLst>
            <pc:docMk/>
            <pc:sldMk cId="2524857672" sldId="324"/>
            <ac:spMk id="3" creationId="{FEA2907A-EFE6-CA6C-800A-0ADD3F02B1B1}"/>
          </ac:spMkLst>
        </pc:spChg>
        <pc:spChg chg="add mod">
          <ac:chgData name="Shilpa BV" userId="48fbb3e7aeb449f5" providerId="LiveId" clId="{9A051930-240F-4978-9ADE-66A4FFC90DD0}" dt="2025-03-25T05:23:37.767" v="2379" actId="1076"/>
          <ac:spMkLst>
            <pc:docMk/>
            <pc:sldMk cId="2524857672" sldId="324"/>
            <ac:spMk id="8" creationId="{11B20598-7315-358E-81D4-C72170439C2C}"/>
          </ac:spMkLst>
        </pc:spChg>
        <pc:spChg chg="add mod">
          <ac:chgData name="Shilpa BV" userId="48fbb3e7aeb449f5" providerId="LiveId" clId="{9A051930-240F-4978-9ADE-66A4FFC90DD0}" dt="2025-03-25T05:23:51.879" v="2385" actId="27636"/>
          <ac:spMkLst>
            <pc:docMk/>
            <pc:sldMk cId="2524857672" sldId="324"/>
            <ac:spMk id="13" creationId="{79679A8F-162C-F91D-8024-6AA5FCAEC1FB}"/>
          </ac:spMkLst>
        </pc:spChg>
        <pc:picChg chg="add mod">
          <ac:chgData name="Shilpa BV" userId="48fbb3e7aeb449f5" providerId="LiveId" clId="{9A051930-240F-4978-9ADE-66A4FFC90DD0}" dt="2025-03-25T05:13:43.632" v="2321" actId="1037"/>
          <ac:picMkLst>
            <pc:docMk/>
            <pc:sldMk cId="2524857672" sldId="324"/>
            <ac:picMk id="7" creationId="{4156F726-0E11-1DCB-7DD2-85D97910CE61}"/>
          </ac:picMkLst>
        </pc:picChg>
        <pc:picChg chg="add mod">
          <ac:chgData name="Shilpa BV" userId="48fbb3e7aeb449f5" providerId="LiveId" clId="{9A051930-240F-4978-9ADE-66A4FFC90DD0}" dt="2025-03-25T05:23:39.946" v="2380" actId="1076"/>
          <ac:picMkLst>
            <pc:docMk/>
            <pc:sldMk cId="2524857672" sldId="324"/>
            <ac:picMk id="10" creationId="{363E5054-B9F6-EB29-19AF-ADE88E541B12}"/>
          </ac:picMkLst>
        </pc:picChg>
        <pc:picChg chg="add mod">
          <ac:chgData name="Shilpa BV" userId="48fbb3e7aeb449f5" providerId="LiveId" clId="{9A051930-240F-4978-9ADE-66A4FFC90DD0}" dt="2025-03-25T05:23:45.697" v="2382" actId="14100"/>
          <ac:picMkLst>
            <pc:docMk/>
            <pc:sldMk cId="2524857672" sldId="324"/>
            <ac:picMk id="12" creationId="{80588210-760E-AF51-ABBE-226121AE4DE3}"/>
          </ac:picMkLst>
        </pc:picChg>
      </pc:sldChg>
      <pc:sldChg chg="del">
        <pc:chgData name="Shilpa BV" userId="48fbb3e7aeb449f5" providerId="LiveId" clId="{9A051930-240F-4978-9ADE-66A4FFC90DD0}" dt="2025-03-24T06:15:12.464" v="3" actId="47"/>
        <pc:sldMkLst>
          <pc:docMk/>
          <pc:sldMk cId="4282746665" sldId="324"/>
        </pc:sldMkLst>
      </pc:sldChg>
      <pc:sldChg chg="addSp delSp modSp new mod">
        <pc:chgData name="Shilpa BV" userId="48fbb3e7aeb449f5" providerId="LiveId" clId="{9A051930-240F-4978-9ADE-66A4FFC90DD0}" dt="2025-04-01T06:24:01.483" v="3089" actId="164"/>
        <pc:sldMkLst>
          <pc:docMk/>
          <pc:sldMk cId="2937468479" sldId="325"/>
        </pc:sldMkLst>
        <pc:spChg chg="mod">
          <ac:chgData name="Shilpa BV" userId="48fbb3e7aeb449f5" providerId="LiveId" clId="{9A051930-240F-4978-9ADE-66A4FFC90DD0}" dt="2025-04-01T06:23:37.040" v="3088" actId="1076"/>
          <ac:spMkLst>
            <pc:docMk/>
            <pc:sldMk cId="2937468479" sldId="325"/>
            <ac:spMk id="2" creationId="{19A124D2-D1D1-428B-69CD-F7CBF6C00394}"/>
          </ac:spMkLst>
        </pc:spChg>
        <pc:spChg chg="add del mod">
          <ac:chgData name="Shilpa BV" userId="48fbb3e7aeb449f5" providerId="LiveId" clId="{9A051930-240F-4978-9ADE-66A4FFC90DD0}" dt="2025-04-01T06:23:37.040" v="3088" actId="1076"/>
          <ac:spMkLst>
            <pc:docMk/>
            <pc:sldMk cId="2937468479" sldId="325"/>
            <ac:spMk id="3" creationId="{4B29A7A9-ADBA-FF3D-1238-B321AF2D4D06}"/>
          </ac:spMkLst>
        </pc:spChg>
        <pc:spChg chg="mod">
          <ac:chgData name="Shilpa BV" userId="48fbb3e7aeb449f5" providerId="LiveId" clId="{9A051930-240F-4978-9ADE-66A4FFC90DD0}" dt="2025-04-01T06:24:01.483" v="3089" actId="164"/>
          <ac:spMkLst>
            <pc:docMk/>
            <pc:sldMk cId="2937468479" sldId="325"/>
            <ac:spMk id="4" creationId="{F88E1481-82CC-1347-CDED-6DA647F696EB}"/>
          </ac:spMkLst>
        </pc:spChg>
        <pc:spChg chg="add mod">
          <ac:chgData name="Shilpa BV" userId="48fbb3e7aeb449f5" providerId="LiveId" clId="{9A051930-240F-4978-9ADE-66A4FFC90DD0}" dt="2025-04-01T06:24:01.483" v="3089" actId="164"/>
          <ac:spMkLst>
            <pc:docMk/>
            <pc:sldMk cId="2937468479" sldId="325"/>
            <ac:spMk id="5" creationId="{D02796E0-E459-592A-8ECD-3029827657BC}"/>
          </ac:spMkLst>
        </pc:spChg>
        <pc:spChg chg="mod">
          <ac:chgData name="Shilpa BV" userId="48fbb3e7aeb449f5" providerId="LiveId" clId="{9A051930-240F-4978-9ADE-66A4FFC90DD0}" dt="2025-04-01T06:24:01.483" v="3089" actId="164"/>
          <ac:spMkLst>
            <pc:docMk/>
            <pc:sldMk cId="2937468479" sldId="325"/>
            <ac:spMk id="6" creationId="{E97D9A96-AE66-3072-3903-D30F8D6823AB}"/>
          </ac:spMkLst>
        </pc:spChg>
        <pc:spChg chg="add mod">
          <ac:chgData name="Shilpa BV" userId="48fbb3e7aeb449f5" providerId="LiveId" clId="{9A051930-240F-4978-9ADE-66A4FFC90DD0}" dt="2025-04-01T06:24:01.483" v="3089" actId="164"/>
          <ac:spMkLst>
            <pc:docMk/>
            <pc:sldMk cId="2937468479" sldId="325"/>
            <ac:spMk id="8" creationId="{32EA23E6-9895-5618-AF15-ECDE232C124E}"/>
          </ac:spMkLst>
        </pc:spChg>
        <pc:spChg chg="add mod">
          <ac:chgData name="Shilpa BV" userId="48fbb3e7aeb449f5" providerId="LiveId" clId="{9A051930-240F-4978-9ADE-66A4FFC90DD0}" dt="2025-04-01T06:24:01.483" v="3089" actId="164"/>
          <ac:spMkLst>
            <pc:docMk/>
            <pc:sldMk cId="2937468479" sldId="325"/>
            <ac:spMk id="9" creationId="{0D96BE11-C9D0-98D4-4297-F5683179FBBB}"/>
          </ac:spMkLst>
        </pc:spChg>
        <pc:grpChg chg="add mod">
          <ac:chgData name="Shilpa BV" userId="48fbb3e7aeb449f5" providerId="LiveId" clId="{9A051930-240F-4978-9ADE-66A4FFC90DD0}" dt="2025-04-01T06:24:01.483" v="3089" actId="164"/>
          <ac:grpSpMkLst>
            <pc:docMk/>
            <pc:sldMk cId="2937468479" sldId="325"/>
            <ac:grpSpMk id="10" creationId="{00CB0D20-11CA-4E52-AAD4-22EBBAB5589E}"/>
          </ac:grpSpMkLst>
        </pc:grpChg>
        <pc:picChg chg="add mod">
          <ac:chgData name="Shilpa BV" userId="48fbb3e7aeb449f5" providerId="LiveId" clId="{9A051930-240F-4978-9ADE-66A4FFC90DD0}" dt="2025-04-01T06:23:37.040" v="3088" actId="1076"/>
          <ac:picMkLst>
            <pc:docMk/>
            <pc:sldMk cId="2937468479" sldId="325"/>
            <ac:picMk id="7" creationId="{DA5C7477-08B6-68B4-04EC-86402B669486}"/>
          </ac:picMkLst>
        </pc:picChg>
      </pc:sldChg>
      <pc:sldChg chg="del">
        <pc:chgData name="Shilpa BV" userId="48fbb3e7aeb449f5" providerId="LiveId" clId="{9A051930-240F-4978-9ADE-66A4FFC90DD0}" dt="2025-03-24T06:15:12.464" v="3" actId="47"/>
        <pc:sldMkLst>
          <pc:docMk/>
          <pc:sldMk cId="4232130156" sldId="325"/>
        </pc:sldMkLst>
      </pc:sldChg>
      <pc:sldChg chg="del">
        <pc:chgData name="Shilpa BV" userId="48fbb3e7aeb449f5" providerId="LiveId" clId="{9A051930-240F-4978-9ADE-66A4FFC90DD0}" dt="2025-03-24T06:15:12.464" v="3" actId="47"/>
        <pc:sldMkLst>
          <pc:docMk/>
          <pc:sldMk cId="3818330630" sldId="326"/>
        </pc:sldMkLst>
      </pc:sldChg>
      <pc:sldChg chg="addSp delSp modSp new mod">
        <pc:chgData name="Shilpa BV" userId="48fbb3e7aeb449f5" providerId="LiveId" clId="{9A051930-240F-4978-9ADE-66A4FFC90DD0}" dt="2025-04-15T03:24:57.715" v="4236" actId="14100"/>
        <pc:sldMkLst>
          <pc:docMk/>
          <pc:sldMk cId="2139279285" sldId="327"/>
        </pc:sldMkLst>
        <pc:spChg chg="mod">
          <ac:chgData name="Shilpa BV" userId="48fbb3e7aeb449f5" providerId="LiveId" clId="{9A051930-240F-4978-9ADE-66A4FFC90DD0}" dt="2025-04-01T05:48:34.528" v="2872" actId="20577"/>
          <ac:spMkLst>
            <pc:docMk/>
            <pc:sldMk cId="2139279285" sldId="327"/>
            <ac:spMk id="3" creationId="{3652B51F-AD3D-3C12-A624-FF78FD87B8ED}"/>
          </ac:spMkLst>
        </pc:spChg>
        <pc:spChg chg="add mod">
          <ac:chgData name="Shilpa BV" userId="48fbb3e7aeb449f5" providerId="LiveId" clId="{9A051930-240F-4978-9ADE-66A4FFC90DD0}" dt="2025-04-01T06:24:39.801" v="3090" actId="164"/>
          <ac:spMkLst>
            <pc:docMk/>
            <pc:sldMk cId="2139279285" sldId="327"/>
            <ac:spMk id="4" creationId="{C68D8D46-D2A4-36F1-DAFA-4043426605EA}"/>
          </ac:spMkLst>
        </pc:spChg>
        <pc:spChg chg="add mod">
          <ac:chgData name="Shilpa BV" userId="48fbb3e7aeb449f5" providerId="LiveId" clId="{9A051930-240F-4978-9ADE-66A4FFC90DD0}" dt="2025-04-01T06:24:39.801" v="3090" actId="164"/>
          <ac:spMkLst>
            <pc:docMk/>
            <pc:sldMk cId="2139279285" sldId="327"/>
            <ac:spMk id="5" creationId="{1AFD907C-1F8A-CEF6-981C-D53CE4B34687}"/>
          </ac:spMkLst>
        </pc:spChg>
        <pc:spChg chg="add mod">
          <ac:chgData name="Shilpa BV" userId="48fbb3e7aeb449f5" providerId="LiveId" clId="{9A051930-240F-4978-9ADE-66A4FFC90DD0}" dt="2025-04-15T03:24:57.715" v="4236" actId="14100"/>
          <ac:spMkLst>
            <pc:docMk/>
            <pc:sldMk cId="2139279285" sldId="327"/>
            <ac:spMk id="6" creationId="{200DB8BC-3BAA-D09D-10A6-0E61A3777E5F}"/>
          </ac:spMkLst>
        </pc:spChg>
        <pc:grpChg chg="add mod">
          <ac:chgData name="Shilpa BV" userId="48fbb3e7aeb449f5" providerId="LiveId" clId="{9A051930-240F-4978-9ADE-66A4FFC90DD0}" dt="2025-04-01T06:24:39.801" v="3090" actId="164"/>
          <ac:grpSpMkLst>
            <pc:docMk/>
            <pc:sldMk cId="2139279285" sldId="327"/>
            <ac:grpSpMk id="7" creationId="{481A608D-571C-42FD-201F-43B1ED54D9F5}"/>
          </ac:grpSpMkLst>
        </pc:grpChg>
      </pc:sldChg>
      <pc:sldChg chg="del">
        <pc:chgData name="Shilpa BV" userId="48fbb3e7aeb449f5" providerId="LiveId" clId="{9A051930-240F-4978-9ADE-66A4FFC90DD0}" dt="2025-03-24T06:15:12.464" v="3" actId="47"/>
        <pc:sldMkLst>
          <pc:docMk/>
          <pc:sldMk cId="2905374805" sldId="327"/>
        </pc:sldMkLst>
      </pc:sldChg>
      <pc:sldChg chg="modSp new mod">
        <pc:chgData name="Shilpa BV" userId="48fbb3e7aeb449f5" providerId="LiveId" clId="{9A051930-240F-4978-9ADE-66A4FFC90DD0}" dt="2025-04-09T04:05:55.951" v="3386" actId="27636"/>
        <pc:sldMkLst>
          <pc:docMk/>
          <pc:sldMk cId="3141000450" sldId="328"/>
        </pc:sldMkLst>
        <pc:spChg chg="mod">
          <ac:chgData name="Shilpa BV" userId="48fbb3e7aeb449f5" providerId="LiveId" clId="{9A051930-240F-4978-9ADE-66A4FFC90DD0}" dt="2025-04-09T04:04:08.037" v="3333" actId="14100"/>
          <ac:spMkLst>
            <pc:docMk/>
            <pc:sldMk cId="3141000450" sldId="328"/>
            <ac:spMk id="2" creationId="{7E2E5563-C5BF-6D82-A753-CAE1CF1B0AE7}"/>
          </ac:spMkLst>
        </pc:spChg>
        <pc:spChg chg="mod">
          <ac:chgData name="Shilpa BV" userId="48fbb3e7aeb449f5" providerId="LiveId" clId="{9A051930-240F-4978-9ADE-66A4FFC90DD0}" dt="2025-04-09T04:05:55.951" v="3386" actId="27636"/>
          <ac:spMkLst>
            <pc:docMk/>
            <pc:sldMk cId="3141000450" sldId="328"/>
            <ac:spMk id="3" creationId="{809473F2-2D9E-95BD-7FFF-D1667BF58698}"/>
          </ac:spMkLst>
        </pc:spChg>
      </pc:sldChg>
      <pc:sldChg chg="del">
        <pc:chgData name="Shilpa BV" userId="48fbb3e7aeb449f5" providerId="LiveId" clId="{9A051930-240F-4978-9ADE-66A4FFC90DD0}" dt="2025-03-24T06:15:12.464" v="3" actId="47"/>
        <pc:sldMkLst>
          <pc:docMk/>
          <pc:sldMk cId="3173057366" sldId="328"/>
        </pc:sldMkLst>
      </pc:sldChg>
      <pc:sldChg chg="del">
        <pc:chgData name="Shilpa BV" userId="48fbb3e7aeb449f5" providerId="LiveId" clId="{9A051930-240F-4978-9ADE-66A4FFC90DD0}" dt="2025-03-24T06:15:12.464" v="3" actId="47"/>
        <pc:sldMkLst>
          <pc:docMk/>
          <pc:sldMk cId="1760109333" sldId="329"/>
        </pc:sldMkLst>
      </pc:sldChg>
      <pc:sldChg chg="modSp new mod">
        <pc:chgData name="Shilpa BV" userId="48fbb3e7aeb449f5" providerId="LiveId" clId="{9A051930-240F-4978-9ADE-66A4FFC90DD0}" dt="2025-04-09T04:01:22.295" v="3275" actId="20577"/>
        <pc:sldMkLst>
          <pc:docMk/>
          <pc:sldMk cId="1935372597" sldId="329"/>
        </pc:sldMkLst>
        <pc:spChg chg="mod">
          <ac:chgData name="Shilpa BV" userId="48fbb3e7aeb449f5" providerId="LiveId" clId="{9A051930-240F-4978-9ADE-66A4FFC90DD0}" dt="2025-04-09T03:59:56.938" v="3126" actId="20577"/>
          <ac:spMkLst>
            <pc:docMk/>
            <pc:sldMk cId="1935372597" sldId="329"/>
            <ac:spMk id="2" creationId="{6FE68D6E-8572-203F-1CF9-86F111C8E3A1}"/>
          </ac:spMkLst>
        </pc:spChg>
        <pc:spChg chg="mod">
          <ac:chgData name="Shilpa BV" userId="48fbb3e7aeb449f5" providerId="LiveId" clId="{9A051930-240F-4978-9ADE-66A4FFC90DD0}" dt="2025-04-09T04:01:22.295" v="3275" actId="20577"/>
          <ac:spMkLst>
            <pc:docMk/>
            <pc:sldMk cId="1935372597" sldId="329"/>
            <ac:spMk id="3" creationId="{EA3EBED8-C86B-FC7E-CB04-70A4D3628AF1}"/>
          </ac:spMkLst>
        </pc:spChg>
      </pc:sldChg>
      <pc:sldChg chg="modSp new mod">
        <pc:chgData name="Shilpa BV" userId="48fbb3e7aeb449f5" providerId="LiveId" clId="{9A051930-240F-4978-9ADE-66A4FFC90DD0}" dt="2025-04-09T04:09:45.543" v="3463" actId="404"/>
        <pc:sldMkLst>
          <pc:docMk/>
          <pc:sldMk cId="1352841034" sldId="330"/>
        </pc:sldMkLst>
        <pc:spChg chg="mod">
          <ac:chgData name="Shilpa BV" userId="48fbb3e7aeb449f5" providerId="LiveId" clId="{9A051930-240F-4978-9ADE-66A4FFC90DD0}" dt="2025-04-09T04:06:43.455" v="3402" actId="14100"/>
          <ac:spMkLst>
            <pc:docMk/>
            <pc:sldMk cId="1352841034" sldId="330"/>
            <ac:spMk id="2" creationId="{A51FAA85-E602-731B-A807-699D0E3E5A43}"/>
          </ac:spMkLst>
        </pc:spChg>
        <pc:spChg chg="mod">
          <ac:chgData name="Shilpa BV" userId="48fbb3e7aeb449f5" providerId="LiveId" clId="{9A051930-240F-4978-9ADE-66A4FFC90DD0}" dt="2025-04-09T04:09:45.543" v="3463" actId="404"/>
          <ac:spMkLst>
            <pc:docMk/>
            <pc:sldMk cId="1352841034" sldId="330"/>
            <ac:spMk id="3" creationId="{0E416134-E858-8A8C-CFEB-5EFEFF6B5D0B}"/>
          </ac:spMkLst>
        </pc:spChg>
      </pc:sldChg>
      <pc:sldChg chg="del">
        <pc:chgData name="Shilpa BV" userId="48fbb3e7aeb449f5" providerId="LiveId" clId="{9A051930-240F-4978-9ADE-66A4FFC90DD0}" dt="2025-03-24T06:15:12.464" v="3" actId="47"/>
        <pc:sldMkLst>
          <pc:docMk/>
          <pc:sldMk cId="1437544613" sldId="330"/>
        </pc:sldMkLst>
      </pc:sldChg>
      <pc:sldChg chg="modSp new del mod">
        <pc:chgData name="Shilpa BV" userId="48fbb3e7aeb449f5" providerId="LiveId" clId="{9A051930-240F-4978-9ADE-66A4FFC90DD0}" dt="2025-04-09T04:01:49.409" v="3323" actId="47"/>
        <pc:sldMkLst>
          <pc:docMk/>
          <pc:sldMk cId="3675562210" sldId="330"/>
        </pc:sldMkLst>
      </pc:sldChg>
      <pc:sldChg chg="del">
        <pc:chgData name="Shilpa BV" userId="48fbb3e7aeb449f5" providerId="LiveId" clId="{9A051930-240F-4978-9ADE-66A4FFC90DD0}" dt="2025-03-24T06:15:12.464" v="3" actId="47"/>
        <pc:sldMkLst>
          <pc:docMk/>
          <pc:sldMk cId="868361859" sldId="331"/>
        </pc:sldMkLst>
      </pc:sldChg>
      <pc:sldChg chg="addSp delSp modSp new mod">
        <pc:chgData name="Shilpa BV" userId="48fbb3e7aeb449f5" providerId="LiveId" clId="{9A051930-240F-4978-9ADE-66A4FFC90DD0}" dt="2025-04-09T04:11:52.913" v="3490" actId="113"/>
        <pc:sldMkLst>
          <pc:docMk/>
          <pc:sldMk cId="2754950899" sldId="331"/>
        </pc:sldMkLst>
        <pc:spChg chg="mod">
          <ac:chgData name="Shilpa BV" userId="48fbb3e7aeb449f5" providerId="LiveId" clId="{9A051930-240F-4978-9ADE-66A4FFC90DD0}" dt="2025-04-09T04:10:43.333" v="3477" actId="1076"/>
          <ac:spMkLst>
            <pc:docMk/>
            <pc:sldMk cId="2754950899" sldId="331"/>
            <ac:spMk id="2" creationId="{B408D05F-26FA-5317-D112-02856D039D29}"/>
          </ac:spMkLst>
        </pc:spChg>
        <pc:spChg chg="add mod">
          <ac:chgData name="Shilpa BV" userId="48fbb3e7aeb449f5" providerId="LiveId" clId="{9A051930-240F-4978-9ADE-66A4FFC90DD0}" dt="2025-04-09T04:11:52.913" v="3490" actId="113"/>
          <ac:spMkLst>
            <pc:docMk/>
            <pc:sldMk cId="2754950899" sldId="331"/>
            <ac:spMk id="9" creationId="{79121BCD-F529-CA12-CB95-2568A2720602}"/>
          </ac:spMkLst>
        </pc:spChg>
        <pc:picChg chg="add mod">
          <ac:chgData name="Shilpa BV" userId="48fbb3e7aeb449f5" providerId="LiveId" clId="{9A051930-240F-4978-9ADE-66A4FFC90DD0}" dt="2025-04-09T04:10:19.423" v="3474" actId="1076"/>
          <ac:picMkLst>
            <pc:docMk/>
            <pc:sldMk cId="2754950899" sldId="331"/>
            <ac:picMk id="5" creationId="{0FFA2038-B3BF-F737-6E6D-AFEC04ACF01B}"/>
          </ac:picMkLst>
        </pc:picChg>
        <pc:picChg chg="add mod ord">
          <ac:chgData name="Shilpa BV" userId="48fbb3e7aeb449f5" providerId="LiveId" clId="{9A051930-240F-4978-9ADE-66A4FFC90DD0}" dt="2025-04-09T04:10:41.575" v="3476" actId="1076"/>
          <ac:picMkLst>
            <pc:docMk/>
            <pc:sldMk cId="2754950899" sldId="331"/>
            <ac:picMk id="7" creationId="{04D6C706-22CA-61F8-5FFD-9FEB536938CA}"/>
          </ac:picMkLst>
        </pc:picChg>
      </pc:sldChg>
      <pc:sldChg chg="modSp new mod">
        <pc:chgData name="Shilpa BV" userId="48fbb3e7aeb449f5" providerId="LiveId" clId="{9A051930-240F-4978-9ADE-66A4FFC90DD0}" dt="2025-04-09T04:21:34.266" v="3620" actId="403"/>
        <pc:sldMkLst>
          <pc:docMk/>
          <pc:sldMk cId="1224603550" sldId="332"/>
        </pc:sldMkLst>
        <pc:spChg chg="mod">
          <ac:chgData name="Shilpa BV" userId="48fbb3e7aeb449f5" providerId="LiveId" clId="{9A051930-240F-4978-9ADE-66A4FFC90DD0}" dt="2025-04-09T04:18:37.710" v="3532" actId="20577"/>
          <ac:spMkLst>
            <pc:docMk/>
            <pc:sldMk cId="1224603550" sldId="332"/>
            <ac:spMk id="2" creationId="{2278C9D2-C946-6717-965D-9E21647EB6F4}"/>
          </ac:spMkLst>
        </pc:spChg>
        <pc:spChg chg="mod">
          <ac:chgData name="Shilpa BV" userId="48fbb3e7aeb449f5" providerId="LiveId" clId="{9A051930-240F-4978-9ADE-66A4FFC90DD0}" dt="2025-04-09T04:21:34.266" v="3620" actId="403"/>
          <ac:spMkLst>
            <pc:docMk/>
            <pc:sldMk cId="1224603550" sldId="332"/>
            <ac:spMk id="3" creationId="{CE902282-B5EA-EEAE-C2C6-F0F47F0E644A}"/>
          </ac:spMkLst>
        </pc:spChg>
      </pc:sldChg>
      <pc:sldChg chg="del">
        <pc:chgData name="Shilpa BV" userId="48fbb3e7aeb449f5" providerId="LiveId" clId="{9A051930-240F-4978-9ADE-66A4FFC90DD0}" dt="2025-03-24T06:15:12.464" v="3" actId="47"/>
        <pc:sldMkLst>
          <pc:docMk/>
          <pc:sldMk cId="1419669285" sldId="332"/>
        </pc:sldMkLst>
      </pc:sldChg>
      <pc:sldChg chg="del">
        <pc:chgData name="Shilpa BV" userId="48fbb3e7aeb449f5" providerId="LiveId" clId="{9A051930-240F-4978-9ADE-66A4FFC90DD0}" dt="2025-03-24T06:15:12.464" v="3" actId="47"/>
        <pc:sldMkLst>
          <pc:docMk/>
          <pc:sldMk cId="2018317132" sldId="333"/>
        </pc:sldMkLst>
      </pc:sldChg>
      <pc:sldChg chg="modSp new add del mod">
        <pc:chgData name="Shilpa BV" userId="48fbb3e7aeb449f5" providerId="LiveId" clId="{9A051930-240F-4978-9ADE-66A4FFC90DD0}" dt="2025-04-29T06:35:58.008" v="6821" actId="47"/>
        <pc:sldMkLst>
          <pc:docMk/>
          <pc:sldMk cId="2515200124" sldId="333"/>
        </pc:sldMkLst>
        <pc:spChg chg="mod">
          <ac:chgData name="Shilpa BV" userId="48fbb3e7aeb449f5" providerId="LiveId" clId="{9A051930-240F-4978-9ADE-66A4FFC90DD0}" dt="2025-04-09T04:14:22.401" v="3523" actId="20577"/>
          <ac:spMkLst>
            <pc:docMk/>
            <pc:sldMk cId="2515200124" sldId="333"/>
            <ac:spMk id="2" creationId="{C588B8C6-F5A4-5F4E-3A39-6F0E1890BB11}"/>
          </ac:spMkLst>
        </pc:spChg>
        <pc:spChg chg="mod">
          <ac:chgData name="Shilpa BV" userId="48fbb3e7aeb449f5" providerId="LiveId" clId="{9A051930-240F-4978-9ADE-66A4FFC90DD0}" dt="2025-04-09T04:33:20.242" v="3677" actId="403"/>
          <ac:spMkLst>
            <pc:docMk/>
            <pc:sldMk cId="2515200124" sldId="333"/>
            <ac:spMk id="3" creationId="{59EE3805-985F-8BF0-D30D-AD2D1121F4C2}"/>
          </ac:spMkLst>
        </pc:spChg>
      </pc:sldChg>
      <pc:sldChg chg="modSp new mod">
        <pc:chgData name="Shilpa BV" userId="48fbb3e7aeb449f5" providerId="LiveId" clId="{9A051930-240F-4978-9ADE-66A4FFC90DD0}" dt="2025-04-09T04:23:08.559" v="3637" actId="6549"/>
        <pc:sldMkLst>
          <pc:docMk/>
          <pc:sldMk cId="1130577989" sldId="334"/>
        </pc:sldMkLst>
        <pc:spChg chg="mod">
          <ac:chgData name="Shilpa BV" userId="48fbb3e7aeb449f5" providerId="LiveId" clId="{9A051930-240F-4978-9ADE-66A4FFC90DD0}" dt="2025-04-09T04:23:08.559" v="3637" actId="6549"/>
          <ac:spMkLst>
            <pc:docMk/>
            <pc:sldMk cId="1130577989" sldId="334"/>
            <ac:spMk id="3" creationId="{33BE71EC-58B4-B6CA-F6FE-870A22354F3F}"/>
          </ac:spMkLst>
        </pc:spChg>
      </pc:sldChg>
      <pc:sldChg chg="del">
        <pc:chgData name="Shilpa BV" userId="48fbb3e7aeb449f5" providerId="LiveId" clId="{9A051930-240F-4978-9ADE-66A4FFC90DD0}" dt="2025-03-24T06:15:12.464" v="3" actId="47"/>
        <pc:sldMkLst>
          <pc:docMk/>
          <pc:sldMk cId="2897113273" sldId="334"/>
        </pc:sldMkLst>
      </pc:sldChg>
      <pc:sldChg chg="del">
        <pc:chgData name="Shilpa BV" userId="48fbb3e7aeb449f5" providerId="LiveId" clId="{9A051930-240F-4978-9ADE-66A4FFC90DD0}" dt="2025-03-24T06:15:12.464" v="3" actId="47"/>
        <pc:sldMkLst>
          <pc:docMk/>
          <pc:sldMk cId="2224303631" sldId="335"/>
        </pc:sldMkLst>
      </pc:sldChg>
      <pc:sldChg chg="addSp delSp modSp new mod">
        <pc:chgData name="Shilpa BV" userId="48fbb3e7aeb449f5" providerId="LiveId" clId="{9A051930-240F-4978-9ADE-66A4FFC90DD0}" dt="2025-04-09T04:25:09.653" v="3657"/>
        <pc:sldMkLst>
          <pc:docMk/>
          <pc:sldMk cId="2671799693" sldId="335"/>
        </pc:sldMkLst>
        <pc:spChg chg="add mod">
          <ac:chgData name="Shilpa BV" userId="48fbb3e7aeb449f5" providerId="LiveId" clId="{9A051930-240F-4978-9ADE-66A4FFC90DD0}" dt="2025-04-09T04:25:09.653" v="3657"/>
          <ac:spMkLst>
            <pc:docMk/>
            <pc:sldMk cId="2671799693" sldId="335"/>
            <ac:spMk id="8" creationId="{79E397D0-ABB1-C8DD-7113-3822B01A2F9E}"/>
          </ac:spMkLst>
        </pc:spChg>
        <pc:picChg chg="add mod">
          <ac:chgData name="Shilpa BV" userId="48fbb3e7aeb449f5" providerId="LiveId" clId="{9A051930-240F-4978-9ADE-66A4FFC90DD0}" dt="2025-04-09T04:23:55.422" v="3640" actId="1076"/>
          <ac:picMkLst>
            <pc:docMk/>
            <pc:sldMk cId="2671799693" sldId="335"/>
            <ac:picMk id="5" creationId="{3297002B-3AB1-2CCC-EB0D-7B85B6861EB1}"/>
          </ac:picMkLst>
        </pc:picChg>
        <pc:picChg chg="add mod">
          <ac:chgData name="Shilpa BV" userId="48fbb3e7aeb449f5" providerId="LiveId" clId="{9A051930-240F-4978-9ADE-66A4FFC90DD0}" dt="2025-04-09T04:24:42.360" v="3654" actId="1076"/>
          <ac:picMkLst>
            <pc:docMk/>
            <pc:sldMk cId="2671799693" sldId="335"/>
            <ac:picMk id="6" creationId="{360FFB7F-9CB3-CD03-65D6-D0CE9ED67EDE}"/>
          </ac:picMkLst>
        </pc:picChg>
        <pc:picChg chg="add mod ord">
          <ac:chgData name="Shilpa BV" userId="48fbb3e7aeb449f5" providerId="LiveId" clId="{9A051930-240F-4978-9ADE-66A4FFC90DD0}" dt="2025-04-09T04:24:49.273" v="3656" actId="167"/>
          <ac:picMkLst>
            <pc:docMk/>
            <pc:sldMk cId="2671799693" sldId="335"/>
            <ac:picMk id="7" creationId="{CC8496A2-C6F9-1EDE-9AB9-423BD90704C5}"/>
          </ac:picMkLst>
        </pc:picChg>
      </pc:sldChg>
      <pc:sldChg chg="addSp delSp modSp new mod">
        <pc:chgData name="Shilpa BV" userId="48fbb3e7aeb449f5" providerId="LiveId" clId="{9A051930-240F-4978-9ADE-66A4FFC90DD0}" dt="2025-04-09T04:31:49.328" v="3667" actId="255"/>
        <pc:sldMkLst>
          <pc:docMk/>
          <pc:sldMk cId="882842923" sldId="336"/>
        </pc:sldMkLst>
        <pc:spChg chg="mod">
          <ac:chgData name="Shilpa BV" userId="48fbb3e7aeb449f5" providerId="LiveId" clId="{9A051930-240F-4978-9ADE-66A4FFC90DD0}" dt="2025-04-09T04:31:49.328" v="3667" actId="255"/>
          <ac:spMkLst>
            <pc:docMk/>
            <pc:sldMk cId="882842923" sldId="336"/>
            <ac:spMk id="2" creationId="{44277FF6-F4AE-E7DA-7271-3DEFF50E8843}"/>
          </ac:spMkLst>
        </pc:spChg>
        <pc:picChg chg="add mod ord">
          <ac:chgData name="Shilpa BV" userId="48fbb3e7aeb449f5" providerId="LiveId" clId="{9A051930-240F-4978-9ADE-66A4FFC90DD0}" dt="2025-04-09T04:30:46.255" v="3659" actId="22"/>
          <ac:picMkLst>
            <pc:docMk/>
            <pc:sldMk cId="882842923" sldId="336"/>
            <ac:picMk id="5" creationId="{88B4CA95-77B0-28D9-DC88-3A6B5F266303}"/>
          </ac:picMkLst>
        </pc:picChg>
      </pc:sldChg>
      <pc:sldChg chg="del">
        <pc:chgData name="Shilpa BV" userId="48fbb3e7aeb449f5" providerId="LiveId" clId="{9A051930-240F-4978-9ADE-66A4FFC90DD0}" dt="2025-03-24T06:15:12.464" v="3" actId="47"/>
        <pc:sldMkLst>
          <pc:docMk/>
          <pc:sldMk cId="4255924425" sldId="336"/>
        </pc:sldMkLst>
      </pc:sldChg>
      <pc:sldChg chg="modSp new add del mod">
        <pc:chgData name="Shilpa BV" userId="48fbb3e7aeb449f5" providerId="LiveId" clId="{9A051930-240F-4978-9ADE-66A4FFC90DD0}" dt="2025-04-29T06:35:56.843" v="6820" actId="2696"/>
        <pc:sldMkLst>
          <pc:docMk/>
          <pc:sldMk cId="940509419" sldId="337"/>
        </pc:sldMkLst>
        <pc:spChg chg="mod">
          <ac:chgData name="Shilpa BV" userId="48fbb3e7aeb449f5" providerId="LiveId" clId="{9A051930-240F-4978-9ADE-66A4FFC90DD0}" dt="2025-04-09T04:33:59.554" v="3698" actId="14100"/>
          <ac:spMkLst>
            <pc:docMk/>
            <pc:sldMk cId="940509419" sldId="337"/>
            <ac:spMk id="2" creationId="{469E7776-417E-CFD6-8309-A863EDE81440}"/>
          </ac:spMkLst>
        </pc:spChg>
        <pc:spChg chg="mod">
          <ac:chgData name="Shilpa BV" userId="48fbb3e7aeb449f5" providerId="LiveId" clId="{9A051930-240F-4978-9ADE-66A4FFC90DD0}" dt="2025-04-09T04:36:35.107" v="3727" actId="20577"/>
          <ac:spMkLst>
            <pc:docMk/>
            <pc:sldMk cId="940509419" sldId="337"/>
            <ac:spMk id="3" creationId="{EE480216-6389-2D4E-B13A-B406C5D0D0C4}"/>
          </ac:spMkLst>
        </pc:spChg>
      </pc:sldChg>
      <pc:sldChg chg="del">
        <pc:chgData name="Shilpa BV" userId="48fbb3e7aeb449f5" providerId="LiveId" clId="{9A051930-240F-4978-9ADE-66A4FFC90DD0}" dt="2025-03-24T06:15:12.464" v="3" actId="47"/>
        <pc:sldMkLst>
          <pc:docMk/>
          <pc:sldMk cId="1058150428" sldId="337"/>
        </pc:sldMkLst>
      </pc:sldChg>
      <pc:sldChg chg="modSp new mod">
        <pc:chgData name="Shilpa BV" userId="48fbb3e7aeb449f5" providerId="LiveId" clId="{9A051930-240F-4978-9ADE-66A4FFC90DD0}" dt="2025-04-15T03:35:10.028" v="4311" actId="14100"/>
        <pc:sldMkLst>
          <pc:docMk/>
          <pc:sldMk cId="4006375107" sldId="338"/>
        </pc:sldMkLst>
        <pc:spChg chg="mod">
          <ac:chgData name="Shilpa BV" userId="48fbb3e7aeb449f5" providerId="LiveId" clId="{9A051930-240F-4978-9ADE-66A4FFC90DD0}" dt="2025-04-15T03:35:07.234" v="4310" actId="27636"/>
          <ac:spMkLst>
            <pc:docMk/>
            <pc:sldMk cId="4006375107" sldId="338"/>
            <ac:spMk id="2" creationId="{95BDDEE0-46D9-EF76-E379-7280458A524A}"/>
          </ac:spMkLst>
        </pc:spChg>
        <pc:spChg chg="mod">
          <ac:chgData name="Shilpa BV" userId="48fbb3e7aeb449f5" providerId="LiveId" clId="{9A051930-240F-4978-9ADE-66A4FFC90DD0}" dt="2025-04-15T03:35:10.028" v="4311" actId="14100"/>
          <ac:spMkLst>
            <pc:docMk/>
            <pc:sldMk cId="4006375107" sldId="338"/>
            <ac:spMk id="3" creationId="{9A8BB44B-BF4F-0BC2-8EC3-9F68A6968555}"/>
          </ac:spMkLst>
        </pc:spChg>
      </pc:sldChg>
      <pc:sldChg chg="del">
        <pc:chgData name="Shilpa BV" userId="48fbb3e7aeb449f5" providerId="LiveId" clId="{9A051930-240F-4978-9ADE-66A4FFC90DD0}" dt="2025-03-24T06:15:12.464" v="3" actId="47"/>
        <pc:sldMkLst>
          <pc:docMk/>
          <pc:sldMk cId="4090974614" sldId="338"/>
        </pc:sldMkLst>
      </pc:sldChg>
      <pc:sldChg chg="del">
        <pc:chgData name="Shilpa BV" userId="48fbb3e7aeb449f5" providerId="LiveId" clId="{9A051930-240F-4978-9ADE-66A4FFC90DD0}" dt="2025-03-24T06:15:12.464" v="3" actId="47"/>
        <pc:sldMkLst>
          <pc:docMk/>
          <pc:sldMk cId="69005152" sldId="339"/>
        </pc:sldMkLst>
      </pc:sldChg>
      <pc:sldChg chg="del">
        <pc:chgData name="Shilpa BV" userId="48fbb3e7aeb449f5" providerId="LiveId" clId="{9A051930-240F-4978-9ADE-66A4FFC90DD0}" dt="2025-03-24T06:15:12.464" v="3" actId="47"/>
        <pc:sldMkLst>
          <pc:docMk/>
          <pc:sldMk cId="769913503" sldId="340"/>
        </pc:sldMkLst>
      </pc:sldChg>
      <pc:sldChg chg="del">
        <pc:chgData name="Shilpa BV" userId="48fbb3e7aeb449f5" providerId="LiveId" clId="{9A051930-240F-4978-9ADE-66A4FFC90DD0}" dt="2025-03-24T06:15:12.464" v="3" actId="47"/>
        <pc:sldMkLst>
          <pc:docMk/>
          <pc:sldMk cId="689733944" sldId="341"/>
        </pc:sldMkLst>
      </pc:sldChg>
      <pc:sldChg chg="modSp new mod">
        <pc:chgData name="Shilpa BV" userId="48fbb3e7aeb449f5" providerId="LiveId" clId="{9A051930-240F-4978-9ADE-66A4FFC90DD0}" dt="2025-04-15T03:07:44.197" v="3768" actId="2711"/>
        <pc:sldMkLst>
          <pc:docMk/>
          <pc:sldMk cId="1974796271" sldId="341"/>
        </pc:sldMkLst>
        <pc:spChg chg="mod">
          <ac:chgData name="Shilpa BV" userId="48fbb3e7aeb449f5" providerId="LiveId" clId="{9A051930-240F-4978-9ADE-66A4FFC90DD0}" dt="2025-04-15T03:07:44.197" v="3768" actId="2711"/>
          <ac:spMkLst>
            <pc:docMk/>
            <pc:sldMk cId="1974796271" sldId="341"/>
            <ac:spMk id="2" creationId="{B4B2D870-ECFD-221E-925A-E50E6697ADDE}"/>
          </ac:spMkLst>
        </pc:spChg>
        <pc:spChg chg="mod">
          <ac:chgData name="Shilpa BV" userId="48fbb3e7aeb449f5" providerId="LiveId" clId="{9A051930-240F-4978-9ADE-66A4FFC90DD0}" dt="2025-04-15T03:07:44.197" v="3768" actId="2711"/>
          <ac:spMkLst>
            <pc:docMk/>
            <pc:sldMk cId="1974796271" sldId="341"/>
            <ac:spMk id="3" creationId="{E5CD5C7F-7ED4-E1B0-84D1-4CF14963D239}"/>
          </ac:spMkLst>
        </pc:spChg>
      </pc:sldChg>
      <pc:sldChg chg="modSp new mod">
        <pc:chgData name="Shilpa BV" userId="48fbb3e7aeb449f5" providerId="LiveId" clId="{9A051930-240F-4978-9ADE-66A4FFC90DD0}" dt="2025-04-15T03:09:35.275" v="3782" actId="27636"/>
        <pc:sldMkLst>
          <pc:docMk/>
          <pc:sldMk cId="1106923176" sldId="342"/>
        </pc:sldMkLst>
        <pc:spChg chg="mod">
          <ac:chgData name="Shilpa BV" userId="48fbb3e7aeb449f5" providerId="LiveId" clId="{9A051930-240F-4978-9ADE-66A4FFC90DD0}" dt="2025-04-15T03:09:26.623" v="3780" actId="2711"/>
          <ac:spMkLst>
            <pc:docMk/>
            <pc:sldMk cId="1106923176" sldId="342"/>
            <ac:spMk id="2" creationId="{738361D4-049C-A6FE-777F-7366D8B14000}"/>
          </ac:spMkLst>
        </pc:spChg>
        <pc:spChg chg="mod">
          <ac:chgData name="Shilpa BV" userId="48fbb3e7aeb449f5" providerId="LiveId" clId="{9A051930-240F-4978-9ADE-66A4FFC90DD0}" dt="2025-04-15T03:09:35.275" v="3782" actId="27636"/>
          <ac:spMkLst>
            <pc:docMk/>
            <pc:sldMk cId="1106923176" sldId="342"/>
            <ac:spMk id="3" creationId="{B9B9B4DA-0403-C2A7-2F6D-4CDC0B5E8D4A}"/>
          </ac:spMkLst>
        </pc:spChg>
      </pc:sldChg>
      <pc:sldChg chg="del">
        <pc:chgData name="Shilpa BV" userId="48fbb3e7aeb449f5" providerId="LiveId" clId="{9A051930-240F-4978-9ADE-66A4FFC90DD0}" dt="2025-03-24T06:15:12.464" v="3" actId="47"/>
        <pc:sldMkLst>
          <pc:docMk/>
          <pc:sldMk cId="1460280398" sldId="342"/>
        </pc:sldMkLst>
      </pc:sldChg>
      <pc:sldChg chg="modSp new mod">
        <pc:chgData name="Shilpa BV" userId="48fbb3e7aeb449f5" providerId="LiveId" clId="{9A051930-240F-4978-9ADE-66A4FFC90DD0}" dt="2025-04-15T03:10:48.531" v="3793" actId="2711"/>
        <pc:sldMkLst>
          <pc:docMk/>
          <pc:sldMk cId="213300182" sldId="343"/>
        </pc:sldMkLst>
        <pc:spChg chg="mod">
          <ac:chgData name="Shilpa BV" userId="48fbb3e7aeb449f5" providerId="LiveId" clId="{9A051930-240F-4978-9ADE-66A4FFC90DD0}" dt="2025-04-15T03:10:48.531" v="3793" actId="2711"/>
          <ac:spMkLst>
            <pc:docMk/>
            <pc:sldMk cId="213300182" sldId="343"/>
            <ac:spMk id="2" creationId="{935F99CA-F75B-EBF2-BEA2-E503038200CD}"/>
          </ac:spMkLst>
        </pc:spChg>
        <pc:spChg chg="mod">
          <ac:chgData name="Shilpa BV" userId="48fbb3e7aeb449f5" providerId="LiveId" clId="{9A051930-240F-4978-9ADE-66A4FFC90DD0}" dt="2025-04-15T03:10:48.531" v="3793" actId="2711"/>
          <ac:spMkLst>
            <pc:docMk/>
            <pc:sldMk cId="213300182" sldId="343"/>
            <ac:spMk id="3" creationId="{6C1BB236-D954-51F1-6B55-D0819714EB1A}"/>
          </ac:spMkLst>
        </pc:spChg>
      </pc:sldChg>
      <pc:sldChg chg="del">
        <pc:chgData name="Shilpa BV" userId="48fbb3e7aeb449f5" providerId="LiveId" clId="{9A051930-240F-4978-9ADE-66A4FFC90DD0}" dt="2025-03-24T06:15:12.464" v="3" actId="47"/>
        <pc:sldMkLst>
          <pc:docMk/>
          <pc:sldMk cId="1558368250" sldId="343"/>
        </pc:sldMkLst>
      </pc:sldChg>
      <pc:sldChg chg="modSp new mod">
        <pc:chgData name="Shilpa BV" userId="48fbb3e7aeb449f5" providerId="LiveId" clId="{9A051930-240F-4978-9ADE-66A4FFC90DD0}" dt="2025-04-15T03:12:33.315" v="3804" actId="2711"/>
        <pc:sldMkLst>
          <pc:docMk/>
          <pc:sldMk cId="2065620370" sldId="344"/>
        </pc:sldMkLst>
        <pc:spChg chg="mod">
          <ac:chgData name="Shilpa BV" userId="48fbb3e7aeb449f5" providerId="LiveId" clId="{9A051930-240F-4978-9ADE-66A4FFC90DD0}" dt="2025-04-15T03:12:33.315" v="3804" actId="2711"/>
          <ac:spMkLst>
            <pc:docMk/>
            <pc:sldMk cId="2065620370" sldId="344"/>
            <ac:spMk id="2" creationId="{C64AC064-D661-8DF5-F28A-73A937B34BA9}"/>
          </ac:spMkLst>
        </pc:spChg>
        <pc:spChg chg="mod">
          <ac:chgData name="Shilpa BV" userId="48fbb3e7aeb449f5" providerId="LiveId" clId="{9A051930-240F-4978-9ADE-66A4FFC90DD0}" dt="2025-04-15T03:12:33.315" v="3804" actId="2711"/>
          <ac:spMkLst>
            <pc:docMk/>
            <pc:sldMk cId="2065620370" sldId="344"/>
            <ac:spMk id="3" creationId="{0F6817C5-D7BF-F248-9F7F-C2B608D2D0D2}"/>
          </ac:spMkLst>
        </pc:spChg>
      </pc:sldChg>
      <pc:sldChg chg="del">
        <pc:chgData name="Shilpa BV" userId="48fbb3e7aeb449f5" providerId="LiveId" clId="{9A051930-240F-4978-9ADE-66A4FFC90DD0}" dt="2025-03-24T06:15:12.464" v="3" actId="47"/>
        <pc:sldMkLst>
          <pc:docMk/>
          <pc:sldMk cId="2237399487" sldId="344"/>
        </pc:sldMkLst>
      </pc:sldChg>
      <pc:sldChg chg="del">
        <pc:chgData name="Shilpa BV" userId="48fbb3e7aeb449f5" providerId="LiveId" clId="{9A051930-240F-4978-9ADE-66A4FFC90DD0}" dt="2025-03-24T06:15:12.464" v="3" actId="47"/>
        <pc:sldMkLst>
          <pc:docMk/>
          <pc:sldMk cId="2377635968" sldId="345"/>
        </pc:sldMkLst>
      </pc:sldChg>
      <pc:sldChg chg="addSp delSp modSp new mod">
        <pc:chgData name="Shilpa BV" userId="48fbb3e7aeb449f5" providerId="LiveId" clId="{9A051930-240F-4978-9ADE-66A4FFC90DD0}" dt="2025-04-15T03:21:16.264" v="4200" actId="14100"/>
        <pc:sldMkLst>
          <pc:docMk/>
          <pc:sldMk cId="4175719343" sldId="345"/>
        </pc:sldMkLst>
        <pc:spChg chg="mod">
          <ac:chgData name="Shilpa BV" userId="48fbb3e7aeb449f5" providerId="LiveId" clId="{9A051930-240F-4978-9ADE-66A4FFC90DD0}" dt="2025-04-15T03:19:41.135" v="4113" actId="14100"/>
          <ac:spMkLst>
            <pc:docMk/>
            <pc:sldMk cId="4175719343" sldId="345"/>
            <ac:spMk id="3" creationId="{D367CB70-68FF-3DD5-B32D-D0FB475154B0}"/>
          </ac:spMkLst>
        </pc:spChg>
        <pc:spChg chg="add mod">
          <ac:chgData name="Shilpa BV" userId="48fbb3e7aeb449f5" providerId="LiveId" clId="{9A051930-240F-4978-9ADE-66A4FFC90DD0}" dt="2025-04-15T03:19:16.095" v="4104" actId="21"/>
          <ac:spMkLst>
            <pc:docMk/>
            <pc:sldMk cId="4175719343" sldId="345"/>
            <ac:spMk id="7" creationId="{B26C6FCD-AC56-1068-362B-EFF2B60628D2}"/>
          </ac:spMkLst>
        </pc:spChg>
        <pc:spChg chg="add mod">
          <ac:chgData name="Shilpa BV" userId="48fbb3e7aeb449f5" providerId="LiveId" clId="{9A051930-240F-4978-9ADE-66A4FFC90DD0}" dt="2025-04-15T03:21:16.264" v="4200" actId="14100"/>
          <ac:spMkLst>
            <pc:docMk/>
            <pc:sldMk cId="4175719343" sldId="345"/>
            <ac:spMk id="9" creationId="{D6C5CE11-B412-BEAF-A2C5-3F4EB922A83A}"/>
          </ac:spMkLst>
        </pc:spChg>
      </pc:sldChg>
      <pc:sldChg chg="new del">
        <pc:chgData name="Shilpa BV" userId="48fbb3e7aeb449f5" providerId="LiveId" clId="{9A051930-240F-4978-9ADE-66A4FFC90DD0}" dt="2025-04-15T03:24:34.327" v="4235" actId="47"/>
        <pc:sldMkLst>
          <pc:docMk/>
          <pc:sldMk cId="619628224" sldId="346"/>
        </pc:sldMkLst>
      </pc:sldChg>
      <pc:sldChg chg="del">
        <pc:chgData name="Shilpa BV" userId="48fbb3e7aeb449f5" providerId="LiveId" clId="{9A051930-240F-4978-9ADE-66A4FFC90DD0}" dt="2025-03-24T06:15:12.464" v="3" actId="47"/>
        <pc:sldMkLst>
          <pc:docMk/>
          <pc:sldMk cId="2909577772" sldId="346"/>
        </pc:sldMkLst>
      </pc:sldChg>
      <pc:sldChg chg="modSp new mod">
        <pc:chgData name="Shilpa BV" userId="48fbb3e7aeb449f5" providerId="LiveId" clId="{9A051930-240F-4978-9ADE-66A4FFC90DD0}" dt="2025-04-15T03:23:20.464" v="4220" actId="27636"/>
        <pc:sldMkLst>
          <pc:docMk/>
          <pc:sldMk cId="313828809" sldId="347"/>
        </pc:sldMkLst>
        <pc:spChg chg="mod">
          <ac:chgData name="Shilpa BV" userId="48fbb3e7aeb449f5" providerId="LiveId" clId="{9A051930-240F-4978-9ADE-66A4FFC90DD0}" dt="2025-04-15T03:23:17.373" v="4218" actId="14100"/>
          <ac:spMkLst>
            <pc:docMk/>
            <pc:sldMk cId="313828809" sldId="347"/>
            <ac:spMk id="2" creationId="{F25CD300-74C2-646D-79FF-70D654A417E1}"/>
          </ac:spMkLst>
        </pc:spChg>
        <pc:spChg chg="mod">
          <ac:chgData name="Shilpa BV" userId="48fbb3e7aeb449f5" providerId="LiveId" clId="{9A051930-240F-4978-9ADE-66A4FFC90DD0}" dt="2025-04-15T03:23:20.464" v="4220" actId="27636"/>
          <ac:spMkLst>
            <pc:docMk/>
            <pc:sldMk cId="313828809" sldId="347"/>
            <ac:spMk id="3" creationId="{38CB0795-3028-C097-A2ED-14D0EE25BA15}"/>
          </ac:spMkLst>
        </pc:spChg>
      </pc:sldChg>
      <pc:sldChg chg="del">
        <pc:chgData name="Shilpa BV" userId="48fbb3e7aeb449f5" providerId="LiveId" clId="{9A051930-240F-4978-9ADE-66A4FFC90DD0}" dt="2025-03-24T06:15:12.464" v="3" actId="47"/>
        <pc:sldMkLst>
          <pc:docMk/>
          <pc:sldMk cId="1189766846" sldId="347"/>
        </pc:sldMkLst>
      </pc:sldChg>
      <pc:sldChg chg="modSp new mod">
        <pc:chgData name="Shilpa BV" userId="48fbb3e7aeb449f5" providerId="LiveId" clId="{9A051930-240F-4978-9ADE-66A4FFC90DD0}" dt="2025-04-15T03:24:28.056" v="4234" actId="2711"/>
        <pc:sldMkLst>
          <pc:docMk/>
          <pc:sldMk cId="639687362" sldId="348"/>
        </pc:sldMkLst>
        <pc:spChg chg="mod">
          <ac:chgData name="Shilpa BV" userId="48fbb3e7aeb449f5" providerId="LiveId" clId="{9A051930-240F-4978-9ADE-66A4FFC90DD0}" dt="2025-04-15T03:24:28.056" v="4234" actId="2711"/>
          <ac:spMkLst>
            <pc:docMk/>
            <pc:sldMk cId="639687362" sldId="348"/>
            <ac:spMk id="2" creationId="{27E1AD41-AF85-9A15-51B8-D56A236311F4}"/>
          </ac:spMkLst>
        </pc:spChg>
        <pc:spChg chg="mod">
          <ac:chgData name="Shilpa BV" userId="48fbb3e7aeb449f5" providerId="LiveId" clId="{9A051930-240F-4978-9ADE-66A4FFC90DD0}" dt="2025-04-15T03:24:28.056" v="4234" actId="2711"/>
          <ac:spMkLst>
            <pc:docMk/>
            <pc:sldMk cId="639687362" sldId="348"/>
            <ac:spMk id="3" creationId="{A12774A8-09A5-1E85-CB77-A7022FBE2F93}"/>
          </ac:spMkLst>
        </pc:spChg>
      </pc:sldChg>
      <pc:sldChg chg="del">
        <pc:chgData name="Shilpa BV" userId="48fbb3e7aeb449f5" providerId="LiveId" clId="{9A051930-240F-4978-9ADE-66A4FFC90DD0}" dt="2025-03-24T06:15:12.464" v="3" actId="47"/>
        <pc:sldMkLst>
          <pc:docMk/>
          <pc:sldMk cId="1480995074" sldId="348"/>
        </pc:sldMkLst>
      </pc:sldChg>
      <pc:sldChg chg="modSp new mod">
        <pc:chgData name="Shilpa BV" userId="48fbb3e7aeb449f5" providerId="LiveId" clId="{9A051930-240F-4978-9ADE-66A4FFC90DD0}" dt="2025-04-15T03:37:51.856" v="4410" actId="403"/>
        <pc:sldMkLst>
          <pc:docMk/>
          <pc:sldMk cId="1448325463" sldId="349"/>
        </pc:sldMkLst>
        <pc:spChg chg="mod">
          <ac:chgData name="Shilpa BV" userId="48fbb3e7aeb449f5" providerId="LiveId" clId="{9A051930-240F-4978-9ADE-66A4FFC90DD0}" dt="2025-04-15T03:36:30.165" v="4330" actId="20577"/>
          <ac:spMkLst>
            <pc:docMk/>
            <pc:sldMk cId="1448325463" sldId="349"/>
            <ac:spMk id="2" creationId="{3A2E068B-C66B-5907-E32C-6D550BAB5EA9}"/>
          </ac:spMkLst>
        </pc:spChg>
        <pc:spChg chg="mod">
          <ac:chgData name="Shilpa BV" userId="48fbb3e7aeb449f5" providerId="LiveId" clId="{9A051930-240F-4978-9ADE-66A4FFC90DD0}" dt="2025-04-15T03:37:51.856" v="4410" actId="403"/>
          <ac:spMkLst>
            <pc:docMk/>
            <pc:sldMk cId="1448325463" sldId="349"/>
            <ac:spMk id="3" creationId="{C164FAA5-8BCD-741E-ABBF-787C775DFBD2}"/>
          </ac:spMkLst>
        </pc:spChg>
      </pc:sldChg>
      <pc:sldChg chg="del">
        <pc:chgData name="Shilpa BV" userId="48fbb3e7aeb449f5" providerId="LiveId" clId="{9A051930-240F-4978-9ADE-66A4FFC90DD0}" dt="2025-03-24T06:15:12.464" v="3" actId="47"/>
        <pc:sldMkLst>
          <pc:docMk/>
          <pc:sldMk cId="3574275610" sldId="349"/>
        </pc:sldMkLst>
      </pc:sldChg>
      <pc:sldChg chg="addSp modSp new mod">
        <pc:chgData name="Shilpa BV" userId="48fbb3e7aeb449f5" providerId="LiveId" clId="{9A051930-240F-4978-9ADE-66A4FFC90DD0}" dt="2025-04-15T03:40:20.062" v="4434" actId="1076"/>
        <pc:sldMkLst>
          <pc:docMk/>
          <pc:sldMk cId="733637404" sldId="350"/>
        </pc:sldMkLst>
        <pc:spChg chg="mod">
          <ac:chgData name="Shilpa BV" userId="48fbb3e7aeb449f5" providerId="LiveId" clId="{9A051930-240F-4978-9ADE-66A4FFC90DD0}" dt="2025-04-15T03:39:09.579" v="4416" actId="27636"/>
          <ac:spMkLst>
            <pc:docMk/>
            <pc:sldMk cId="733637404" sldId="350"/>
            <ac:spMk id="2" creationId="{80CF9A76-6ADF-A090-A6D2-8D9EE7EC5614}"/>
          </ac:spMkLst>
        </pc:spChg>
        <pc:spChg chg="mod">
          <ac:chgData name="Shilpa BV" userId="48fbb3e7aeb449f5" providerId="LiveId" clId="{9A051930-240F-4978-9ADE-66A4FFC90DD0}" dt="2025-04-15T03:40:15.148" v="4432" actId="403"/>
          <ac:spMkLst>
            <pc:docMk/>
            <pc:sldMk cId="733637404" sldId="350"/>
            <ac:spMk id="3" creationId="{E4679146-DA01-826C-7D80-51CFCF5770D1}"/>
          </ac:spMkLst>
        </pc:spChg>
        <pc:picChg chg="add mod">
          <ac:chgData name="Shilpa BV" userId="48fbb3e7aeb449f5" providerId="LiveId" clId="{9A051930-240F-4978-9ADE-66A4FFC90DD0}" dt="2025-04-15T03:40:18.097" v="4433" actId="1076"/>
          <ac:picMkLst>
            <pc:docMk/>
            <pc:sldMk cId="733637404" sldId="350"/>
            <ac:picMk id="5" creationId="{19F7ACDA-A48E-509E-0D55-61BF56B3883A}"/>
          </ac:picMkLst>
        </pc:picChg>
        <pc:picChg chg="add mod">
          <ac:chgData name="Shilpa BV" userId="48fbb3e7aeb449f5" providerId="LiveId" clId="{9A051930-240F-4978-9ADE-66A4FFC90DD0}" dt="2025-04-15T03:40:20.062" v="4434" actId="1076"/>
          <ac:picMkLst>
            <pc:docMk/>
            <pc:sldMk cId="733637404" sldId="350"/>
            <ac:picMk id="7" creationId="{10D735F9-6DAE-692B-DA5D-D1B43DEA288F}"/>
          </ac:picMkLst>
        </pc:picChg>
      </pc:sldChg>
      <pc:sldChg chg="addSp delSp modSp new mod">
        <pc:chgData name="Shilpa BV" userId="48fbb3e7aeb449f5" providerId="LiveId" clId="{9A051930-240F-4978-9ADE-66A4FFC90DD0}" dt="2025-04-15T03:50:30.337" v="4533" actId="20577"/>
        <pc:sldMkLst>
          <pc:docMk/>
          <pc:sldMk cId="1120596480" sldId="351"/>
        </pc:sldMkLst>
        <pc:spChg chg="mod">
          <ac:chgData name="Shilpa BV" userId="48fbb3e7aeb449f5" providerId="LiveId" clId="{9A051930-240F-4978-9ADE-66A4FFC90DD0}" dt="2025-04-15T03:43:51.438" v="4440" actId="27636"/>
          <ac:spMkLst>
            <pc:docMk/>
            <pc:sldMk cId="1120596480" sldId="351"/>
            <ac:spMk id="2" creationId="{68BB43FC-E9C2-64CE-7AD4-63A34AAF800F}"/>
          </ac:spMkLst>
        </pc:spChg>
        <pc:spChg chg="mod">
          <ac:chgData name="Shilpa BV" userId="48fbb3e7aeb449f5" providerId="LiveId" clId="{9A051930-240F-4978-9ADE-66A4FFC90DD0}" dt="2025-04-15T03:48:52.556" v="4497" actId="27636"/>
          <ac:spMkLst>
            <pc:docMk/>
            <pc:sldMk cId="1120596480" sldId="351"/>
            <ac:spMk id="3" creationId="{A4382B90-7820-3505-AE07-A9CA62A295FA}"/>
          </ac:spMkLst>
        </pc:spChg>
        <pc:spChg chg="add mod">
          <ac:chgData name="Shilpa BV" userId="48fbb3e7aeb449f5" providerId="LiveId" clId="{9A051930-240F-4978-9ADE-66A4FFC90DD0}" dt="2025-04-15T03:50:30.337" v="4533" actId="20577"/>
          <ac:spMkLst>
            <pc:docMk/>
            <pc:sldMk cId="1120596480" sldId="351"/>
            <ac:spMk id="6" creationId="{1D3555D9-67D8-EB70-56BA-9CEFFB27087E}"/>
          </ac:spMkLst>
        </pc:spChg>
      </pc:sldChg>
      <pc:sldChg chg="addSp modSp new mod">
        <pc:chgData name="Shilpa BV" userId="48fbb3e7aeb449f5" providerId="LiveId" clId="{9A051930-240F-4978-9ADE-66A4FFC90DD0}" dt="2025-04-15T03:56:22.437" v="4639" actId="14100"/>
        <pc:sldMkLst>
          <pc:docMk/>
          <pc:sldMk cId="2525786086" sldId="352"/>
        </pc:sldMkLst>
        <pc:spChg chg="mod">
          <ac:chgData name="Shilpa BV" userId="48fbb3e7aeb449f5" providerId="LiveId" clId="{9A051930-240F-4978-9ADE-66A4FFC90DD0}" dt="2025-04-15T03:55:44.990" v="4628" actId="27636"/>
          <ac:spMkLst>
            <pc:docMk/>
            <pc:sldMk cId="2525786086" sldId="352"/>
            <ac:spMk id="2" creationId="{031656E1-333C-38EC-D1F6-1B2E2B008EA0}"/>
          </ac:spMkLst>
        </pc:spChg>
        <pc:spChg chg="mod">
          <ac:chgData name="Shilpa BV" userId="48fbb3e7aeb449f5" providerId="LiveId" clId="{9A051930-240F-4978-9ADE-66A4FFC90DD0}" dt="2025-04-15T03:56:05.705" v="4634" actId="114"/>
          <ac:spMkLst>
            <pc:docMk/>
            <pc:sldMk cId="2525786086" sldId="352"/>
            <ac:spMk id="3" creationId="{85DA1814-E1C8-97BA-D851-625587019C48}"/>
          </ac:spMkLst>
        </pc:spChg>
        <pc:picChg chg="add mod">
          <ac:chgData name="Shilpa BV" userId="48fbb3e7aeb449f5" providerId="LiveId" clId="{9A051930-240F-4978-9ADE-66A4FFC90DD0}" dt="2025-04-15T03:56:22.437" v="4639" actId="14100"/>
          <ac:picMkLst>
            <pc:docMk/>
            <pc:sldMk cId="2525786086" sldId="352"/>
            <ac:picMk id="5" creationId="{49677410-3A45-18D2-246A-87795AF7D3C5}"/>
          </ac:picMkLst>
        </pc:picChg>
        <pc:picChg chg="add mod">
          <ac:chgData name="Shilpa BV" userId="48fbb3e7aeb449f5" providerId="LiveId" clId="{9A051930-240F-4978-9ADE-66A4FFC90DD0}" dt="2025-04-15T03:56:17.016" v="4637" actId="1076"/>
          <ac:picMkLst>
            <pc:docMk/>
            <pc:sldMk cId="2525786086" sldId="352"/>
            <ac:picMk id="7" creationId="{1FDA831C-8C92-EA47-4386-29E9F0BEC97D}"/>
          </ac:picMkLst>
        </pc:picChg>
      </pc:sldChg>
      <pc:sldChg chg="addSp delSp modSp new mod">
        <pc:chgData name="Shilpa BV" userId="48fbb3e7aeb449f5" providerId="LiveId" clId="{9A051930-240F-4978-9ADE-66A4FFC90DD0}" dt="2025-04-15T04:01:39.022" v="4702" actId="21"/>
        <pc:sldMkLst>
          <pc:docMk/>
          <pc:sldMk cId="2639803774" sldId="353"/>
        </pc:sldMkLst>
        <pc:spChg chg="mod">
          <ac:chgData name="Shilpa BV" userId="48fbb3e7aeb449f5" providerId="LiveId" clId="{9A051930-240F-4978-9ADE-66A4FFC90DD0}" dt="2025-04-15T03:57:33.768" v="4648" actId="403"/>
          <ac:spMkLst>
            <pc:docMk/>
            <pc:sldMk cId="2639803774" sldId="353"/>
            <ac:spMk id="2" creationId="{3DE10E82-7E44-E898-A95F-FD69CCB24222}"/>
          </ac:spMkLst>
        </pc:spChg>
        <pc:spChg chg="mod">
          <ac:chgData name="Shilpa BV" userId="48fbb3e7aeb449f5" providerId="LiveId" clId="{9A051930-240F-4978-9ADE-66A4FFC90DD0}" dt="2025-04-15T04:00:40.068" v="4697" actId="6549"/>
          <ac:spMkLst>
            <pc:docMk/>
            <pc:sldMk cId="2639803774" sldId="353"/>
            <ac:spMk id="3" creationId="{2AE492D9-5D03-40E5-8EE6-A52AAEAB3C9C}"/>
          </ac:spMkLst>
        </pc:spChg>
        <pc:picChg chg="add mod">
          <ac:chgData name="Shilpa BV" userId="48fbb3e7aeb449f5" providerId="LiveId" clId="{9A051930-240F-4978-9ADE-66A4FFC90DD0}" dt="2025-04-15T04:01:06.025" v="4699" actId="1076"/>
          <ac:picMkLst>
            <pc:docMk/>
            <pc:sldMk cId="2639803774" sldId="353"/>
            <ac:picMk id="5" creationId="{CE270431-4236-A40E-B00E-BA9D1438D425}"/>
          </ac:picMkLst>
        </pc:picChg>
      </pc:sldChg>
      <pc:sldChg chg="addSp delSp modSp new mod">
        <pc:chgData name="Shilpa BV" userId="48fbb3e7aeb449f5" providerId="LiveId" clId="{9A051930-240F-4978-9ADE-66A4FFC90DD0}" dt="2025-04-15T04:04:19.764" v="4779" actId="1037"/>
        <pc:sldMkLst>
          <pc:docMk/>
          <pc:sldMk cId="311828617" sldId="354"/>
        </pc:sldMkLst>
        <pc:picChg chg="add mod">
          <ac:chgData name="Shilpa BV" userId="48fbb3e7aeb449f5" providerId="LiveId" clId="{9A051930-240F-4978-9ADE-66A4FFC90DD0}" dt="2025-04-15T04:03:36.315" v="4751" actId="1076"/>
          <ac:picMkLst>
            <pc:docMk/>
            <pc:sldMk cId="311828617" sldId="354"/>
            <ac:picMk id="4" creationId="{5D9180FC-E603-8E2D-C125-EB131496118D}"/>
          </ac:picMkLst>
        </pc:picChg>
        <pc:picChg chg="add mod">
          <ac:chgData name="Shilpa BV" userId="48fbb3e7aeb449f5" providerId="LiveId" clId="{9A051930-240F-4978-9ADE-66A4FFC90DD0}" dt="2025-04-15T04:03:41.236" v="4754" actId="14100"/>
          <ac:picMkLst>
            <pc:docMk/>
            <pc:sldMk cId="311828617" sldId="354"/>
            <ac:picMk id="6" creationId="{CE053039-D2D2-43FD-C083-2E4B70BE656B}"/>
          </ac:picMkLst>
        </pc:picChg>
        <pc:picChg chg="add mod">
          <ac:chgData name="Shilpa BV" userId="48fbb3e7aeb449f5" providerId="LiveId" clId="{9A051930-240F-4978-9ADE-66A4FFC90DD0}" dt="2025-04-15T04:04:12.136" v="4758" actId="1076"/>
          <ac:picMkLst>
            <pc:docMk/>
            <pc:sldMk cId="311828617" sldId="354"/>
            <ac:picMk id="7" creationId="{0080D281-D4CA-D38A-EAA1-37CB6025A998}"/>
          </ac:picMkLst>
        </pc:picChg>
        <pc:picChg chg="add mod">
          <ac:chgData name="Shilpa BV" userId="48fbb3e7aeb449f5" providerId="LiveId" clId="{9A051930-240F-4978-9ADE-66A4FFC90DD0}" dt="2025-04-15T04:04:19.764" v="4779" actId="1037"/>
          <ac:picMkLst>
            <pc:docMk/>
            <pc:sldMk cId="311828617" sldId="354"/>
            <ac:picMk id="9" creationId="{751A9E9F-926D-C562-E146-261A4A710914}"/>
          </ac:picMkLst>
        </pc:picChg>
      </pc:sldChg>
      <pc:sldChg chg="modSp new mod">
        <pc:chgData name="Shilpa BV" userId="48fbb3e7aeb449f5" providerId="LiveId" clId="{9A051930-240F-4978-9ADE-66A4FFC90DD0}" dt="2025-04-15T04:12:32.427" v="4816" actId="12"/>
        <pc:sldMkLst>
          <pc:docMk/>
          <pc:sldMk cId="2455373387" sldId="355"/>
        </pc:sldMkLst>
        <pc:spChg chg="mod">
          <ac:chgData name="Shilpa BV" userId="48fbb3e7aeb449f5" providerId="LiveId" clId="{9A051930-240F-4978-9ADE-66A4FFC90DD0}" dt="2025-04-15T04:10:34.916" v="4786" actId="403"/>
          <ac:spMkLst>
            <pc:docMk/>
            <pc:sldMk cId="2455373387" sldId="355"/>
            <ac:spMk id="2" creationId="{6152A726-BB30-8FDF-7AC3-738591134942}"/>
          </ac:spMkLst>
        </pc:spChg>
        <pc:spChg chg="mod">
          <ac:chgData name="Shilpa BV" userId="48fbb3e7aeb449f5" providerId="LiveId" clId="{9A051930-240F-4978-9ADE-66A4FFC90DD0}" dt="2025-04-15T04:12:32.427" v="4816" actId="12"/>
          <ac:spMkLst>
            <pc:docMk/>
            <pc:sldMk cId="2455373387" sldId="355"/>
            <ac:spMk id="3" creationId="{602B0637-276C-5FAD-CF0E-BF58B8F0A6CB}"/>
          </ac:spMkLst>
        </pc:spChg>
      </pc:sldChg>
      <pc:sldChg chg="addSp delSp modSp new mod">
        <pc:chgData name="Shilpa BV" userId="48fbb3e7aeb449f5" providerId="LiveId" clId="{9A051930-240F-4978-9ADE-66A4FFC90DD0}" dt="2025-04-15T04:20:45.894" v="4947" actId="20577"/>
        <pc:sldMkLst>
          <pc:docMk/>
          <pc:sldMk cId="3751279350" sldId="356"/>
        </pc:sldMkLst>
        <pc:spChg chg="mod">
          <ac:chgData name="Shilpa BV" userId="48fbb3e7aeb449f5" providerId="LiveId" clId="{9A051930-240F-4978-9ADE-66A4FFC90DD0}" dt="2025-04-15T04:15:36.172" v="4827" actId="403"/>
          <ac:spMkLst>
            <pc:docMk/>
            <pc:sldMk cId="3751279350" sldId="356"/>
            <ac:spMk id="2" creationId="{EA52176B-43A7-5BED-7CCA-CC3A7733D1D4}"/>
          </ac:spMkLst>
        </pc:spChg>
        <pc:spChg chg="add del mod">
          <ac:chgData name="Shilpa BV" userId="48fbb3e7aeb449f5" providerId="LiveId" clId="{9A051930-240F-4978-9ADE-66A4FFC90DD0}" dt="2025-04-15T04:20:45.894" v="4947" actId="20577"/>
          <ac:spMkLst>
            <pc:docMk/>
            <pc:sldMk cId="3751279350" sldId="356"/>
            <ac:spMk id="3" creationId="{7A2BEE91-E845-9CF5-A3F9-01D91E9FDA90}"/>
          </ac:spMkLst>
        </pc:spChg>
        <pc:picChg chg="add mod">
          <ac:chgData name="Shilpa BV" userId="48fbb3e7aeb449f5" providerId="LiveId" clId="{9A051930-240F-4978-9ADE-66A4FFC90DD0}" dt="2025-04-15T04:18:27.063" v="4850" actId="1076"/>
          <ac:picMkLst>
            <pc:docMk/>
            <pc:sldMk cId="3751279350" sldId="356"/>
            <ac:picMk id="7" creationId="{9C6E0EE0-74DE-EDFC-EA0D-AE7D6F6401EA}"/>
          </ac:picMkLst>
        </pc:picChg>
      </pc:sldChg>
      <pc:sldChg chg="addSp delSp new mod">
        <pc:chgData name="Shilpa BV" userId="48fbb3e7aeb449f5" providerId="LiveId" clId="{9A051930-240F-4978-9ADE-66A4FFC90DD0}" dt="2025-04-15T04:19:10.904" v="4854" actId="478"/>
        <pc:sldMkLst>
          <pc:docMk/>
          <pc:sldMk cId="1279872205" sldId="357"/>
        </pc:sldMkLst>
        <pc:picChg chg="add">
          <ac:chgData name="Shilpa BV" userId="48fbb3e7aeb449f5" providerId="LiveId" clId="{9A051930-240F-4978-9ADE-66A4FFC90DD0}" dt="2025-04-15T04:19:02.567" v="4852" actId="22"/>
          <ac:picMkLst>
            <pc:docMk/>
            <pc:sldMk cId="1279872205" sldId="357"/>
            <ac:picMk id="5" creationId="{697FCD71-02EF-C31F-847A-5FD682EABEC0}"/>
          </ac:picMkLst>
        </pc:picChg>
      </pc:sldChg>
      <pc:sldChg chg="addSp delSp modSp new mod">
        <pc:chgData name="Shilpa BV" userId="48fbb3e7aeb449f5" providerId="LiveId" clId="{9A051930-240F-4978-9ADE-66A4FFC90DD0}" dt="2025-04-23T04:57:10.207" v="5609" actId="1076"/>
        <pc:sldMkLst>
          <pc:docMk/>
          <pc:sldMk cId="3999503566" sldId="358"/>
        </pc:sldMkLst>
        <pc:spChg chg="mod">
          <ac:chgData name="Shilpa BV" userId="48fbb3e7aeb449f5" providerId="LiveId" clId="{9A051930-240F-4978-9ADE-66A4FFC90DD0}" dt="2025-04-23T04:57:10.207" v="5609" actId="1076"/>
          <ac:spMkLst>
            <pc:docMk/>
            <pc:sldMk cId="3999503566" sldId="358"/>
            <ac:spMk id="2" creationId="{84D0A8ED-F02F-FD1E-D899-1843B2D67C5C}"/>
          </ac:spMkLst>
        </pc:spChg>
        <pc:graphicFrameChg chg="add mod ord modGraphic">
          <ac:chgData name="Shilpa BV" userId="48fbb3e7aeb449f5" providerId="LiveId" clId="{9A051930-240F-4978-9ADE-66A4FFC90DD0}" dt="2025-04-23T04:56:51.701" v="5607" actId="14100"/>
          <ac:graphicFrameMkLst>
            <pc:docMk/>
            <pc:sldMk cId="3999503566" sldId="358"/>
            <ac:graphicFrameMk id="4" creationId="{71878D94-0F18-99D6-3BDD-DA86DFA561BC}"/>
          </ac:graphicFrameMkLst>
        </pc:graphicFrameChg>
      </pc:sldChg>
      <pc:sldChg chg="modSp new mod">
        <pc:chgData name="Shilpa BV" userId="48fbb3e7aeb449f5" providerId="LiveId" clId="{9A051930-240F-4978-9ADE-66A4FFC90DD0}" dt="2025-04-29T03:23:06.074" v="5815" actId="6549"/>
        <pc:sldMkLst>
          <pc:docMk/>
          <pc:sldMk cId="1869050007" sldId="359"/>
        </pc:sldMkLst>
        <pc:spChg chg="mod">
          <ac:chgData name="Shilpa BV" userId="48fbb3e7aeb449f5" providerId="LiveId" clId="{9A051930-240F-4978-9ADE-66A4FFC90DD0}" dt="2025-04-29T03:19:24.326" v="5672" actId="20577"/>
          <ac:spMkLst>
            <pc:docMk/>
            <pc:sldMk cId="1869050007" sldId="359"/>
            <ac:spMk id="2" creationId="{55715AEE-2E41-CF59-575B-C782601F1F48}"/>
          </ac:spMkLst>
        </pc:spChg>
        <pc:spChg chg="mod">
          <ac:chgData name="Shilpa BV" userId="48fbb3e7aeb449f5" providerId="LiveId" clId="{9A051930-240F-4978-9ADE-66A4FFC90DD0}" dt="2025-04-29T03:23:06.074" v="5815" actId="6549"/>
          <ac:spMkLst>
            <pc:docMk/>
            <pc:sldMk cId="1869050007" sldId="359"/>
            <ac:spMk id="3" creationId="{84059F79-C6A8-7B6E-4BEF-B1942D0D7C57}"/>
          </ac:spMkLst>
        </pc:spChg>
      </pc:sldChg>
      <pc:sldChg chg="modSp new mod">
        <pc:chgData name="Shilpa BV" userId="48fbb3e7aeb449f5" providerId="LiveId" clId="{9A051930-240F-4978-9ADE-66A4FFC90DD0}" dt="2025-05-04T13:38:55.110" v="6990" actId="313"/>
        <pc:sldMkLst>
          <pc:docMk/>
          <pc:sldMk cId="547113684" sldId="360"/>
        </pc:sldMkLst>
        <pc:spChg chg="mod">
          <ac:chgData name="Shilpa BV" userId="48fbb3e7aeb449f5" providerId="LiveId" clId="{9A051930-240F-4978-9ADE-66A4FFC90DD0}" dt="2025-04-29T03:22:14.824" v="5797" actId="20578"/>
          <ac:spMkLst>
            <pc:docMk/>
            <pc:sldMk cId="547113684" sldId="360"/>
            <ac:spMk id="2" creationId="{3040E549-4CAD-92BE-43AF-23E24542B328}"/>
          </ac:spMkLst>
        </pc:spChg>
        <pc:spChg chg="mod">
          <ac:chgData name="Shilpa BV" userId="48fbb3e7aeb449f5" providerId="LiveId" clId="{9A051930-240F-4978-9ADE-66A4FFC90DD0}" dt="2025-05-04T13:38:55.110" v="6990" actId="313"/>
          <ac:spMkLst>
            <pc:docMk/>
            <pc:sldMk cId="547113684" sldId="360"/>
            <ac:spMk id="3" creationId="{28EBA484-C3B4-82C2-28C0-7222A5C4B656}"/>
          </ac:spMkLst>
        </pc:spChg>
      </pc:sldChg>
      <pc:sldChg chg="addSp modSp new mod">
        <pc:chgData name="Shilpa BV" userId="48fbb3e7aeb449f5" providerId="LiveId" clId="{9A051930-240F-4978-9ADE-66A4FFC90DD0}" dt="2025-04-29T03:27:13.777" v="5892" actId="14100"/>
        <pc:sldMkLst>
          <pc:docMk/>
          <pc:sldMk cId="3284657557" sldId="361"/>
        </pc:sldMkLst>
        <pc:spChg chg="mod">
          <ac:chgData name="Shilpa BV" userId="48fbb3e7aeb449f5" providerId="LiveId" clId="{9A051930-240F-4978-9ADE-66A4FFC90DD0}" dt="2025-04-29T03:26:37.210" v="5879" actId="14100"/>
          <ac:spMkLst>
            <pc:docMk/>
            <pc:sldMk cId="3284657557" sldId="361"/>
            <ac:spMk id="2" creationId="{4C0D5F9A-F596-BD5C-B88C-FF4DFAF7CB15}"/>
          </ac:spMkLst>
        </pc:spChg>
        <pc:spChg chg="mod">
          <ac:chgData name="Shilpa BV" userId="48fbb3e7aeb449f5" providerId="LiveId" clId="{9A051930-240F-4978-9ADE-66A4FFC90DD0}" dt="2025-04-29T03:27:06.315" v="5891" actId="6549"/>
          <ac:spMkLst>
            <pc:docMk/>
            <pc:sldMk cId="3284657557" sldId="361"/>
            <ac:spMk id="3" creationId="{A2D55A82-ED6E-E908-29C8-9DCD1147998E}"/>
          </ac:spMkLst>
        </pc:spChg>
        <pc:picChg chg="add mod">
          <ac:chgData name="Shilpa BV" userId="48fbb3e7aeb449f5" providerId="LiveId" clId="{9A051930-240F-4978-9ADE-66A4FFC90DD0}" dt="2025-04-29T03:27:13.777" v="5892" actId="14100"/>
          <ac:picMkLst>
            <pc:docMk/>
            <pc:sldMk cId="3284657557" sldId="361"/>
            <ac:picMk id="5" creationId="{46A46217-D9B3-A4E0-8278-C2DC00D8E13A}"/>
          </ac:picMkLst>
        </pc:picChg>
      </pc:sldChg>
      <pc:sldChg chg="addSp modSp new mod">
        <pc:chgData name="Shilpa BV" userId="48fbb3e7aeb449f5" providerId="LiveId" clId="{9A051930-240F-4978-9ADE-66A4FFC90DD0}" dt="2025-04-29T03:30:14.795" v="5949" actId="1076"/>
        <pc:sldMkLst>
          <pc:docMk/>
          <pc:sldMk cId="3498727555" sldId="362"/>
        </pc:sldMkLst>
        <pc:spChg chg="mod">
          <ac:chgData name="Shilpa BV" userId="48fbb3e7aeb449f5" providerId="LiveId" clId="{9A051930-240F-4978-9ADE-66A4FFC90DD0}" dt="2025-04-29T03:28:41.567" v="5914" actId="20577"/>
          <ac:spMkLst>
            <pc:docMk/>
            <pc:sldMk cId="3498727555" sldId="362"/>
            <ac:spMk id="2" creationId="{4FCF2610-273C-C5BE-5450-59F158A0CB7C}"/>
          </ac:spMkLst>
        </pc:spChg>
        <pc:spChg chg="mod">
          <ac:chgData name="Shilpa BV" userId="48fbb3e7aeb449f5" providerId="LiveId" clId="{9A051930-240F-4978-9ADE-66A4FFC90DD0}" dt="2025-04-29T03:30:10.971" v="5948" actId="20577"/>
          <ac:spMkLst>
            <pc:docMk/>
            <pc:sldMk cId="3498727555" sldId="362"/>
            <ac:spMk id="3" creationId="{BBADFE40-FA61-5E1C-5244-CA1BE5845698}"/>
          </ac:spMkLst>
        </pc:spChg>
        <pc:picChg chg="add mod">
          <ac:chgData name="Shilpa BV" userId="48fbb3e7aeb449f5" providerId="LiveId" clId="{9A051930-240F-4978-9ADE-66A4FFC90DD0}" dt="2025-04-29T03:30:14.795" v="5949" actId="1076"/>
          <ac:picMkLst>
            <pc:docMk/>
            <pc:sldMk cId="3498727555" sldId="362"/>
            <ac:picMk id="5" creationId="{50905CB0-56BF-5EF9-728A-D389F0DEBBFB}"/>
          </ac:picMkLst>
        </pc:picChg>
      </pc:sldChg>
      <pc:sldChg chg="addSp modSp new mod">
        <pc:chgData name="Shilpa BV" userId="48fbb3e7aeb449f5" providerId="LiveId" clId="{9A051930-240F-4978-9ADE-66A4FFC90DD0}" dt="2025-05-04T13:32:23.959" v="6823" actId="20577"/>
        <pc:sldMkLst>
          <pc:docMk/>
          <pc:sldMk cId="77647514" sldId="363"/>
        </pc:sldMkLst>
        <pc:spChg chg="mod">
          <ac:chgData name="Shilpa BV" userId="48fbb3e7aeb449f5" providerId="LiveId" clId="{9A051930-240F-4978-9ADE-66A4FFC90DD0}" dt="2025-04-29T03:30:52.059" v="5955" actId="20577"/>
          <ac:spMkLst>
            <pc:docMk/>
            <pc:sldMk cId="77647514" sldId="363"/>
            <ac:spMk id="2" creationId="{ECA2A882-CD0F-3BE8-B3AE-E69FDBB459A9}"/>
          </ac:spMkLst>
        </pc:spChg>
        <pc:spChg chg="mod">
          <ac:chgData name="Shilpa BV" userId="48fbb3e7aeb449f5" providerId="LiveId" clId="{9A051930-240F-4978-9ADE-66A4FFC90DD0}" dt="2025-05-04T13:32:23.959" v="6823" actId="20577"/>
          <ac:spMkLst>
            <pc:docMk/>
            <pc:sldMk cId="77647514" sldId="363"/>
            <ac:spMk id="3" creationId="{EF8BAAC7-9498-4879-952F-7D7DA73FCCEF}"/>
          </ac:spMkLst>
        </pc:spChg>
        <pc:picChg chg="add mod">
          <ac:chgData name="Shilpa BV" userId="48fbb3e7aeb449f5" providerId="LiveId" clId="{9A051930-240F-4978-9ADE-66A4FFC90DD0}" dt="2025-04-29T03:31:23.082" v="5963" actId="14100"/>
          <ac:picMkLst>
            <pc:docMk/>
            <pc:sldMk cId="77647514" sldId="363"/>
            <ac:picMk id="5" creationId="{12702867-C96A-D174-D8AB-F9CB509C67C1}"/>
          </ac:picMkLst>
        </pc:picChg>
      </pc:sldChg>
      <pc:sldChg chg="modSp new mod">
        <pc:chgData name="Shilpa BV" userId="48fbb3e7aeb449f5" providerId="LiveId" clId="{9A051930-240F-4978-9ADE-66A4FFC90DD0}" dt="2025-05-04T13:40:03.112" v="6995" actId="20577"/>
        <pc:sldMkLst>
          <pc:docMk/>
          <pc:sldMk cId="1177764520" sldId="364"/>
        </pc:sldMkLst>
        <pc:spChg chg="mod">
          <ac:chgData name="Shilpa BV" userId="48fbb3e7aeb449f5" providerId="LiveId" clId="{9A051930-240F-4978-9ADE-66A4FFC90DD0}" dt="2025-05-04T13:40:03.112" v="6995" actId="20577"/>
          <ac:spMkLst>
            <pc:docMk/>
            <pc:sldMk cId="1177764520" sldId="364"/>
            <ac:spMk id="2" creationId="{C6950637-6B9B-86C1-2122-60E23B5E337C}"/>
          </ac:spMkLst>
        </pc:spChg>
        <pc:spChg chg="mod">
          <ac:chgData name="Shilpa BV" userId="48fbb3e7aeb449f5" providerId="LiveId" clId="{9A051930-240F-4978-9ADE-66A4FFC90DD0}" dt="2025-04-29T03:34:29.522" v="6028" actId="20577"/>
          <ac:spMkLst>
            <pc:docMk/>
            <pc:sldMk cId="1177764520" sldId="364"/>
            <ac:spMk id="3" creationId="{81362B30-A27C-A889-F303-EDCAAC1BE1BD}"/>
          </ac:spMkLst>
        </pc:spChg>
      </pc:sldChg>
      <pc:sldChg chg="modSp new mod">
        <pc:chgData name="Shilpa BV" userId="48fbb3e7aeb449f5" providerId="LiveId" clId="{9A051930-240F-4978-9ADE-66A4FFC90DD0}" dt="2025-05-04T13:40:53.787" v="6999" actId="20577"/>
        <pc:sldMkLst>
          <pc:docMk/>
          <pc:sldMk cId="1640742146" sldId="365"/>
        </pc:sldMkLst>
        <pc:spChg chg="mod">
          <ac:chgData name="Shilpa BV" userId="48fbb3e7aeb449f5" providerId="LiveId" clId="{9A051930-240F-4978-9ADE-66A4FFC90DD0}" dt="2025-05-04T13:40:49.745" v="6996" actId="20578"/>
          <ac:spMkLst>
            <pc:docMk/>
            <pc:sldMk cId="1640742146" sldId="365"/>
            <ac:spMk id="2" creationId="{5C2CDD58-7319-4FD2-FF10-4EF5909F7D80}"/>
          </ac:spMkLst>
        </pc:spChg>
        <pc:spChg chg="mod">
          <ac:chgData name="Shilpa BV" userId="48fbb3e7aeb449f5" providerId="LiveId" clId="{9A051930-240F-4978-9ADE-66A4FFC90DD0}" dt="2025-05-04T13:40:53.787" v="6999" actId="20577"/>
          <ac:spMkLst>
            <pc:docMk/>
            <pc:sldMk cId="1640742146" sldId="365"/>
            <ac:spMk id="3" creationId="{61844564-29F5-6B5C-8146-ACCBC38EF11F}"/>
          </ac:spMkLst>
        </pc:spChg>
      </pc:sldChg>
      <pc:sldChg chg="modSp new mod">
        <pc:chgData name="Shilpa BV" userId="48fbb3e7aeb449f5" providerId="LiveId" clId="{9A051930-240F-4978-9ADE-66A4FFC90DD0}" dt="2025-05-04T13:36:49.715" v="6989" actId="6549"/>
        <pc:sldMkLst>
          <pc:docMk/>
          <pc:sldMk cId="3109611844" sldId="366"/>
        </pc:sldMkLst>
        <pc:spChg chg="mod">
          <ac:chgData name="Shilpa BV" userId="48fbb3e7aeb449f5" providerId="LiveId" clId="{9A051930-240F-4978-9ADE-66A4FFC90DD0}" dt="2025-04-29T03:41:05.557" v="6171" actId="20577"/>
          <ac:spMkLst>
            <pc:docMk/>
            <pc:sldMk cId="3109611844" sldId="366"/>
            <ac:spMk id="2" creationId="{BE3FD2C3-256E-FEE6-7494-89D69148F947}"/>
          </ac:spMkLst>
        </pc:spChg>
        <pc:spChg chg="mod">
          <ac:chgData name="Shilpa BV" userId="48fbb3e7aeb449f5" providerId="LiveId" clId="{9A051930-240F-4978-9ADE-66A4FFC90DD0}" dt="2025-05-04T13:36:49.715" v="6989" actId="6549"/>
          <ac:spMkLst>
            <pc:docMk/>
            <pc:sldMk cId="3109611844" sldId="366"/>
            <ac:spMk id="3" creationId="{4D472EA9-B8C8-14C9-ABF6-0986720FFC8C}"/>
          </ac:spMkLst>
        </pc:spChg>
      </pc:sldChg>
      <pc:sldChg chg="addSp delSp modSp new mod">
        <pc:chgData name="Shilpa BV" userId="48fbb3e7aeb449f5" providerId="LiveId" clId="{9A051930-240F-4978-9ADE-66A4FFC90DD0}" dt="2025-05-04T13:33:49.669" v="6920" actId="20577"/>
        <pc:sldMkLst>
          <pc:docMk/>
          <pc:sldMk cId="2975813810" sldId="367"/>
        </pc:sldMkLst>
        <pc:spChg chg="mod">
          <ac:chgData name="Shilpa BV" userId="48fbb3e7aeb449f5" providerId="LiveId" clId="{9A051930-240F-4978-9ADE-66A4FFC90DD0}" dt="2025-05-04T13:33:49.669" v="6920" actId="20577"/>
          <ac:spMkLst>
            <pc:docMk/>
            <pc:sldMk cId="2975813810" sldId="367"/>
            <ac:spMk id="2" creationId="{7A237685-F817-0636-002F-7AE8705F2FEE}"/>
          </ac:spMkLst>
        </pc:spChg>
        <pc:picChg chg="add mod">
          <ac:chgData name="Shilpa BV" userId="48fbb3e7aeb449f5" providerId="LiveId" clId="{9A051930-240F-4978-9ADE-66A4FFC90DD0}" dt="2025-04-29T03:44:16.788" v="6191" actId="14100"/>
          <ac:picMkLst>
            <pc:docMk/>
            <pc:sldMk cId="2975813810" sldId="367"/>
            <ac:picMk id="5" creationId="{429AE9CA-2EBA-238A-FB2E-D534A278E741}"/>
          </ac:picMkLst>
        </pc:picChg>
      </pc:sldChg>
      <pc:sldChg chg="addSp modSp new mod">
        <pc:chgData name="Shilpa BV" userId="48fbb3e7aeb449f5" providerId="LiveId" clId="{9A051930-240F-4978-9ADE-66A4FFC90DD0}" dt="2025-04-29T03:43:57.650" v="6187" actId="14100"/>
        <pc:sldMkLst>
          <pc:docMk/>
          <pc:sldMk cId="4075053380" sldId="368"/>
        </pc:sldMkLst>
        <pc:spChg chg="mod">
          <ac:chgData name="Shilpa BV" userId="48fbb3e7aeb449f5" providerId="LiveId" clId="{9A051930-240F-4978-9ADE-66A4FFC90DD0}" dt="2025-04-29T03:43:27.673" v="6183" actId="27636"/>
          <ac:spMkLst>
            <pc:docMk/>
            <pc:sldMk cId="4075053380" sldId="368"/>
            <ac:spMk id="2" creationId="{AC4BB484-96AC-7998-DA97-E95D9E46E058}"/>
          </ac:spMkLst>
        </pc:spChg>
        <pc:picChg chg="add mod">
          <ac:chgData name="Shilpa BV" userId="48fbb3e7aeb449f5" providerId="LiveId" clId="{9A051930-240F-4978-9ADE-66A4FFC90DD0}" dt="2025-04-29T03:43:57.650" v="6187" actId="14100"/>
          <ac:picMkLst>
            <pc:docMk/>
            <pc:sldMk cId="4075053380" sldId="368"/>
            <ac:picMk id="5" creationId="{2178209B-4D2B-7A7D-A696-56A3A82BF6A6}"/>
          </ac:picMkLst>
        </pc:picChg>
      </pc:sldChg>
      <pc:sldChg chg="addSp delSp modSp new mod">
        <pc:chgData name="Shilpa BV" userId="48fbb3e7aeb449f5" providerId="LiveId" clId="{9A051930-240F-4978-9ADE-66A4FFC90DD0}" dt="2025-04-29T03:45:47.172" v="6197" actId="478"/>
        <pc:sldMkLst>
          <pc:docMk/>
          <pc:sldMk cId="2605971154" sldId="369"/>
        </pc:sldMkLst>
        <pc:picChg chg="add mod">
          <ac:chgData name="Shilpa BV" userId="48fbb3e7aeb449f5" providerId="LiveId" clId="{9A051930-240F-4978-9ADE-66A4FFC90DD0}" dt="2025-04-29T03:45:44.725" v="6196" actId="14100"/>
          <ac:picMkLst>
            <pc:docMk/>
            <pc:sldMk cId="2605971154" sldId="369"/>
            <ac:picMk id="5" creationId="{606D8DEB-1725-0410-699F-64CF5A98D666}"/>
          </ac:picMkLst>
        </pc:picChg>
      </pc:sldChg>
      <pc:sldChg chg="addSp modSp new mod">
        <pc:chgData name="Shilpa BV" userId="48fbb3e7aeb449f5" providerId="LiveId" clId="{9A051930-240F-4978-9ADE-66A4FFC90DD0}" dt="2025-04-29T03:48:49.821" v="6228" actId="14100"/>
        <pc:sldMkLst>
          <pc:docMk/>
          <pc:sldMk cId="614946730" sldId="370"/>
        </pc:sldMkLst>
        <pc:spChg chg="mod">
          <ac:chgData name="Shilpa BV" userId="48fbb3e7aeb449f5" providerId="LiveId" clId="{9A051930-240F-4978-9ADE-66A4FFC90DD0}" dt="2025-04-29T03:47:24.166" v="6200" actId="20578"/>
          <ac:spMkLst>
            <pc:docMk/>
            <pc:sldMk cId="614946730" sldId="370"/>
            <ac:spMk id="2" creationId="{9CF847DB-9AC7-A3DF-AD24-4A5F989E9CD3}"/>
          </ac:spMkLst>
        </pc:spChg>
        <pc:spChg chg="mod">
          <ac:chgData name="Shilpa BV" userId="48fbb3e7aeb449f5" providerId="LiveId" clId="{9A051930-240F-4978-9ADE-66A4FFC90DD0}" dt="2025-04-29T03:48:13.107" v="6225" actId="20577"/>
          <ac:spMkLst>
            <pc:docMk/>
            <pc:sldMk cId="614946730" sldId="370"/>
            <ac:spMk id="3" creationId="{66A3A9FA-F4FE-50BB-79D9-92FC4FD282B0}"/>
          </ac:spMkLst>
        </pc:spChg>
        <pc:picChg chg="add mod">
          <ac:chgData name="Shilpa BV" userId="48fbb3e7aeb449f5" providerId="LiveId" clId="{9A051930-240F-4978-9ADE-66A4FFC90DD0}" dt="2025-04-29T03:48:49.821" v="6228" actId="14100"/>
          <ac:picMkLst>
            <pc:docMk/>
            <pc:sldMk cId="614946730" sldId="370"/>
            <ac:picMk id="5" creationId="{36EDDFE1-703D-AB45-1046-6B8E27B51D6E}"/>
          </ac:picMkLst>
        </pc:picChg>
      </pc:sldChg>
      <pc:sldChg chg="addSp modSp new mod">
        <pc:chgData name="Shilpa BV" userId="48fbb3e7aeb449f5" providerId="LiveId" clId="{9A051930-240F-4978-9ADE-66A4FFC90DD0}" dt="2025-04-29T03:57:02.504" v="6275" actId="57"/>
        <pc:sldMkLst>
          <pc:docMk/>
          <pc:sldMk cId="2336564246" sldId="371"/>
        </pc:sldMkLst>
        <pc:spChg chg="mod">
          <ac:chgData name="Shilpa BV" userId="48fbb3e7aeb449f5" providerId="LiveId" clId="{9A051930-240F-4978-9ADE-66A4FFC90DD0}" dt="2025-04-29T03:55:07.433" v="6235" actId="20577"/>
          <ac:spMkLst>
            <pc:docMk/>
            <pc:sldMk cId="2336564246" sldId="371"/>
            <ac:spMk id="2" creationId="{9D43C018-20BC-476F-2A4A-72E9E2E6D85E}"/>
          </ac:spMkLst>
        </pc:spChg>
        <pc:spChg chg="mod">
          <ac:chgData name="Shilpa BV" userId="48fbb3e7aeb449f5" providerId="LiveId" clId="{9A051930-240F-4978-9ADE-66A4FFC90DD0}" dt="2025-04-29T03:57:02.504" v="6275" actId="57"/>
          <ac:spMkLst>
            <pc:docMk/>
            <pc:sldMk cId="2336564246" sldId="371"/>
            <ac:spMk id="3" creationId="{10A0E968-3577-9DF0-3006-6A711405D169}"/>
          </ac:spMkLst>
        </pc:spChg>
        <pc:picChg chg="add mod">
          <ac:chgData name="Shilpa BV" userId="48fbb3e7aeb449f5" providerId="LiveId" clId="{9A051930-240F-4978-9ADE-66A4FFC90DD0}" dt="2025-04-29T03:56:29.364" v="6268" actId="14100"/>
          <ac:picMkLst>
            <pc:docMk/>
            <pc:sldMk cId="2336564246" sldId="371"/>
            <ac:picMk id="5" creationId="{AF70D250-9BE0-5A78-2A4D-0AB1FBECDBD5}"/>
          </ac:picMkLst>
        </pc:picChg>
      </pc:sldChg>
      <pc:sldChg chg="addSp delSp modSp new mod">
        <pc:chgData name="Shilpa BV" userId="48fbb3e7aeb449f5" providerId="LiveId" clId="{9A051930-240F-4978-9ADE-66A4FFC90DD0}" dt="2025-04-29T04:00:58.084" v="6300" actId="1076"/>
        <pc:sldMkLst>
          <pc:docMk/>
          <pc:sldMk cId="849250879" sldId="372"/>
        </pc:sldMkLst>
        <pc:spChg chg="mod">
          <ac:chgData name="Shilpa BV" userId="48fbb3e7aeb449f5" providerId="LiveId" clId="{9A051930-240F-4978-9ADE-66A4FFC90DD0}" dt="2025-04-29T04:00:58.084" v="6300" actId="1076"/>
          <ac:spMkLst>
            <pc:docMk/>
            <pc:sldMk cId="849250879" sldId="372"/>
            <ac:spMk id="3" creationId="{62F32F59-8C93-900E-4ACF-819709EE20C6}"/>
          </ac:spMkLst>
        </pc:spChg>
        <pc:picChg chg="add mod">
          <ac:chgData name="Shilpa BV" userId="48fbb3e7aeb449f5" providerId="LiveId" clId="{9A051930-240F-4978-9ADE-66A4FFC90DD0}" dt="2025-04-29T04:00:54.773" v="6299" actId="1076"/>
          <ac:picMkLst>
            <pc:docMk/>
            <pc:sldMk cId="849250879" sldId="372"/>
            <ac:picMk id="5" creationId="{D2088BA9-C79D-1539-17C3-E75BE80ACA0B}"/>
          </ac:picMkLst>
        </pc:picChg>
      </pc:sldChg>
      <pc:sldChg chg="addSp delSp modSp new mod">
        <pc:chgData name="Shilpa BV" userId="48fbb3e7aeb449f5" providerId="LiveId" clId="{9A051930-240F-4978-9ADE-66A4FFC90DD0}" dt="2025-04-29T04:01:13.971" v="6304" actId="14100"/>
        <pc:sldMkLst>
          <pc:docMk/>
          <pc:sldMk cId="2822996966" sldId="373"/>
        </pc:sldMkLst>
        <pc:picChg chg="add mod">
          <ac:chgData name="Shilpa BV" userId="48fbb3e7aeb449f5" providerId="LiveId" clId="{9A051930-240F-4978-9ADE-66A4FFC90DD0}" dt="2025-04-29T04:01:13.971" v="6304" actId="14100"/>
          <ac:picMkLst>
            <pc:docMk/>
            <pc:sldMk cId="2822996966" sldId="373"/>
            <ac:picMk id="5" creationId="{F8BE4702-10B3-11CB-D8B4-8E80C4DB0605}"/>
          </ac:picMkLst>
        </pc:picChg>
      </pc:sldChg>
      <pc:sldChg chg="addSp delSp modSp new mod">
        <pc:chgData name="Shilpa BV" userId="48fbb3e7aeb449f5" providerId="LiveId" clId="{9A051930-240F-4978-9ADE-66A4FFC90DD0}" dt="2025-04-29T04:05:54.495" v="6312" actId="478"/>
        <pc:sldMkLst>
          <pc:docMk/>
          <pc:sldMk cId="3976972306" sldId="374"/>
        </pc:sldMkLst>
        <pc:picChg chg="add mod">
          <ac:chgData name="Shilpa BV" userId="48fbb3e7aeb449f5" providerId="LiveId" clId="{9A051930-240F-4978-9ADE-66A4FFC90DD0}" dt="2025-04-29T04:05:49.323" v="6310" actId="14100"/>
          <ac:picMkLst>
            <pc:docMk/>
            <pc:sldMk cId="3976972306" sldId="374"/>
            <ac:picMk id="5" creationId="{A34580D7-7A66-AB73-68BB-A46592AE2B8A}"/>
          </ac:picMkLst>
        </pc:picChg>
      </pc:sldChg>
      <pc:sldChg chg="addSp delSp modSp new mod modClrScheme chgLayout">
        <pc:chgData name="Shilpa BV" userId="48fbb3e7aeb449f5" providerId="LiveId" clId="{9A051930-240F-4978-9ADE-66A4FFC90DD0}" dt="2025-04-29T04:06:39.142" v="6317" actId="14100"/>
        <pc:sldMkLst>
          <pc:docMk/>
          <pc:sldMk cId="2425553113" sldId="375"/>
        </pc:sldMkLst>
        <pc:picChg chg="add mod">
          <ac:chgData name="Shilpa BV" userId="48fbb3e7aeb449f5" providerId="LiveId" clId="{9A051930-240F-4978-9ADE-66A4FFC90DD0}" dt="2025-04-29T04:06:39.142" v="6317" actId="14100"/>
          <ac:picMkLst>
            <pc:docMk/>
            <pc:sldMk cId="2425553113" sldId="375"/>
            <ac:picMk id="5" creationId="{83BAEACF-8F1A-27F1-B9B3-5586A7FD9BF2}"/>
          </ac:picMkLst>
        </pc:picChg>
      </pc:sldChg>
      <pc:sldChg chg="addSp modSp new mod">
        <pc:chgData name="Shilpa BV" userId="48fbb3e7aeb449f5" providerId="LiveId" clId="{9A051930-240F-4978-9ADE-66A4FFC90DD0}" dt="2025-04-29T04:07:47.138" v="6321" actId="14100"/>
        <pc:sldMkLst>
          <pc:docMk/>
          <pc:sldMk cId="1193727450" sldId="376"/>
        </pc:sldMkLst>
        <pc:picChg chg="add mod">
          <ac:chgData name="Shilpa BV" userId="48fbb3e7aeb449f5" providerId="LiveId" clId="{9A051930-240F-4978-9ADE-66A4FFC90DD0}" dt="2025-04-29T04:07:47.138" v="6321" actId="14100"/>
          <ac:picMkLst>
            <pc:docMk/>
            <pc:sldMk cId="1193727450" sldId="376"/>
            <ac:picMk id="3" creationId="{1D41620A-BDC8-AF74-2EF2-D91AA81A722A}"/>
          </ac:picMkLst>
        </pc:picChg>
      </pc:sldChg>
      <pc:sldChg chg="addSp modSp new mod">
        <pc:chgData name="Shilpa BV" userId="48fbb3e7aeb449f5" providerId="LiveId" clId="{9A051930-240F-4978-9ADE-66A4FFC90DD0}" dt="2025-04-29T04:09:53.564" v="6327" actId="14100"/>
        <pc:sldMkLst>
          <pc:docMk/>
          <pc:sldMk cId="3149088788" sldId="377"/>
        </pc:sldMkLst>
        <pc:picChg chg="add mod">
          <ac:chgData name="Shilpa BV" userId="48fbb3e7aeb449f5" providerId="LiveId" clId="{9A051930-240F-4978-9ADE-66A4FFC90DD0}" dt="2025-04-29T04:09:53.564" v="6327" actId="14100"/>
          <ac:picMkLst>
            <pc:docMk/>
            <pc:sldMk cId="3149088788" sldId="377"/>
            <ac:picMk id="3" creationId="{5935E254-FF25-EF47-BC50-61A507FD48EB}"/>
          </ac:picMkLst>
        </pc:picChg>
      </pc:sldChg>
      <pc:sldChg chg="addSp modSp new mod">
        <pc:chgData name="Shilpa BV" userId="48fbb3e7aeb449f5" providerId="LiveId" clId="{9A051930-240F-4978-9ADE-66A4FFC90DD0}" dt="2025-04-29T04:15:12.289" v="6343" actId="1038"/>
        <pc:sldMkLst>
          <pc:docMk/>
          <pc:sldMk cId="3735217062" sldId="378"/>
        </pc:sldMkLst>
        <pc:picChg chg="add mod">
          <ac:chgData name="Shilpa BV" userId="48fbb3e7aeb449f5" providerId="LiveId" clId="{9A051930-240F-4978-9ADE-66A4FFC90DD0}" dt="2025-04-29T04:15:12.289" v="6343" actId="1038"/>
          <ac:picMkLst>
            <pc:docMk/>
            <pc:sldMk cId="3735217062" sldId="378"/>
            <ac:picMk id="3" creationId="{D16B8E1B-B8FC-E97F-FAC3-5CBE165D356B}"/>
          </ac:picMkLst>
        </pc:picChg>
      </pc:sldChg>
      <pc:sldChg chg="addSp modSp new mod">
        <pc:chgData name="Shilpa BV" userId="48fbb3e7aeb449f5" providerId="LiveId" clId="{9A051930-240F-4978-9ADE-66A4FFC90DD0}" dt="2025-04-29T04:16:15.625" v="6347" actId="14100"/>
        <pc:sldMkLst>
          <pc:docMk/>
          <pc:sldMk cId="1406514934" sldId="379"/>
        </pc:sldMkLst>
        <pc:picChg chg="add mod">
          <ac:chgData name="Shilpa BV" userId="48fbb3e7aeb449f5" providerId="LiveId" clId="{9A051930-240F-4978-9ADE-66A4FFC90DD0}" dt="2025-04-29T04:16:15.625" v="6347" actId="14100"/>
          <ac:picMkLst>
            <pc:docMk/>
            <pc:sldMk cId="1406514934" sldId="379"/>
            <ac:picMk id="3" creationId="{1111E577-C5A9-CAB4-98D6-3B55B501CC1A}"/>
          </ac:picMkLst>
        </pc:picChg>
      </pc:sldChg>
      <pc:sldChg chg="addSp delSp modSp new mod modClrScheme chgLayout">
        <pc:chgData name="Shilpa BV" userId="48fbb3e7aeb449f5" providerId="LiveId" clId="{9A051930-240F-4978-9ADE-66A4FFC90DD0}" dt="2025-04-29T04:53:52.263" v="6369" actId="1076"/>
        <pc:sldMkLst>
          <pc:docMk/>
          <pc:sldMk cId="1893827625" sldId="380"/>
        </pc:sldMkLst>
        <pc:spChg chg="add mod">
          <ac:chgData name="Shilpa BV" userId="48fbb3e7aeb449f5" providerId="LiveId" clId="{9A051930-240F-4978-9ADE-66A4FFC90DD0}" dt="2025-04-29T04:53:50.173" v="6368" actId="1076"/>
          <ac:spMkLst>
            <pc:docMk/>
            <pc:sldMk cId="1893827625" sldId="380"/>
            <ac:spMk id="2" creationId="{7C121BAD-D743-17A7-CBFD-E95ACEC6EC82}"/>
          </ac:spMkLst>
        </pc:spChg>
        <pc:picChg chg="add mod ord">
          <ac:chgData name="Shilpa BV" userId="48fbb3e7aeb449f5" providerId="LiveId" clId="{9A051930-240F-4978-9ADE-66A4FFC90DD0}" dt="2025-04-29T04:53:52.263" v="6369" actId="1076"/>
          <ac:picMkLst>
            <pc:docMk/>
            <pc:sldMk cId="1893827625" sldId="380"/>
            <ac:picMk id="5" creationId="{D7D80318-5C37-8BDB-3941-C46B43AE8760}"/>
          </ac:picMkLst>
        </pc:picChg>
      </pc:sldChg>
      <pc:sldChg chg="addSp delSp modSp new mod">
        <pc:chgData name="Shilpa BV" userId="48fbb3e7aeb449f5" providerId="LiveId" clId="{9A051930-240F-4978-9ADE-66A4FFC90DD0}" dt="2025-04-29T04:55:21.220" v="6431" actId="1076"/>
        <pc:sldMkLst>
          <pc:docMk/>
          <pc:sldMk cId="2355394820" sldId="381"/>
        </pc:sldMkLst>
        <pc:spChg chg="mod">
          <ac:chgData name="Shilpa BV" userId="48fbb3e7aeb449f5" providerId="LiveId" clId="{9A051930-240F-4978-9ADE-66A4FFC90DD0}" dt="2025-04-29T04:55:15.864" v="6430" actId="27636"/>
          <ac:spMkLst>
            <pc:docMk/>
            <pc:sldMk cId="2355394820" sldId="381"/>
            <ac:spMk id="2" creationId="{6EAD5EC4-1903-D22F-29FE-EBF014170BA9}"/>
          </ac:spMkLst>
        </pc:spChg>
        <pc:picChg chg="add mod">
          <ac:chgData name="Shilpa BV" userId="48fbb3e7aeb449f5" providerId="LiveId" clId="{9A051930-240F-4978-9ADE-66A4FFC90DD0}" dt="2025-04-29T04:55:21.220" v="6431" actId="1076"/>
          <ac:picMkLst>
            <pc:docMk/>
            <pc:sldMk cId="2355394820" sldId="381"/>
            <ac:picMk id="5" creationId="{10A93EF8-8C39-F8A7-C798-759ED18661DC}"/>
          </ac:picMkLst>
        </pc:picChg>
      </pc:sldChg>
      <pc:sldChg chg="new del">
        <pc:chgData name="Shilpa BV" userId="48fbb3e7aeb449f5" providerId="LiveId" clId="{9A051930-240F-4978-9ADE-66A4FFC90DD0}" dt="2025-04-29T04:57:44.127" v="6433" actId="47"/>
        <pc:sldMkLst>
          <pc:docMk/>
          <pc:sldMk cId="2159699114" sldId="382"/>
        </pc:sldMkLst>
      </pc:sldChg>
      <pc:sldChg chg="modSp new mod">
        <pc:chgData name="Shilpa BV" userId="48fbb3e7aeb449f5" providerId="LiveId" clId="{9A051930-240F-4978-9ADE-66A4FFC90DD0}" dt="2025-04-29T06:17:07.211" v="6586" actId="6549"/>
        <pc:sldMkLst>
          <pc:docMk/>
          <pc:sldMk cId="2801716051" sldId="382"/>
        </pc:sldMkLst>
        <pc:spChg chg="mod">
          <ac:chgData name="Shilpa BV" userId="48fbb3e7aeb449f5" providerId="LiveId" clId="{9A051930-240F-4978-9ADE-66A4FFC90DD0}" dt="2025-04-29T05:03:33.529" v="6488" actId="20578"/>
          <ac:spMkLst>
            <pc:docMk/>
            <pc:sldMk cId="2801716051" sldId="382"/>
            <ac:spMk id="2" creationId="{D620A22F-34EE-5FE2-7F03-FE3412077D7F}"/>
          </ac:spMkLst>
        </pc:spChg>
        <pc:spChg chg="mod">
          <ac:chgData name="Shilpa BV" userId="48fbb3e7aeb449f5" providerId="LiveId" clId="{9A051930-240F-4978-9ADE-66A4FFC90DD0}" dt="2025-04-29T06:17:07.211" v="6586" actId="6549"/>
          <ac:spMkLst>
            <pc:docMk/>
            <pc:sldMk cId="2801716051" sldId="382"/>
            <ac:spMk id="3" creationId="{823B7C64-D6C8-6C8D-64BE-C5A414A0CFCF}"/>
          </ac:spMkLst>
        </pc:spChg>
      </pc:sldChg>
      <pc:sldChg chg="addSp delSp modSp new mod">
        <pc:chgData name="Shilpa BV" userId="48fbb3e7aeb449f5" providerId="LiveId" clId="{9A051930-240F-4978-9ADE-66A4FFC90DD0}" dt="2025-04-29T05:01:55.779" v="6457" actId="1036"/>
        <pc:sldMkLst>
          <pc:docMk/>
          <pc:sldMk cId="3842045840" sldId="383"/>
        </pc:sldMkLst>
        <pc:picChg chg="add mod ord">
          <ac:chgData name="Shilpa BV" userId="48fbb3e7aeb449f5" providerId="LiveId" clId="{9A051930-240F-4978-9ADE-66A4FFC90DD0}" dt="2025-04-29T05:01:55.779" v="6457" actId="1036"/>
          <ac:picMkLst>
            <pc:docMk/>
            <pc:sldMk cId="3842045840" sldId="383"/>
            <ac:picMk id="5" creationId="{7BF67F5F-A884-6195-4DA0-2757A9F0C608}"/>
          </ac:picMkLst>
        </pc:picChg>
      </pc:sldChg>
      <pc:sldChg chg="addSp delSp modSp new mod ord">
        <pc:chgData name="Shilpa BV" userId="48fbb3e7aeb449f5" providerId="LiveId" clId="{9A051930-240F-4978-9ADE-66A4FFC90DD0}" dt="2025-04-29T05:02:59.055" v="6486"/>
        <pc:sldMkLst>
          <pc:docMk/>
          <pc:sldMk cId="2406144755" sldId="384"/>
        </pc:sldMkLst>
        <pc:picChg chg="add mod">
          <ac:chgData name="Shilpa BV" userId="48fbb3e7aeb449f5" providerId="LiveId" clId="{9A051930-240F-4978-9ADE-66A4FFC90DD0}" dt="2025-04-29T05:02:54.331" v="6484" actId="1036"/>
          <ac:picMkLst>
            <pc:docMk/>
            <pc:sldMk cId="2406144755" sldId="384"/>
            <ac:picMk id="5" creationId="{76A66152-FF82-191C-970F-CE55A411F592}"/>
          </ac:picMkLst>
        </pc:picChg>
      </pc:sldChg>
      <pc:sldChg chg="modSp new mod">
        <pc:chgData name="Shilpa BV" userId="48fbb3e7aeb449f5" providerId="LiveId" clId="{9A051930-240F-4978-9ADE-66A4FFC90DD0}" dt="2025-04-29T06:18:05.476" v="6601" actId="14"/>
        <pc:sldMkLst>
          <pc:docMk/>
          <pc:sldMk cId="3345187766" sldId="385"/>
        </pc:sldMkLst>
        <pc:spChg chg="mod">
          <ac:chgData name="Shilpa BV" userId="48fbb3e7aeb449f5" providerId="LiveId" clId="{9A051930-240F-4978-9ADE-66A4FFC90DD0}" dt="2025-04-29T06:18:05.476" v="6601" actId="14"/>
          <ac:spMkLst>
            <pc:docMk/>
            <pc:sldMk cId="3345187766" sldId="385"/>
            <ac:spMk id="3" creationId="{01D62C5C-5D57-7A8A-274A-54E6CD109AD9}"/>
          </ac:spMkLst>
        </pc:spChg>
      </pc:sldChg>
      <pc:sldChg chg="modSp new mod">
        <pc:chgData name="Shilpa BV" userId="48fbb3e7aeb449f5" providerId="LiveId" clId="{9A051930-240F-4978-9ADE-66A4FFC90DD0}" dt="2025-04-29T06:20:21.046" v="6625" actId="20577"/>
        <pc:sldMkLst>
          <pc:docMk/>
          <pc:sldMk cId="3806871685" sldId="386"/>
        </pc:sldMkLst>
        <pc:spChg chg="mod">
          <ac:chgData name="Shilpa BV" userId="48fbb3e7aeb449f5" providerId="LiveId" clId="{9A051930-240F-4978-9ADE-66A4FFC90DD0}" dt="2025-04-29T06:19:19.134" v="6604" actId="20578"/>
          <ac:spMkLst>
            <pc:docMk/>
            <pc:sldMk cId="3806871685" sldId="386"/>
            <ac:spMk id="2" creationId="{13E44BDA-7510-2C19-C5D0-B88BE70D4701}"/>
          </ac:spMkLst>
        </pc:spChg>
        <pc:spChg chg="mod">
          <ac:chgData name="Shilpa BV" userId="48fbb3e7aeb449f5" providerId="LiveId" clId="{9A051930-240F-4978-9ADE-66A4FFC90DD0}" dt="2025-04-29T06:20:21.046" v="6625" actId="20577"/>
          <ac:spMkLst>
            <pc:docMk/>
            <pc:sldMk cId="3806871685" sldId="386"/>
            <ac:spMk id="3" creationId="{978998EB-953E-978A-7164-FE083EBEFE14}"/>
          </ac:spMkLst>
        </pc:spChg>
      </pc:sldChg>
      <pc:sldChg chg="delSp modSp new mod">
        <pc:chgData name="Shilpa BV" userId="48fbb3e7aeb449f5" providerId="LiveId" clId="{9A051930-240F-4978-9ADE-66A4FFC90DD0}" dt="2025-04-29T06:22:44.442" v="6651" actId="27636"/>
        <pc:sldMkLst>
          <pc:docMk/>
          <pc:sldMk cId="2352343516" sldId="387"/>
        </pc:sldMkLst>
        <pc:spChg chg="mod">
          <ac:chgData name="Shilpa BV" userId="48fbb3e7aeb449f5" providerId="LiveId" clId="{9A051930-240F-4978-9ADE-66A4FFC90DD0}" dt="2025-04-29T06:22:44.442" v="6651" actId="27636"/>
          <ac:spMkLst>
            <pc:docMk/>
            <pc:sldMk cId="2352343516" sldId="387"/>
            <ac:spMk id="3" creationId="{4164B7EC-5F07-91C9-E038-DBA8D59F2051}"/>
          </ac:spMkLst>
        </pc:spChg>
      </pc:sldChg>
      <pc:sldChg chg="modSp new mod">
        <pc:chgData name="Shilpa BV" userId="48fbb3e7aeb449f5" providerId="LiveId" clId="{9A051930-240F-4978-9ADE-66A4FFC90DD0}" dt="2025-04-29T06:24:34.215" v="6682" actId="14100"/>
        <pc:sldMkLst>
          <pc:docMk/>
          <pc:sldMk cId="2932189151" sldId="388"/>
        </pc:sldMkLst>
        <pc:spChg chg="mod">
          <ac:chgData name="Shilpa BV" userId="48fbb3e7aeb449f5" providerId="LiveId" clId="{9A051930-240F-4978-9ADE-66A4FFC90DD0}" dt="2025-04-29T06:23:45.172" v="6667" actId="20577"/>
          <ac:spMkLst>
            <pc:docMk/>
            <pc:sldMk cId="2932189151" sldId="388"/>
            <ac:spMk id="2" creationId="{E319AF70-552B-35BE-06F5-9C7987F205EC}"/>
          </ac:spMkLst>
        </pc:spChg>
        <pc:spChg chg="mod">
          <ac:chgData name="Shilpa BV" userId="48fbb3e7aeb449f5" providerId="LiveId" clId="{9A051930-240F-4978-9ADE-66A4FFC90DD0}" dt="2025-04-29T06:24:34.215" v="6682" actId="14100"/>
          <ac:spMkLst>
            <pc:docMk/>
            <pc:sldMk cId="2932189151" sldId="388"/>
            <ac:spMk id="3" creationId="{C0AC6596-0D00-630B-F3C2-D403113F8A6D}"/>
          </ac:spMkLst>
        </pc:spChg>
      </pc:sldChg>
      <pc:sldChg chg="addSp delSp modSp new mod">
        <pc:chgData name="Shilpa BV" userId="48fbb3e7aeb449f5" providerId="LiveId" clId="{9A051930-240F-4978-9ADE-66A4FFC90DD0}" dt="2025-04-29T06:25:20.610" v="6690" actId="478"/>
        <pc:sldMkLst>
          <pc:docMk/>
          <pc:sldMk cId="3788960106" sldId="389"/>
        </pc:sldMkLst>
        <pc:picChg chg="add mod">
          <ac:chgData name="Shilpa BV" userId="48fbb3e7aeb449f5" providerId="LiveId" clId="{9A051930-240F-4978-9ADE-66A4FFC90DD0}" dt="2025-04-29T06:25:17.986" v="6689" actId="14100"/>
          <ac:picMkLst>
            <pc:docMk/>
            <pc:sldMk cId="3788960106" sldId="389"/>
            <ac:picMk id="5" creationId="{C613F5B9-5F1D-66D8-3113-F86011A3003B}"/>
          </ac:picMkLst>
        </pc:picChg>
      </pc:sldChg>
      <pc:sldChg chg="modSp new del mod">
        <pc:chgData name="Shilpa BV" userId="48fbb3e7aeb449f5" providerId="LiveId" clId="{9A051930-240F-4978-9ADE-66A4FFC90DD0}" dt="2025-05-04T13:41:58.500" v="7000" actId="47"/>
        <pc:sldMkLst>
          <pc:docMk/>
          <pc:sldMk cId="849990458" sldId="390"/>
        </pc:sldMkLst>
        <pc:spChg chg="mod">
          <ac:chgData name="Shilpa BV" userId="48fbb3e7aeb449f5" providerId="LiveId" clId="{9A051930-240F-4978-9ADE-66A4FFC90DD0}" dt="2025-04-29T06:26:30.094" v="6693" actId="20578"/>
          <ac:spMkLst>
            <pc:docMk/>
            <pc:sldMk cId="849990458" sldId="390"/>
            <ac:spMk id="2" creationId="{0F8F616A-5AEF-7654-B7EA-EA29ECC2A96A}"/>
          </ac:spMkLst>
        </pc:spChg>
        <pc:spChg chg="mod">
          <ac:chgData name="Shilpa BV" userId="48fbb3e7aeb449f5" providerId="LiveId" clId="{9A051930-240F-4978-9ADE-66A4FFC90DD0}" dt="2025-04-29T06:27:55.018" v="6734" actId="14100"/>
          <ac:spMkLst>
            <pc:docMk/>
            <pc:sldMk cId="849990458" sldId="390"/>
            <ac:spMk id="3" creationId="{4C243A98-AF9B-3CB8-8033-7CBD1B35725B}"/>
          </ac:spMkLst>
        </pc:spChg>
      </pc:sldChg>
      <pc:sldChg chg="modSp new del mod">
        <pc:chgData name="Shilpa BV" userId="48fbb3e7aeb449f5" providerId="LiveId" clId="{9A051930-240F-4978-9ADE-66A4FFC90DD0}" dt="2025-05-04T13:42:00.407" v="7001" actId="47"/>
        <pc:sldMkLst>
          <pc:docMk/>
          <pc:sldMk cId="651823609" sldId="391"/>
        </pc:sldMkLst>
        <pc:spChg chg="mod">
          <ac:chgData name="Shilpa BV" userId="48fbb3e7aeb449f5" providerId="LiveId" clId="{9A051930-240F-4978-9ADE-66A4FFC90DD0}" dt="2025-04-29T06:29:14.589" v="6738" actId="14100"/>
          <ac:spMkLst>
            <pc:docMk/>
            <pc:sldMk cId="651823609" sldId="391"/>
            <ac:spMk id="2" creationId="{DA82481E-011B-1D59-D53D-001386F1D4C4}"/>
          </ac:spMkLst>
        </pc:spChg>
        <pc:spChg chg="mod">
          <ac:chgData name="Shilpa BV" userId="48fbb3e7aeb449f5" providerId="LiveId" clId="{9A051930-240F-4978-9ADE-66A4FFC90DD0}" dt="2025-04-29T06:30:13.327" v="6770" actId="6549"/>
          <ac:spMkLst>
            <pc:docMk/>
            <pc:sldMk cId="651823609" sldId="391"/>
            <ac:spMk id="3" creationId="{312DA638-1076-7E02-B1CA-1C1EEBB0016E}"/>
          </ac:spMkLst>
        </pc:spChg>
      </pc:sldChg>
      <pc:sldChg chg="delSp modSp new del mod">
        <pc:chgData name="Shilpa BV" userId="48fbb3e7aeb449f5" providerId="LiveId" clId="{9A051930-240F-4978-9ADE-66A4FFC90DD0}" dt="2025-05-04T13:42:01.365" v="7002" actId="47"/>
        <pc:sldMkLst>
          <pc:docMk/>
          <pc:sldMk cId="2562013585" sldId="392"/>
        </pc:sldMkLst>
        <pc:spChg chg="mod">
          <ac:chgData name="Shilpa BV" userId="48fbb3e7aeb449f5" providerId="LiveId" clId="{9A051930-240F-4978-9ADE-66A4FFC90DD0}" dt="2025-04-29T06:32:05.428" v="6817" actId="6549"/>
          <ac:spMkLst>
            <pc:docMk/>
            <pc:sldMk cId="2562013585" sldId="392"/>
            <ac:spMk id="3" creationId="{3B024B1E-BBF0-5030-D2BE-9CD8F60A52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6F6D99-0F04-4100-806B-0B1A7294A194}" type="datetimeFigureOut">
              <a:rPr lang="en-IN" smtClean="0"/>
              <a:t>21-04-2026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35111D-9B6C-4FB5-B12B-1DCE1581907A}" type="slidenum">
              <a:rPr lang="en-IN" smtClean="0"/>
              <a:t>‹#›</a:t>
            </a:fld>
            <a:endParaRPr lang="en-IN"/>
          </a:p>
        </p:txBody>
      </p:sp>
    </p:spTree>
    <p:extLst>
      <p:ext uri="{BB962C8B-B14F-4D97-AF65-F5344CB8AC3E}">
        <p14:creationId xmlns:p14="http://schemas.microsoft.com/office/powerpoint/2010/main" val="3993317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35111D-9B6C-4FB5-B12B-1DCE1581907A}" type="slidenum">
              <a:rPr lang="en-IN" smtClean="0"/>
              <a:t>79</a:t>
            </a:fld>
            <a:endParaRPr lang="en-IN"/>
          </a:p>
        </p:txBody>
      </p:sp>
    </p:spTree>
    <p:extLst>
      <p:ext uri="{BB962C8B-B14F-4D97-AF65-F5344CB8AC3E}">
        <p14:creationId xmlns:p14="http://schemas.microsoft.com/office/powerpoint/2010/main" val="4278078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A303-3108-D7C3-CD25-BB8D56436789}"/>
              </a:ext>
            </a:extLst>
          </p:cNvPr>
          <p:cNvSpPr>
            <a:spLocks noGrp="1"/>
          </p:cNvSpPr>
          <p:nvPr>
            <p:ph type="ctrTitle"/>
          </p:nvPr>
        </p:nvSpPr>
        <p:spPr>
          <a:xfrm>
            <a:off x="1524000" y="1122363"/>
            <a:ext cx="9144000" cy="2387600"/>
          </a:xfrm>
        </p:spPr>
        <p:txBody>
          <a:bodyPr anchor="b"/>
          <a:lstStyle>
            <a:lvl1pPr algn="ctr">
              <a:defRPr sz="6000">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54C48FCE-63CF-1D98-9FF9-61D80B040823}"/>
              </a:ext>
            </a:extLst>
          </p:cNvPr>
          <p:cNvSpPr>
            <a:spLocks noGrp="1"/>
          </p:cNvSpPr>
          <p:nvPr>
            <p:ph type="subTitle" idx="1"/>
          </p:nvPr>
        </p:nvSpPr>
        <p:spPr>
          <a:xfrm>
            <a:off x="1524000" y="3602038"/>
            <a:ext cx="9144000" cy="1655762"/>
          </a:xfrm>
        </p:spPr>
        <p:txBody>
          <a:bodyPr/>
          <a:lstStyle>
            <a:lvl1pPr marL="0" indent="0" algn="ctr">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35DD42-7C2D-EA63-59F0-8AE2AFDCC5E3}"/>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21-04-2026</a:t>
            </a:fld>
            <a:endParaRPr lang="en-IN"/>
          </a:p>
        </p:txBody>
      </p:sp>
      <p:sp>
        <p:nvSpPr>
          <p:cNvPr id="5" name="Footer Placeholder 4">
            <a:extLst>
              <a:ext uri="{FF2B5EF4-FFF2-40B4-BE49-F238E27FC236}">
                <a16:creationId xmlns:a16="http://schemas.microsoft.com/office/drawing/2014/main" id="{D528AD21-B788-F1C2-F7E8-F56F264122C0}"/>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E61A70B3-BCC9-A443-1BAC-6DD16CA56754}"/>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206234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5F0C-46AD-7D3A-02FB-FB42FACF70C8}"/>
              </a:ext>
            </a:extLst>
          </p:cNvPr>
          <p:cNvSpPr>
            <a:spLocks noGrp="1"/>
          </p:cNvSpPr>
          <p:nvPr>
            <p:ph type="title"/>
          </p:nvPr>
        </p:nvSpPr>
        <p:spPr>
          <a:xfrm>
            <a:off x="838200" y="88031"/>
            <a:ext cx="10515600" cy="909493"/>
          </a:xfrm>
          <a:solidFill>
            <a:srgbClr val="FFC000"/>
          </a:solidFill>
        </p:spPr>
        <p:txBody>
          <a:bodyPr/>
          <a:lstStyle>
            <a:lvl1pPr>
              <a:defRPr>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35B5B6-A94D-7A23-6E0D-A3549F3D5EFC}"/>
              </a:ext>
            </a:extLst>
          </p:cNvPr>
          <p:cNvSpPr>
            <a:spLocks noGrp="1"/>
          </p:cNvSpPr>
          <p:nvPr>
            <p:ph idx="1"/>
          </p:nvPr>
        </p:nvSpPr>
        <p:spPr>
          <a:xfrm>
            <a:off x="152399" y="1246909"/>
            <a:ext cx="11873345" cy="4930054"/>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E53D09-8725-9484-701F-33B05A2DA9A4}"/>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21-04-2026</a:t>
            </a:fld>
            <a:endParaRPr lang="en-IN"/>
          </a:p>
        </p:txBody>
      </p:sp>
      <p:sp>
        <p:nvSpPr>
          <p:cNvPr id="5" name="Footer Placeholder 4">
            <a:extLst>
              <a:ext uri="{FF2B5EF4-FFF2-40B4-BE49-F238E27FC236}">
                <a16:creationId xmlns:a16="http://schemas.microsoft.com/office/drawing/2014/main" id="{5D193219-2E3F-744A-81D6-69AA44D9B368}"/>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620B4579-1CED-824A-0CA8-F9BCEB369A2D}"/>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8881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A45E-892C-E9A8-D293-21A3B99741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514981-A3C8-5764-AC99-558C6FF79A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F634B-6A54-FC43-8E8D-085B7F32D1DD}"/>
              </a:ext>
            </a:extLst>
          </p:cNvPr>
          <p:cNvSpPr>
            <a:spLocks noGrp="1"/>
          </p:cNvSpPr>
          <p:nvPr>
            <p:ph type="dt" sz="half" idx="10"/>
          </p:nvPr>
        </p:nvSpPr>
        <p:spPr/>
        <p:txBody>
          <a:bodyPr/>
          <a:lstStyle/>
          <a:p>
            <a:fld id="{A60288F2-E411-4717-A2A8-E54361EB3D7C}" type="datetimeFigureOut">
              <a:rPr lang="en-IN" smtClean="0"/>
              <a:t>21-04-2026</a:t>
            </a:fld>
            <a:endParaRPr lang="en-IN"/>
          </a:p>
        </p:txBody>
      </p:sp>
      <p:sp>
        <p:nvSpPr>
          <p:cNvPr id="5" name="Footer Placeholder 4">
            <a:extLst>
              <a:ext uri="{FF2B5EF4-FFF2-40B4-BE49-F238E27FC236}">
                <a16:creationId xmlns:a16="http://schemas.microsoft.com/office/drawing/2014/main" id="{D5CB788C-F3D7-E2AB-2E49-4AF62510DE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0ECC9A-4849-7D7C-8CF9-7C2AEB54836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840140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248AE-D9C8-EF0A-05FB-2C57EEB7D2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0221CE-916F-CAAD-9655-71DF729EF1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F58360-560D-6A4D-91F9-771D7747A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53AF5E-C58B-03F8-EED9-634C7C9B1FC4}"/>
              </a:ext>
            </a:extLst>
          </p:cNvPr>
          <p:cNvSpPr>
            <a:spLocks noGrp="1"/>
          </p:cNvSpPr>
          <p:nvPr>
            <p:ph type="dt" sz="half" idx="10"/>
          </p:nvPr>
        </p:nvSpPr>
        <p:spPr/>
        <p:txBody>
          <a:bodyPr/>
          <a:lstStyle/>
          <a:p>
            <a:fld id="{A60288F2-E411-4717-A2A8-E54361EB3D7C}" type="datetimeFigureOut">
              <a:rPr lang="en-IN" smtClean="0"/>
              <a:t>21-04-2026</a:t>
            </a:fld>
            <a:endParaRPr lang="en-IN"/>
          </a:p>
        </p:txBody>
      </p:sp>
      <p:sp>
        <p:nvSpPr>
          <p:cNvPr id="6" name="Footer Placeholder 5">
            <a:extLst>
              <a:ext uri="{FF2B5EF4-FFF2-40B4-BE49-F238E27FC236}">
                <a16:creationId xmlns:a16="http://schemas.microsoft.com/office/drawing/2014/main" id="{B3D77E1F-C07A-185D-4E68-106CBD8E51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82CD07-6578-DA71-910E-F1E3EB6A2C1A}"/>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4263082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D307A-E8E3-5127-A049-E6A3677EA6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EB44B7-BB0D-5954-251D-0F12BC400C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62E69B-2CDC-E4FB-B18B-875D7F43B6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A1C115-A98A-5001-0BF8-3EBC9C42BE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F9E718-D9F9-6AE3-B68F-D6508F125D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EF024F-CBF4-D143-ABF6-EB2EB00745E7}"/>
              </a:ext>
            </a:extLst>
          </p:cNvPr>
          <p:cNvSpPr>
            <a:spLocks noGrp="1"/>
          </p:cNvSpPr>
          <p:nvPr>
            <p:ph type="dt" sz="half" idx="10"/>
          </p:nvPr>
        </p:nvSpPr>
        <p:spPr/>
        <p:txBody>
          <a:bodyPr/>
          <a:lstStyle/>
          <a:p>
            <a:fld id="{A60288F2-E411-4717-A2A8-E54361EB3D7C}" type="datetimeFigureOut">
              <a:rPr lang="en-IN" smtClean="0"/>
              <a:t>21-04-2026</a:t>
            </a:fld>
            <a:endParaRPr lang="en-IN"/>
          </a:p>
        </p:txBody>
      </p:sp>
      <p:sp>
        <p:nvSpPr>
          <p:cNvPr id="8" name="Footer Placeholder 7">
            <a:extLst>
              <a:ext uri="{FF2B5EF4-FFF2-40B4-BE49-F238E27FC236}">
                <a16:creationId xmlns:a16="http://schemas.microsoft.com/office/drawing/2014/main" id="{172722D3-F786-2519-0543-2EDB55241C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E766567-834E-1336-594B-AA23464BBE19}"/>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06385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9373-BB5F-027E-CC3A-8B55EAFEB8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A42576-219C-9794-2869-8484B55F4CDA}"/>
              </a:ext>
            </a:extLst>
          </p:cNvPr>
          <p:cNvSpPr>
            <a:spLocks noGrp="1"/>
          </p:cNvSpPr>
          <p:nvPr>
            <p:ph type="dt" sz="half" idx="10"/>
          </p:nvPr>
        </p:nvSpPr>
        <p:spPr/>
        <p:txBody>
          <a:bodyPr/>
          <a:lstStyle/>
          <a:p>
            <a:fld id="{A60288F2-E411-4717-A2A8-E54361EB3D7C}" type="datetimeFigureOut">
              <a:rPr lang="en-IN" smtClean="0"/>
              <a:t>21-04-2026</a:t>
            </a:fld>
            <a:endParaRPr lang="en-IN"/>
          </a:p>
        </p:txBody>
      </p:sp>
      <p:sp>
        <p:nvSpPr>
          <p:cNvPr id="4" name="Footer Placeholder 3">
            <a:extLst>
              <a:ext uri="{FF2B5EF4-FFF2-40B4-BE49-F238E27FC236}">
                <a16:creationId xmlns:a16="http://schemas.microsoft.com/office/drawing/2014/main" id="{876572F2-8DA3-70AC-762E-B48629DD61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D79076-613E-AC63-3B08-8EB2CEAA861C}"/>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2234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6BB582-1A1E-B166-9AA1-429FBB728570}"/>
              </a:ext>
            </a:extLst>
          </p:cNvPr>
          <p:cNvSpPr>
            <a:spLocks noGrp="1"/>
          </p:cNvSpPr>
          <p:nvPr>
            <p:ph type="dt" sz="half" idx="10"/>
          </p:nvPr>
        </p:nvSpPr>
        <p:spPr/>
        <p:txBody>
          <a:bodyPr/>
          <a:lstStyle/>
          <a:p>
            <a:fld id="{A60288F2-E411-4717-A2A8-E54361EB3D7C}" type="datetimeFigureOut">
              <a:rPr lang="en-IN" smtClean="0"/>
              <a:t>21-04-2026</a:t>
            </a:fld>
            <a:endParaRPr lang="en-IN"/>
          </a:p>
        </p:txBody>
      </p:sp>
      <p:sp>
        <p:nvSpPr>
          <p:cNvPr id="3" name="Footer Placeholder 2">
            <a:extLst>
              <a:ext uri="{FF2B5EF4-FFF2-40B4-BE49-F238E27FC236}">
                <a16:creationId xmlns:a16="http://schemas.microsoft.com/office/drawing/2014/main" id="{9D492330-436F-CD11-5364-FE407FBDB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7B4C21-DDAC-4404-8F4A-3876166D86D8}"/>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8734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4BA60-9417-655B-8981-B4A24E52B3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5100C1-4AF7-A545-177E-F0EBB194E6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74EEDF1-8D06-B9D0-423A-297F036E3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2E55DA-C5B9-2E76-B1BA-14BFE9E2FF9A}"/>
              </a:ext>
            </a:extLst>
          </p:cNvPr>
          <p:cNvSpPr>
            <a:spLocks noGrp="1"/>
          </p:cNvSpPr>
          <p:nvPr>
            <p:ph type="dt" sz="half" idx="10"/>
          </p:nvPr>
        </p:nvSpPr>
        <p:spPr/>
        <p:txBody>
          <a:bodyPr/>
          <a:lstStyle/>
          <a:p>
            <a:fld id="{A60288F2-E411-4717-A2A8-E54361EB3D7C}" type="datetimeFigureOut">
              <a:rPr lang="en-IN" smtClean="0"/>
              <a:t>21-04-2026</a:t>
            </a:fld>
            <a:endParaRPr lang="en-IN"/>
          </a:p>
        </p:txBody>
      </p:sp>
      <p:sp>
        <p:nvSpPr>
          <p:cNvPr id="6" name="Footer Placeholder 5">
            <a:extLst>
              <a:ext uri="{FF2B5EF4-FFF2-40B4-BE49-F238E27FC236}">
                <a16:creationId xmlns:a16="http://schemas.microsoft.com/office/drawing/2014/main" id="{7E4F3EBF-CDE3-B285-C427-69FCD6F2FC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FB4E15-2329-E0EF-1D4C-2F93664C0EF3}"/>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0950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C58F-D2D3-4F10-CE88-39722A7E4C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6D4479-E2DD-56FF-D5BB-DE04CF7545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2478BA-66AF-702F-CDB3-A0347900F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3A4622-D12A-4FAE-B828-E9E1E4DE2836}"/>
              </a:ext>
            </a:extLst>
          </p:cNvPr>
          <p:cNvSpPr>
            <a:spLocks noGrp="1"/>
          </p:cNvSpPr>
          <p:nvPr>
            <p:ph type="dt" sz="half" idx="10"/>
          </p:nvPr>
        </p:nvSpPr>
        <p:spPr/>
        <p:txBody>
          <a:bodyPr/>
          <a:lstStyle/>
          <a:p>
            <a:fld id="{A60288F2-E411-4717-A2A8-E54361EB3D7C}" type="datetimeFigureOut">
              <a:rPr lang="en-IN" smtClean="0"/>
              <a:t>21-04-2026</a:t>
            </a:fld>
            <a:endParaRPr lang="en-IN"/>
          </a:p>
        </p:txBody>
      </p:sp>
      <p:sp>
        <p:nvSpPr>
          <p:cNvPr id="6" name="Footer Placeholder 5">
            <a:extLst>
              <a:ext uri="{FF2B5EF4-FFF2-40B4-BE49-F238E27FC236}">
                <a16:creationId xmlns:a16="http://schemas.microsoft.com/office/drawing/2014/main" id="{5D4CAF42-36F3-F313-6025-6B6703BFDF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040534-695E-3271-4B36-46B66B8C5381}"/>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84385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2F08-EF02-9A10-5BE0-FBB747272D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693A67-5F4E-687C-34D8-840235068C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12992-1770-2302-9B0A-963FC4996713}"/>
              </a:ext>
            </a:extLst>
          </p:cNvPr>
          <p:cNvSpPr>
            <a:spLocks noGrp="1"/>
          </p:cNvSpPr>
          <p:nvPr>
            <p:ph type="dt" sz="half" idx="10"/>
          </p:nvPr>
        </p:nvSpPr>
        <p:spPr/>
        <p:txBody>
          <a:bodyPr/>
          <a:lstStyle/>
          <a:p>
            <a:fld id="{A60288F2-E411-4717-A2A8-E54361EB3D7C}" type="datetimeFigureOut">
              <a:rPr lang="en-IN" smtClean="0"/>
              <a:t>21-04-2026</a:t>
            </a:fld>
            <a:endParaRPr lang="en-IN"/>
          </a:p>
        </p:txBody>
      </p:sp>
      <p:sp>
        <p:nvSpPr>
          <p:cNvPr id="5" name="Footer Placeholder 4">
            <a:extLst>
              <a:ext uri="{FF2B5EF4-FFF2-40B4-BE49-F238E27FC236}">
                <a16:creationId xmlns:a16="http://schemas.microsoft.com/office/drawing/2014/main" id="{595A8A54-9719-A685-A934-F4C7CDA0EF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EF81B6-1918-BC5F-BD53-8777A4081D15}"/>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1361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0D1D8F-C3ED-7F5F-D0F2-78340582B9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CBE43C-09D6-D3A6-A2B2-0F8B7EB2CF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E5CA9E-2DCA-EBB5-D010-BFB742BB1C67}"/>
              </a:ext>
            </a:extLst>
          </p:cNvPr>
          <p:cNvSpPr>
            <a:spLocks noGrp="1"/>
          </p:cNvSpPr>
          <p:nvPr>
            <p:ph type="dt" sz="half" idx="10"/>
          </p:nvPr>
        </p:nvSpPr>
        <p:spPr/>
        <p:txBody>
          <a:bodyPr/>
          <a:lstStyle/>
          <a:p>
            <a:fld id="{A60288F2-E411-4717-A2A8-E54361EB3D7C}" type="datetimeFigureOut">
              <a:rPr lang="en-IN" smtClean="0"/>
              <a:t>21-04-2026</a:t>
            </a:fld>
            <a:endParaRPr lang="en-IN"/>
          </a:p>
        </p:txBody>
      </p:sp>
      <p:sp>
        <p:nvSpPr>
          <p:cNvPr id="5" name="Footer Placeholder 4">
            <a:extLst>
              <a:ext uri="{FF2B5EF4-FFF2-40B4-BE49-F238E27FC236}">
                <a16:creationId xmlns:a16="http://schemas.microsoft.com/office/drawing/2014/main" id="{B5260D38-6161-ECB2-24C3-77483B14F9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730B45-FFB5-E55C-6A58-163AC0F1E44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704069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12E4B-E40A-EC5C-6075-0A960006ED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3FA478-3464-1B7A-C14A-B80A0C8F5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C36FB4-793C-EC97-FC06-69238CA634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288F2-E411-4717-A2A8-E54361EB3D7C}" type="datetimeFigureOut">
              <a:rPr lang="en-IN" smtClean="0"/>
              <a:t>21-04-2026</a:t>
            </a:fld>
            <a:endParaRPr lang="en-IN"/>
          </a:p>
        </p:txBody>
      </p:sp>
      <p:sp>
        <p:nvSpPr>
          <p:cNvPr id="5" name="Footer Placeholder 4">
            <a:extLst>
              <a:ext uri="{FF2B5EF4-FFF2-40B4-BE49-F238E27FC236}">
                <a16:creationId xmlns:a16="http://schemas.microsoft.com/office/drawing/2014/main" id="{F75CB672-F07D-641C-512B-5A2BF3194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EE99F51-A57F-1B93-4FC5-2976DDACD0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05273E-9AE5-4195-AC9F-FAA5849B8D51}" type="slidenum">
              <a:rPr lang="en-IN" smtClean="0"/>
              <a:t>‹#›</a:t>
            </a:fld>
            <a:endParaRPr lang="en-IN"/>
          </a:p>
        </p:txBody>
      </p:sp>
    </p:spTree>
    <p:extLst>
      <p:ext uri="{BB962C8B-B14F-4D97-AF65-F5344CB8AC3E}">
        <p14:creationId xmlns:p14="http://schemas.microsoft.com/office/powerpoint/2010/main" val="2924843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5.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3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21.emf"/><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image" Target="../media/image22.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A0659-2DFE-0711-0E26-9B048D68D174}"/>
              </a:ext>
            </a:extLst>
          </p:cNvPr>
          <p:cNvSpPr>
            <a:spLocks noGrp="1"/>
          </p:cNvSpPr>
          <p:nvPr>
            <p:ph type="ctrTitle"/>
          </p:nvPr>
        </p:nvSpPr>
        <p:spPr/>
        <p:txBody>
          <a:bodyPr>
            <a:normAutofit/>
          </a:bodyPr>
          <a:lstStyle/>
          <a:p>
            <a:r>
              <a:rPr lang="en-US" dirty="0"/>
              <a:t>System Software and Compiler Design </a:t>
            </a:r>
            <a:endParaRPr lang="en-IN" dirty="0"/>
          </a:p>
        </p:txBody>
      </p:sp>
      <p:sp>
        <p:nvSpPr>
          <p:cNvPr id="3" name="Subtitle 2">
            <a:extLst>
              <a:ext uri="{FF2B5EF4-FFF2-40B4-BE49-F238E27FC236}">
                <a16:creationId xmlns:a16="http://schemas.microsoft.com/office/drawing/2014/main" id="{BF2194AA-C2BE-3204-206E-E42A2753F78B}"/>
              </a:ext>
            </a:extLst>
          </p:cNvPr>
          <p:cNvSpPr>
            <a:spLocks noGrp="1"/>
          </p:cNvSpPr>
          <p:nvPr>
            <p:ph type="subTitle" idx="1"/>
          </p:nvPr>
        </p:nvSpPr>
        <p:spPr/>
        <p:txBody>
          <a:bodyPr>
            <a:normAutofit/>
          </a:bodyPr>
          <a:lstStyle/>
          <a:p>
            <a:r>
              <a:rPr lang="en-US" sz="4400" dirty="0"/>
              <a:t>BCSSS602</a:t>
            </a:r>
          </a:p>
          <a:p>
            <a:r>
              <a:rPr lang="en-US" sz="4400" dirty="0"/>
              <a:t>3:0:2</a:t>
            </a:r>
            <a:endParaRPr lang="en-IN" sz="4400" dirty="0"/>
          </a:p>
        </p:txBody>
      </p:sp>
    </p:spTree>
    <p:extLst>
      <p:ext uri="{BB962C8B-B14F-4D97-AF65-F5344CB8AC3E}">
        <p14:creationId xmlns:p14="http://schemas.microsoft.com/office/powerpoint/2010/main" val="1732591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A7992-1A3A-6A68-93BA-53D34BF741D8}"/>
              </a:ext>
            </a:extLst>
          </p:cNvPr>
          <p:cNvSpPr>
            <a:spLocks noGrp="1"/>
          </p:cNvSpPr>
          <p:nvPr>
            <p:ph type="title"/>
          </p:nvPr>
        </p:nvSpPr>
        <p:spPr/>
        <p:txBody>
          <a:bodyPr/>
          <a:lstStyle/>
          <a:p>
            <a:r>
              <a:rPr lang="en-US" dirty="0"/>
              <a:t>Pre- requisites</a:t>
            </a:r>
            <a:endParaRPr lang="en-IN" dirty="0"/>
          </a:p>
        </p:txBody>
      </p:sp>
      <p:sp>
        <p:nvSpPr>
          <p:cNvPr id="3" name="Content Placeholder 2">
            <a:extLst>
              <a:ext uri="{FF2B5EF4-FFF2-40B4-BE49-F238E27FC236}">
                <a16:creationId xmlns:a16="http://schemas.microsoft.com/office/drawing/2014/main" id="{7FB2A1E3-9E4B-6A38-0796-73EE6E231C0D}"/>
              </a:ext>
            </a:extLst>
          </p:cNvPr>
          <p:cNvSpPr>
            <a:spLocks noGrp="1"/>
          </p:cNvSpPr>
          <p:nvPr>
            <p:ph idx="1"/>
          </p:nvPr>
        </p:nvSpPr>
        <p:spPr/>
        <p:txBody>
          <a:bodyPr/>
          <a:lstStyle/>
          <a:p>
            <a:r>
              <a:rPr lang="en-US" dirty="0"/>
              <a:t>Computer Organization</a:t>
            </a:r>
          </a:p>
          <a:p>
            <a:r>
              <a:rPr lang="en-US" dirty="0"/>
              <a:t>Any programming language</a:t>
            </a:r>
          </a:p>
          <a:p>
            <a:r>
              <a:rPr lang="en-US" dirty="0"/>
              <a:t>Data Structures</a:t>
            </a:r>
          </a:p>
          <a:p>
            <a:r>
              <a:rPr lang="en-US" dirty="0"/>
              <a:t>Automata Theory</a:t>
            </a:r>
            <a:endParaRPr lang="en-IN" dirty="0"/>
          </a:p>
        </p:txBody>
      </p:sp>
    </p:spTree>
    <p:extLst>
      <p:ext uri="{BB962C8B-B14F-4D97-AF65-F5344CB8AC3E}">
        <p14:creationId xmlns:p14="http://schemas.microsoft.com/office/powerpoint/2010/main" val="1526965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3F08-A41A-3D71-435E-90A0E7C816CA}"/>
              </a:ext>
            </a:extLst>
          </p:cNvPr>
          <p:cNvSpPr>
            <a:spLocks noGrp="1"/>
          </p:cNvSpPr>
          <p:nvPr>
            <p:ph type="title"/>
          </p:nvPr>
        </p:nvSpPr>
        <p:spPr/>
        <p:txBody>
          <a:bodyPr/>
          <a:lstStyle/>
          <a:p>
            <a:r>
              <a:rPr lang="en-US" dirty="0"/>
              <a:t>Course Learning Objectives (CLO)</a:t>
            </a:r>
            <a:endParaRPr lang="en-IN" dirty="0"/>
          </a:p>
        </p:txBody>
      </p:sp>
      <p:sp>
        <p:nvSpPr>
          <p:cNvPr id="3" name="Content Placeholder 2">
            <a:extLst>
              <a:ext uri="{FF2B5EF4-FFF2-40B4-BE49-F238E27FC236}">
                <a16:creationId xmlns:a16="http://schemas.microsoft.com/office/drawing/2014/main" id="{A26067F8-FC56-C26E-1C2A-0DEBAD577C31}"/>
              </a:ext>
            </a:extLst>
          </p:cNvPr>
          <p:cNvSpPr>
            <a:spLocks noGrp="1"/>
          </p:cNvSpPr>
          <p:nvPr>
            <p:ph idx="1"/>
          </p:nvPr>
        </p:nvSpPr>
        <p:spPr/>
        <p:txBody>
          <a:bodyPr/>
          <a:lstStyle/>
          <a:p>
            <a:r>
              <a:rPr lang="en-US" dirty="0"/>
              <a:t>Understand the phases of the compiler</a:t>
            </a:r>
          </a:p>
          <a:p>
            <a:r>
              <a:rPr lang="en-US" dirty="0"/>
              <a:t>Generate parse table, Intermediate Code, and Target Code</a:t>
            </a:r>
          </a:p>
          <a:p>
            <a:r>
              <a:rPr lang="en-US" dirty="0"/>
              <a:t>Learn the concepts of System software – Assemblers and Loaders</a:t>
            </a:r>
            <a:endParaRPr lang="en-IN" dirty="0"/>
          </a:p>
        </p:txBody>
      </p:sp>
    </p:spTree>
    <p:extLst>
      <p:ext uri="{BB962C8B-B14F-4D97-AF65-F5344CB8AC3E}">
        <p14:creationId xmlns:p14="http://schemas.microsoft.com/office/powerpoint/2010/main" val="210539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CF878-55B4-5A10-FF90-3CDE6F0FB4EA}"/>
              </a:ext>
            </a:extLst>
          </p:cNvPr>
          <p:cNvSpPr>
            <a:spLocks noGrp="1"/>
          </p:cNvSpPr>
          <p:nvPr>
            <p:ph type="title"/>
          </p:nvPr>
        </p:nvSpPr>
        <p:spPr>
          <a:xfrm>
            <a:off x="838200" y="0"/>
            <a:ext cx="10515600" cy="819098"/>
          </a:xfrm>
        </p:spPr>
        <p:txBody>
          <a:bodyPr/>
          <a:lstStyle/>
          <a:p>
            <a:pPr algn="ctr"/>
            <a:r>
              <a:rPr lang="en-US" dirty="0"/>
              <a:t>MODULE 4</a:t>
            </a:r>
            <a:endParaRPr lang="en-IN" dirty="0"/>
          </a:p>
        </p:txBody>
      </p:sp>
      <p:sp>
        <p:nvSpPr>
          <p:cNvPr id="3" name="Content Placeholder 2">
            <a:extLst>
              <a:ext uri="{FF2B5EF4-FFF2-40B4-BE49-F238E27FC236}">
                <a16:creationId xmlns:a16="http://schemas.microsoft.com/office/drawing/2014/main" id="{CD2994F0-E930-B691-9A33-D6CB82B43A6B}"/>
              </a:ext>
            </a:extLst>
          </p:cNvPr>
          <p:cNvSpPr>
            <a:spLocks noGrp="1"/>
          </p:cNvSpPr>
          <p:nvPr>
            <p:ph idx="1"/>
          </p:nvPr>
        </p:nvSpPr>
        <p:spPr>
          <a:xfrm>
            <a:off x="359763" y="1004341"/>
            <a:ext cx="11467475" cy="5172622"/>
          </a:xfrm>
        </p:spPr>
        <p:txBody>
          <a:bodyPr/>
          <a:lstStyle/>
          <a:p>
            <a:r>
              <a:rPr lang="en-US" dirty="0"/>
              <a:t>Code Generation: </a:t>
            </a:r>
          </a:p>
          <a:p>
            <a:pPr lvl="1"/>
            <a:r>
              <a:rPr lang="en-US" dirty="0"/>
              <a:t>The Target Language, </a:t>
            </a:r>
          </a:p>
          <a:p>
            <a:pPr lvl="1"/>
            <a:r>
              <a:rPr lang="en-US" dirty="0"/>
              <a:t>Basic blocks and flow graph, </a:t>
            </a:r>
          </a:p>
          <a:p>
            <a:pPr lvl="1"/>
            <a:r>
              <a:rPr lang="en-US" dirty="0"/>
              <a:t>Optimization of basic blocks, </a:t>
            </a:r>
          </a:p>
          <a:p>
            <a:pPr lvl="1"/>
            <a:r>
              <a:rPr lang="en-US" dirty="0"/>
              <a:t>The Code-Generation Algorithm</a:t>
            </a:r>
          </a:p>
          <a:p>
            <a:r>
              <a:rPr lang="en-US" dirty="0"/>
              <a:t>Introduction to Assembler </a:t>
            </a:r>
          </a:p>
          <a:p>
            <a:pPr lvl="1"/>
            <a:r>
              <a:rPr lang="en-US" dirty="0"/>
              <a:t>Machine Architecture of SIC and SIC/XE., </a:t>
            </a:r>
          </a:p>
          <a:p>
            <a:pPr lvl="1"/>
            <a:r>
              <a:rPr lang="en-US" dirty="0"/>
              <a:t>Basic assembler functions</a:t>
            </a:r>
          </a:p>
        </p:txBody>
      </p:sp>
    </p:spTree>
    <p:extLst>
      <p:ext uri="{BB962C8B-B14F-4D97-AF65-F5344CB8AC3E}">
        <p14:creationId xmlns:p14="http://schemas.microsoft.com/office/powerpoint/2010/main" val="285229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68D6E-8572-203F-1CF9-86F111C8E3A1}"/>
              </a:ext>
            </a:extLst>
          </p:cNvPr>
          <p:cNvSpPr>
            <a:spLocks noGrp="1"/>
          </p:cNvSpPr>
          <p:nvPr>
            <p:ph type="title"/>
          </p:nvPr>
        </p:nvSpPr>
        <p:spPr/>
        <p:txBody>
          <a:bodyPr/>
          <a:lstStyle/>
          <a:p>
            <a:r>
              <a:rPr lang="en-US" dirty="0"/>
              <a:t>Issues in Design of code generator</a:t>
            </a:r>
            <a:endParaRPr lang="en-IN" dirty="0"/>
          </a:p>
        </p:txBody>
      </p:sp>
      <p:sp>
        <p:nvSpPr>
          <p:cNvPr id="3" name="Content Placeholder 2">
            <a:extLst>
              <a:ext uri="{FF2B5EF4-FFF2-40B4-BE49-F238E27FC236}">
                <a16:creationId xmlns:a16="http://schemas.microsoft.com/office/drawing/2014/main" id="{EA3EBED8-C86B-FC7E-CB04-70A4D3628AF1}"/>
              </a:ext>
            </a:extLst>
          </p:cNvPr>
          <p:cNvSpPr>
            <a:spLocks noGrp="1"/>
          </p:cNvSpPr>
          <p:nvPr>
            <p:ph idx="1"/>
          </p:nvPr>
        </p:nvSpPr>
        <p:spPr/>
        <p:txBody>
          <a:bodyPr/>
          <a:lstStyle/>
          <a:p>
            <a:r>
              <a:rPr lang="en-US" dirty="0"/>
              <a:t>The following are the design issues:</a:t>
            </a:r>
          </a:p>
          <a:p>
            <a:pPr marL="514350" indent="-514350">
              <a:buFont typeface="+mj-lt"/>
              <a:buAutoNum type="arabicPeriod"/>
            </a:pPr>
            <a:r>
              <a:rPr lang="en-US" dirty="0"/>
              <a:t>Input to the code generator</a:t>
            </a:r>
          </a:p>
          <a:p>
            <a:pPr marL="514350" indent="-514350">
              <a:buFont typeface="+mj-lt"/>
              <a:buAutoNum type="arabicPeriod"/>
            </a:pPr>
            <a:r>
              <a:rPr lang="en-US" dirty="0"/>
              <a:t>The target program</a:t>
            </a:r>
          </a:p>
          <a:p>
            <a:pPr marL="514350" indent="-514350">
              <a:buFont typeface="+mj-lt"/>
              <a:buAutoNum type="arabicPeriod"/>
            </a:pPr>
            <a:r>
              <a:rPr lang="en-US" dirty="0"/>
              <a:t>Instruction selection</a:t>
            </a:r>
          </a:p>
          <a:p>
            <a:pPr marL="514350" indent="-514350">
              <a:buFont typeface="+mj-lt"/>
              <a:buAutoNum type="arabicPeriod"/>
            </a:pPr>
            <a:r>
              <a:rPr lang="en-US" dirty="0"/>
              <a:t>Register Allocation</a:t>
            </a:r>
          </a:p>
          <a:p>
            <a:pPr marL="514350" indent="-514350">
              <a:buFont typeface="+mj-lt"/>
              <a:buAutoNum type="arabicPeriod"/>
            </a:pPr>
            <a:r>
              <a:rPr lang="en-US" dirty="0"/>
              <a:t>Evaluation order</a:t>
            </a:r>
            <a:endParaRPr lang="en-IN" dirty="0"/>
          </a:p>
        </p:txBody>
      </p:sp>
    </p:spTree>
    <p:extLst>
      <p:ext uri="{BB962C8B-B14F-4D97-AF65-F5344CB8AC3E}">
        <p14:creationId xmlns:p14="http://schemas.microsoft.com/office/powerpoint/2010/main" val="1935372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D870-ECFD-221E-925A-E50E6697ADDE}"/>
              </a:ext>
            </a:extLst>
          </p:cNvPr>
          <p:cNvSpPr>
            <a:spLocks noGrp="1"/>
          </p:cNvSpPr>
          <p:nvPr>
            <p:ph type="title"/>
          </p:nvPr>
        </p:nvSpPr>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Input to Code Generator</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E5CD5C7F-7ED4-E1B0-84D1-4CF14963D239}"/>
              </a:ext>
            </a:extLst>
          </p:cNvPr>
          <p:cNvSpPr>
            <a:spLocks noGrp="1"/>
          </p:cNvSpPr>
          <p:nvPr>
            <p:ph idx="1"/>
          </p:nvPr>
        </p:nvSpPr>
        <p:spPr>
          <a:xfrm>
            <a:off x="152399" y="1246909"/>
            <a:ext cx="11873345" cy="5523060"/>
          </a:xfrm>
        </p:spPr>
        <p:txBody>
          <a:bodyPr>
            <a:normAutofit lnSpcReduction="10000"/>
          </a:bodyPr>
          <a:lstStyle/>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input to the code generator is from the intermediate code generated by the compiler’s front-end.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This intermediate code is a higher-level representation of the program, like triples, quadruples, or abstract syntax trees.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Along with this intermediate code, the code generator also uses information from the symbol table, which holds the addresses of variables and other data objects.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One key challenge here is that the input must be free from syntactic and semantic errors, as the code generator assumes that proper type-checking and other error checks have already been handled by the front-end.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Handling the input correctly is crucial for generating the correct target code.</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74796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361D4-049C-A6FE-777F-7366D8B14000}"/>
              </a:ext>
            </a:extLst>
          </p:cNvPr>
          <p:cNvSpPr>
            <a:spLocks noGrp="1"/>
          </p:cNvSpPr>
          <p:nvPr>
            <p:ph type="title"/>
          </p:nvPr>
        </p:nvSpPr>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Target Program</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B9B9B4DA-0403-C2A7-2F6D-4CDC0B5E8D4A}"/>
              </a:ext>
            </a:extLst>
          </p:cNvPr>
          <p:cNvSpPr>
            <a:spLocks noGrp="1"/>
          </p:cNvSpPr>
          <p:nvPr>
            <p:ph idx="1"/>
          </p:nvPr>
        </p:nvSpPr>
        <p:spPr>
          <a:xfrm>
            <a:off x="152399" y="997524"/>
            <a:ext cx="11873345" cy="5772445"/>
          </a:xfrm>
        </p:spPr>
        <p:txBody>
          <a:bodyPr>
            <a:normAutofit fontScale="92500" lnSpcReduction="10000"/>
          </a:bodyPr>
          <a:lstStyle/>
          <a:p>
            <a:pPr algn="just" rtl="0" fontAlgn="base">
              <a:spcAft>
                <a:spcPts val="750"/>
              </a:spcAft>
              <a:buNone/>
            </a:pPr>
            <a:r>
              <a:rPr lang="en-US" b="0" i="0" dirty="0">
                <a:solidFill>
                  <a:srgbClr val="273239"/>
                </a:solidFill>
                <a:effectLst/>
                <a:latin typeface="Cambria Math" panose="02040503050406030204" pitchFamily="18" charset="0"/>
                <a:ea typeface="Cambria Math" panose="02040503050406030204" pitchFamily="18" charset="0"/>
              </a:rPr>
              <a:t>The target program is the final output of the code generator, which can be in the form of absolute machine language, relocatable machine language, or assembly language. Each type of output has its own set of challenges:</a:t>
            </a:r>
          </a:p>
          <a:p>
            <a:pPr algn="l" fontAlgn="base">
              <a:spcAft>
                <a:spcPts val="1800"/>
              </a:spcAft>
              <a:buFont typeface="Arial" panose="020B0604020202020204" pitchFamily="34" charset="0"/>
              <a:buChar char="•"/>
            </a:pPr>
            <a:r>
              <a:rPr lang="en-US" b="1" i="0" dirty="0">
                <a:solidFill>
                  <a:srgbClr val="273239"/>
                </a:solidFill>
                <a:effectLst/>
                <a:latin typeface="Cambria Math" panose="02040503050406030204" pitchFamily="18" charset="0"/>
                <a:ea typeface="Cambria Math" panose="02040503050406030204" pitchFamily="18" charset="0"/>
              </a:rPr>
              <a:t>Absolute Machine Language</a:t>
            </a:r>
            <a:r>
              <a:rPr lang="en-US" b="0" i="0" dirty="0">
                <a:solidFill>
                  <a:srgbClr val="273239"/>
                </a:solidFill>
                <a:effectLst/>
                <a:latin typeface="Cambria Math" panose="02040503050406030204" pitchFamily="18" charset="0"/>
                <a:ea typeface="Cambria Math" panose="02040503050406030204" pitchFamily="18" charset="0"/>
              </a:rPr>
              <a:t> is easy to execute but lacks flexibility because it is bound to specific memory locations.</a:t>
            </a:r>
          </a:p>
          <a:p>
            <a:pPr algn="l" fontAlgn="base">
              <a:spcAft>
                <a:spcPts val="1800"/>
              </a:spcAft>
              <a:buFont typeface="Arial" panose="020B0604020202020204" pitchFamily="34" charset="0"/>
              <a:buChar char="•"/>
            </a:pPr>
            <a:r>
              <a:rPr lang="en-US" b="1" i="0" dirty="0">
                <a:solidFill>
                  <a:srgbClr val="273239"/>
                </a:solidFill>
                <a:effectLst/>
                <a:latin typeface="Cambria Math" panose="02040503050406030204" pitchFamily="18" charset="0"/>
                <a:ea typeface="Cambria Math" panose="02040503050406030204" pitchFamily="18" charset="0"/>
              </a:rPr>
              <a:t>Relocatable Machine Language </a:t>
            </a:r>
            <a:r>
              <a:rPr lang="en-US" b="0" i="0" dirty="0">
                <a:solidFill>
                  <a:srgbClr val="273239"/>
                </a:solidFill>
                <a:effectLst/>
                <a:latin typeface="Cambria Math" panose="02040503050406030204" pitchFamily="18" charset="0"/>
                <a:ea typeface="Cambria Math" panose="02040503050406030204" pitchFamily="18" charset="0"/>
              </a:rPr>
              <a:t>allows parts of the program to be moved around in memory, making it suitable for linking multiple modules, but it requires a linking loader.</a:t>
            </a:r>
          </a:p>
          <a:p>
            <a:pPr algn="l" fontAlgn="base">
              <a:spcAft>
                <a:spcPts val="1800"/>
              </a:spcAft>
              <a:buFont typeface="Arial" panose="020B0604020202020204" pitchFamily="34" charset="0"/>
              <a:buChar char="•"/>
            </a:pPr>
            <a:r>
              <a:rPr lang="en-US" b="1" i="0" dirty="0">
                <a:solidFill>
                  <a:srgbClr val="273239"/>
                </a:solidFill>
                <a:effectLst/>
                <a:latin typeface="Cambria Math" panose="02040503050406030204" pitchFamily="18" charset="0"/>
                <a:ea typeface="Cambria Math" panose="02040503050406030204" pitchFamily="18" charset="0"/>
              </a:rPr>
              <a:t>Assembly Language </a:t>
            </a:r>
            <a:r>
              <a:rPr lang="en-US" b="0" i="0" dirty="0">
                <a:solidFill>
                  <a:srgbClr val="273239"/>
                </a:solidFill>
                <a:effectLst/>
                <a:latin typeface="Cambria Math" panose="02040503050406030204" pitchFamily="18" charset="0"/>
                <a:ea typeface="Cambria Math" panose="02040503050406030204" pitchFamily="18" charset="0"/>
              </a:rPr>
              <a:t>is symbolic and needs an additional step (an assembler) to convert it into machine code, but it makes the code generation process easier.</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Choosing the appropriate form for the target program depends on factors such as the program’s needs, execution environment, and whether the program will be linked with other modules.</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106923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F99CA-F75B-EBF2-BEA2-E503038200CD}"/>
              </a:ext>
            </a:extLst>
          </p:cNvPr>
          <p:cNvSpPr>
            <a:spLocks noGrp="1"/>
          </p:cNvSpPr>
          <p:nvPr>
            <p:ph type="title"/>
          </p:nvPr>
        </p:nvSpPr>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Memory Management</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6C1BB236-D954-51F1-6B55-D0819714EB1A}"/>
              </a:ext>
            </a:extLst>
          </p:cNvPr>
          <p:cNvSpPr>
            <a:spLocks noGrp="1"/>
          </p:cNvSpPr>
          <p:nvPr>
            <p:ph idx="1"/>
          </p:nvPr>
        </p:nvSpPr>
        <p:spPr>
          <a:xfrm>
            <a:off x="152399" y="1246908"/>
            <a:ext cx="11873345" cy="5406139"/>
          </a:xfrm>
        </p:spPr>
        <p:txBody>
          <a:bodyPr/>
          <a:lstStyle/>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Memory management in the code generation phase involves mapping variable names to their corresponding memory locations.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code generator works closely with the front-end to access the symbol table, where memory addresses for variables are stored.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A major challenge is ensuring that the code generator uses memory efficiently, avoids memory conflicts, and correctly handles dynamic memory allocation.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This requires careful handling of variable storage, particularly for dynamically allocated objects or large data structures, such as arrays or objects in object-oriented languages.</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13300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C064-D661-8DF5-F28A-73A937B34BA9}"/>
              </a:ext>
            </a:extLst>
          </p:cNvPr>
          <p:cNvSpPr>
            <a:spLocks noGrp="1"/>
          </p:cNvSpPr>
          <p:nvPr>
            <p:ph type="title"/>
          </p:nvPr>
        </p:nvSpPr>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Instruction Selection</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0F6817C5-D7BF-F248-9F7F-C2B608D2D0D2}"/>
              </a:ext>
            </a:extLst>
          </p:cNvPr>
          <p:cNvSpPr>
            <a:spLocks noGrp="1"/>
          </p:cNvSpPr>
          <p:nvPr>
            <p:ph idx="1"/>
          </p:nvPr>
        </p:nvSpPr>
        <p:spPr>
          <a:xfrm>
            <a:off x="152399" y="1246909"/>
            <a:ext cx="11873345" cy="5523060"/>
          </a:xfrm>
        </p:spPr>
        <p:txBody>
          <a:bodyPr/>
          <a:lstStyle/>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Instruction selection is the process of choosing the most suitable machine instructions to translate intermediate code into executable code.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goal is to optimize the generated code by selecting instructions that are efficient and appropriate for the target machine.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If the right instructions are not selected, the resulting code can be inefficient and slow.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A code generator might need to decide between different ways of implementing the same operation, such as using different addressing modes or optimizing for processor-specific features.</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065620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67CB70-68FF-3DD5-B32D-D0FB475154B0}"/>
              </a:ext>
            </a:extLst>
          </p:cNvPr>
          <p:cNvSpPr>
            <a:spLocks noGrp="1"/>
          </p:cNvSpPr>
          <p:nvPr>
            <p:ph idx="1"/>
          </p:nvPr>
        </p:nvSpPr>
        <p:spPr>
          <a:xfrm>
            <a:off x="111235" y="580070"/>
            <a:ext cx="12080765" cy="6136039"/>
          </a:xfrm>
        </p:spPr>
        <p:txBody>
          <a:bodyPr>
            <a:normAutofit/>
          </a:bodyPr>
          <a:lstStyle/>
          <a:p>
            <a:pPr algn="just" rtl="0" fontAlgn="base">
              <a:spcAft>
                <a:spcPts val="750"/>
              </a:spcAft>
              <a:buNone/>
            </a:pPr>
            <a:r>
              <a:rPr lang="en-US" b="0" i="0" dirty="0">
                <a:solidFill>
                  <a:srgbClr val="273239"/>
                </a:solidFill>
                <a:effectLst/>
                <a:latin typeface="Cambria Math" panose="02040503050406030204" pitchFamily="18" charset="0"/>
                <a:ea typeface="Cambria Math" panose="02040503050406030204" pitchFamily="18" charset="0"/>
              </a:rPr>
              <a:t>For example, the respective three-address statements would be translated into the latter code sequence as shown below:</a:t>
            </a:r>
          </a:p>
          <a:p>
            <a:pPr algn="l" rtl="0" fontAlgn="base">
              <a:spcAft>
                <a:spcPts val="750"/>
              </a:spcAft>
            </a:pPr>
            <a:r>
              <a:rPr lang="en-US" b="1" i="0" dirty="0">
                <a:solidFill>
                  <a:srgbClr val="273239"/>
                </a:solidFill>
                <a:effectLst/>
                <a:latin typeface="Cambria Math" panose="02040503050406030204" pitchFamily="18" charset="0"/>
                <a:ea typeface="Cambria Math" panose="02040503050406030204" pitchFamily="18" charset="0"/>
              </a:rPr>
              <a:t>Three Address Code:</a:t>
            </a:r>
          </a:p>
          <a:p>
            <a:pPr marL="0" indent="0" algn="l" rtl="0" fontAlgn="base">
              <a:spcAft>
                <a:spcPts val="750"/>
              </a:spcAft>
              <a:buNone/>
            </a:pPr>
            <a:r>
              <a:rPr lang="en-US" altLang="en-US" b="0" i="0" dirty="0">
                <a:solidFill>
                  <a:srgbClr val="273239"/>
                </a:solidFill>
                <a:effectLst/>
                <a:latin typeface="Cambria Math" panose="02040503050406030204" pitchFamily="18" charset="0"/>
                <a:ea typeface="Cambria Math" panose="02040503050406030204" pitchFamily="18" charset="0"/>
              </a:rPr>
              <a:t>P </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Q + R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S = P + T</a:t>
            </a: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1876425" indent="0" fontAlgn="base">
              <a:spcAft>
                <a:spcPts val="750"/>
              </a:spcAft>
              <a:buNone/>
              <a:tabLst>
                <a:tab pos="1876425" algn="l"/>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R0,Q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ADD R0,R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P, R0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MOV R0, P     --- Redundant code</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ADD R0, T</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S, R0 </a:t>
            </a:r>
            <a:endParaRPr kumimoji="0" lang="en-US" altLang="en-US" sz="4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algn="l" rtl="0" fontAlgn="base">
              <a:spcAft>
                <a:spcPts val="750"/>
              </a:spcAft>
            </a:pPr>
            <a:endParaRPr lang="en-US" b="0" i="0" dirty="0">
              <a:solidFill>
                <a:srgbClr val="273239"/>
              </a:solidFill>
              <a:effectLst/>
              <a:latin typeface="Cambria Math" panose="02040503050406030204" pitchFamily="18" charset="0"/>
              <a:ea typeface="Cambria Math" panose="02040503050406030204" pitchFamily="18" charset="0"/>
            </a:endParaRPr>
          </a:p>
        </p:txBody>
      </p:sp>
      <p:sp>
        <p:nvSpPr>
          <p:cNvPr id="7" name="Rectangle 4">
            <a:extLst>
              <a:ext uri="{FF2B5EF4-FFF2-40B4-BE49-F238E27FC236}">
                <a16:creationId xmlns:a16="http://schemas.microsoft.com/office/drawing/2014/main" id="{B26C6FCD-AC56-1068-362B-EFF2B60628D2}"/>
              </a:ext>
            </a:extLst>
          </p:cNvPr>
          <p:cNvSpPr>
            <a:spLocks noChangeArrowheads="1"/>
          </p:cNvSpPr>
          <p:nvPr/>
        </p:nvSpPr>
        <p:spPr bwMode="auto">
          <a:xfrm>
            <a:off x="-126124" y="-758811"/>
            <a:ext cx="65" cy="36673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D6C5CE11-B412-BEAF-A2C5-3F4EB922A83A}"/>
              </a:ext>
            </a:extLst>
          </p:cNvPr>
          <p:cNvSpPr txBox="1"/>
          <p:nvPr/>
        </p:nvSpPr>
        <p:spPr>
          <a:xfrm>
            <a:off x="7625256" y="3159910"/>
            <a:ext cx="2921876" cy="224676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R0, Q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ADD R0, 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P, R0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ADD R0, T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S, R0 </a:t>
            </a:r>
          </a:p>
        </p:txBody>
      </p:sp>
    </p:spTree>
    <p:extLst>
      <p:ext uri="{BB962C8B-B14F-4D97-AF65-F5344CB8AC3E}">
        <p14:creationId xmlns:p14="http://schemas.microsoft.com/office/powerpoint/2010/main" val="4175719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D300-74C2-646D-79FF-70D654A417E1}"/>
              </a:ext>
            </a:extLst>
          </p:cNvPr>
          <p:cNvSpPr>
            <a:spLocks noGrp="1"/>
          </p:cNvSpPr>
          <p:nvPr>
            <p:ph type="title"/>
          </p:nvPr>
        </p:nvSpPr>
        <p:spPr>
          <a:xfrm>
            <a:off x="838200" y="54046"/>
            <a:ext cx="10515600" cy="749996"/>
          </a:xfrm>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Register Allocation Issues</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38CB0795-3028-C097-A2ED-14D0EE25BA15}"/>
              </a:ext>
            </a:extLst>
          </p:cNvPr>
          <p:cNvSpPr>
            <a:spLocks noGrp="1"/>
          </p:cNvSpPr>
          <p:nvPr>
            <p:ph idx="1"/>
          </p:nvPr>
        </p:nvSpPr>
        <p:spPr>
          <a:xfrm>
            <a:off x="152399" y="804042"/>
            <a:ext cx="11873345" cy="5965927"/>
          </a:xfrm>
        </p:spPr>
        <p:txBody>
          <a:bodyPr>
            <a:normAutofit fontScale="92500" lnSpcReduction="10000"/>
          </a:bodyPr>
          <a:lstStyle/>
          <a:p>
            <a:pPr algn="just"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Efficient use of registers is important because registers are faster than memory, and utilizing them effectively can significantly improve program performance. </a:t>
            </a:r>
          </a:p>
          <a:p>
            <a:pPr algn="just"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challenge lies in selecting the right variables to store in registers at different points in the program.</a:t>
            </a:r>
          </a:p>
          <a:p>
            <a:pPr algn="l" rtl="0" fontAlgn="base">
              <a:spcAft>
                <a:spcPts val="750"/>
              </a:spcAft>
              <a:buNone/>
            </a:pPr>
            <a:r>
              <a:rPr lang="en-US" b="0" i="0" dirty="0">
                <a:solidFill>
                  <a:srgbClr val="273239"/>
                </a:solidFill>
                <a:effectLst/>
                <a:latin typeface="Cambria Math" panose="02040503050406030204" pitchFamily="18" charset="0"/>
                <a:ea typeface="Cambria Math" panose="02040503050406030204" pitchFamily="18" charset="0"/>
              </a:rPr>
              <a:t>Register allocation involves two stages:</a:t>
            </a:r>
          </a:p>
          <a:p>
            <a:pPr algn="l" fontAlgn="base">
              <a:spcAft>
                <a:spcPts val="1800"/>
              </a:spcAft>
              <a:buFont typeface="+mj-lt"/>
              <a:buAutoNum type="arabicPeriod"/>
            </a:pPr>
            <a:r>
              <a:rPr lang="en-US" b="1" i="0" dirty="0">
                <a:solidFill>
                  <a:srgbClr val="273239"/>
                </a:solidFill>
                <a:effectLst/>
                <a:latin typeface="Cambria Math" panose="02040503050406030204" pitchFamily="18" charset="0"/>
                <a:ea typeface="Cambria Math" panose="02040503050406030204" pitchFamily="18" charset="0"/>
              </a:rPr>
              <a:t>Register Allocation: </a:t>
            </a:r>
            <a:r>
              <a:rPr lang="en-US" b="0" i="0" dirty="0">
                <a:solidFill>
                  <a:srgbClr val="273239"/>
                </a:solidFill>
                <a:effectLst/>
                <a:latin typeface="Cambria Math" panose="02040503050406030204" pitchFamily="18" charset="0"/>
                <a:ea typeface="Cambria Math" panose="02040503050406030204" pitchFamily="18" charset="0"/>
              </a:rPr>
              <a:t>It is selecting which variables will reside in the registers at each point in the program</a:t>
            </a:r>
          </a:p>
          <a:p>
            <a:pPr algn="l" fontAlgn="base">
              <a:spcAft>
                <a:spcPts val="1800"/>
              </a:spcAft>
              <a:buFont typeface="+mj-lt"/>
              <a:buAutoNum type="arabicPeriod" startAt="2"/>
            </a:pPr>
            <a:r>
              <a:rPr lang="en-US" b="1" i="0" dirty="0">
                <a:solidFill>
                  <a:srgbClr val="273239"/>
                </a:solidFill>
                <a:effectLst/>
                <a:latin typeface="Cambria Math" panose="02040503050406030204" pitchFamily="18" charset="0"/>
                <a:ea typeface="Cambria Math" panose="02040503050406030204" pitchFamily="18" charset="0"/>
              </a:rPr>
              <a:t>Register Assignment: </a:t>
            </a:r>
            <a:r>
              <a:rPr lang="en-US" b="0" i="0" dirty="0">
                <a:solidFill>
                  <a:srgbClr val="273239"/>
                </a:solidFill>
                <a:effectLst/>
                <a:latin typeface="Cambria Math" panose="02040503050406030204" pitchFamily="18" charset="0"/>
                <a:ea typeface="Cambria Math" panose="02040503050406030204" pitchFamily="18" charset="0"/>
              </a:rPr>
              <a:t>Assigning specific registers to those variables selected in Register Allocation.</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difficulty arises in managing which variables are allocated to registers, especially when the number of available registers is limited.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Poor register allocation can lead to spills, where data is temporarily stored in memory, causing slower performance.</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13828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1AD41-AF85-9A15-51B8-D56A236311F4}"/>
              </a:ext>
            </a:extLst>
          </p:cNvPr>
          <p:cNvSpPr>
            <a:spLocks noGrp="1"/>
          </p:cNvSpPr>
          <p:nvPr>
            <p:ph type="title"/>
          </p:nvPr>
        </p:nvSpPr>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Evaluation Order</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A12774A8-09A5-1E85-CB77-A7022FBE2F93}"/>
              </a:ext>
            </a:extLst>
          </p:cNvPr>
          <p:cNvSpPr>
            <a:spLocks noGrp="1"/>
          </p:cNvSpPr>
          <p:nvPr>
            <p:ph idx="1"/>
          </p:nvPr>
        </p:nvSpPr>
        <p:spPr>
          <a:xfrm>
            <a:off x="152399" y="1246909"/>
            <a:ext cx="11873345" cy="5390374"/>
          </a:xfrm>
        </p:spPr>
        <p:txBody>
          <a:bodyPr>
            <a:normAutofit/>
          </a:bodyPr>
          <a:lstStyle/>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evaluation order refers to the sequence in which expressions are evaluated in the generated code.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This order can significantly affect the efficiency of the program.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For example, evaluating certain expressions first might require fewer registers or fewer instructions.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challenge is to determine the optimal order in which to execute operations so that the program requires fewer resources (like memory or registers) and runs more efficiently.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This is often a complex problem, as finding the best evaluation order can be computationally expensive, and in some cases, it may require sophisticated algorithms to find the optimal solution.</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639687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13B83-66D4-94DD-5ED2-5433937D1D04}"/>
              </a:ext>
            </a:extLst>
          </p:cNvPr>
          <p:cNvSpPr>
            <a:spLocks noGrp="1"/>
          </p:cNvSpPr>
          <p:nvPr>
            <p:ph type="title"/>
          </p:nvPr>
        </p:nvSpPr>
        <p:spPr/>
        <p:txBody>
          <a:bodyPr/>
          <a:lstStyle/>
          <a:p>
            <a:r>
              <a:rPr lang="en-US" dirty="0"/>
              <a:t>Code Generation</a:t>
            </a:r>
            <a:endParaRPr lang="en-IN" dirty="0"/>
          </a:p>
        </p:txBody>
      </p:sp>
      <p:sp>
        <p:nvSpPr>
          <p:cNvPr id="3" name="Content Placeholder 2">
            <a:extLst>
              <a:ext uri="{FF2B5EF4-FFF2-40B4-BE49-F238E27FC236}">
                <a16:creationId xmlns:a16="http://schemas.microsoft.com/office/drawing/2014/main" id="{82876178-1E0A-BE1A-B3AB-F1C9E3B6843E}"/>
              </a:ext>
            </a:extLst>
          </p:cNvPr>
          <p:cNvSpPr>
            <a:spLocks noGrp="1"/>
          </p:cNvSpPr>
          <p:nvPr>
            <p:ph idx="1"/>
          </p:nvPr>
        </p:nvSpPr>
        <p:spPr/>
        <p:txBody>
          <a:bodyPr>
            <a:normAutofit/>
          </a:bodyPr>
          <a:lstStyle/>
          <a:p>
            <a:pPr algn="l"/>
            <a:r>
              <a:rPr lang="en-US" dirty="0">
                <a:latin typeface="Times New Roman" panose="02020603050405020304" pitchFamily="18" charset="0"/>
                <a:cs typeface="Times New Roman" panose="02020603050405020304" pitchFamily="18" charset="0"/>
              </a:rPr>
              <a:t>The Target Language – Assembly code</a:t>
            </a:r>
          </a:p>
          <a:p>
            <a:pPr algn="l"/>
            <a:r>
              <a:rPr lang="en-US" b="1" i="0" u="none" strike="noStrike" baseline="0" dirty="0">
                <a:latin typeface="Times New Roman" panose="02020603050405020304" pitchFamily="18" charset="0"/>
                <a:cs typeface="Times New Roman" panose="02020603050405020304" pitchFamily="18" charset="0"/>
              </a:rPr>
              <a:t>A Simple Target Machine Model - </a:t>
            </a:r>
            <a:r>
              <a:rPr lang="en-US" b="0" i="0" u="none" strike="noStrike" baseline="0" dirty="0">
                <a:latin typeface="Times New Roman" panose="02020603050405020304" pitchFamily="18" charset="0"/>
                <a:cs typeface="Times New Roman" panose="02020603050405020304" pitchFamily="18" charset="0"/>
              </a:rPr>
              <a:t>Our target computer models a three-address machine with load and store operations, computation operations, jump operations, and conditional jumps. </a:t>
            </a:r>
          </a:p>
          <a:p>
            <a:pPr algn="l"/>
            <a:r>
              <a:rPr lang="en-US" b="0" i="0" u="none" strike="noStrike" baseline="0" dirty="0">
                <a:latin typeface="Times New Roman" panose="02020603050405020304" pitchFamily="18" charset="0"/>
                <a:cs typeface="Times New Roman" panose="02020603050405020304" pitchFamily="18" charset="0"/>
              </a:rPr>
              <a:t>The underlying computer is a byte-addressable machine with n general-purpose registers, RO, R1, . . . , Rn - 1. </a:t>
            </a:r>
          </a:p>
          <a:p>
            <a:pPr algn="l"/>
            <a:r>
              <a:rPr lang="en-US" b="0" i="0" u="none" strike="noStrike" baseline="0" dirty="0">
                <a:latin typeface="Times New Roman" panose="02020603050405020304" pitchFamily="18" charset="0"/>
                <a:cs typeface="Times New Roman" panose="02020603050405020304" pitchFamily="18" charset="0"/>
              </a:rPr>
              <a:t>use a very limited set of instructions and assume that all operands are integers.</a:t>
            </a:r>
          </a:p>
          <a:p>
            <a:pPr algn="l"/>
            <a:r>
              <a:rPr lang="en-US" b="0" i="0" u="none" strike="noStrike" baseline="0" dirty="0">
                <a:latin typeface="Times New Roman" panose="02020603050405020304" pitchFamily="18" charset="0"/>
                <a:cs typeface="Times New Roman" panose="02020603050405020304" pitchFamily="18" charset="0"/>
              </a:rPr>
              <a:t>Most instructions consists of an operator, followed by a target, followed by a list of source operands. </a:t>
            </a:r>
          </a:p>
          <a:p>
            <a:pPr algn="l"/>
            <a:r>
              <a:rPr lang="en-US" b="0" i="0" u="none" strike="noStrike" baseline="0" dirty="0">
                <a:latin typeface="Times New Roman" panose="02020603050405020304" pitchFamily="18" charset="0"/>
                <a:cs typeface="Times New Roman" panose="02020603050405020304" pitchFamily="18" charset="0"/>
              </a:rPr>
              <a:t>A label may precede an instruction.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1138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606BF-A9DC-AE9B-CC98-25C3047AAB45}"/>
              </a:ext>
            </a:extLst>
          </p:cNvPr>
          <p:cNvSpPr>
            <a:spLocks noGrp="1"/>
          </p:cNvSpPr>
          <p:nvPr>
            <p:ph type="title"/>
          </p:nvPr>
        </p:nvSpPr>
        <p:spPr/>
        <p:txBody>
          <a:bodyPr/>
          <a:lstStyle/>
          <a:p>
            <a:r>
              <a:rPr lang="en-US" dirty="0"/>
              <a:t>Instructions for code generation</a:t>
            </a:r>
            <a:endParaRPr lang="en-IN" dirty="0"/>
          </a:p>
        </p:txBody>
      </p:sp>
      <p:sp>
        <p:nvSpPr>
          <p:cNvPr id="3" name="Content Placeholder 2">
            <a:extLst>
              <a:ext uri="{FF2B5EF4-FFF2-40B4-BE49-F238E27FC236}">
                <a16:creationId xmlns:a16="http://schemas.microsoft.com/office/drawing/2014/main" id="{1001E6AB-8CA2-7ED6-BBC1-00AF7B942F58}"/>
              </a:ext>
            </a:extLst>
          </p:cNvPr>
          <p:cNvSpPr>
            <a:spLocks noGrp="1"/>
          </p:cNvSpPr>
          <p:nvPr>
            <p:ph idx="1"/>
          </p:nvPr>
        </p:nvSpPr>
        <p:spPr>
          <a:xfrm>
            <a:off x="152399" y="1246909"/>
            <a:ext cx="11873345" cy="5523060"/>
          </a:xfrm>
        </p:spPr>
        <p:txBody>
          <a:bodyPr>
            <a:noAutofit/>
          </a:bodyPr>
          <a:lstStyle/>
          <a:p>
            <a:pPr algn="l"/>
            <a:r>
              <a:rPr lang="en-US" b="1" i="0" u="none" strike="noStrike" baseline="0" dirty="0">
                <a:latin typeface="Times New Roman" panose="02020603050405020304" pitchFamily="18" charset="0"/>
                <a:cs typeface="Times New Roman" panose="02020603050405020304" pitchFamily="18" charset="0"/>
              </a:rPr>
              <a:t>Load operations</a:t>
            </a:r>
            <a:r>
              <a:rPr lang="en-US" b="0" i="0" u="none" strike="noStrike" baseline="0" dirty="0">
                <a:latin typeface="Times New Roman" panose="02020603050405020304" pitchFamily="18" charset="0"/>
                <a:cs typeface="Times New Roman" panose="02020603050405020304" pitchFamily="18" charset="0"/>
              </a:rPr>
              <a:t>: Move data from memory to register-  </a:t>
            </a:r>
          </a:p>
          <a:p>
            <a:pPr algn="l"/>
            <a:r>
              <a:rPr lang="en-US" dirty="0">
                <a:latin typeface="Times New Roman" panose="02020603050405020304" pitchFamily="18" charset="0"/>
                <a:cs typeface="Times New Roman" panose="02020603050405020304" pitchFamily="18" charset="0"/>
              </a:rPr>
              <a:t>I</a:t>
            </a:r>
            <a:r>
              <a:rPr lang="en-US" b="0" i="0" u="none" strike="noStrike" baseline="0" dirty="0">
                <a:latin typeface="Times New Roman" panose="02020603050405020304" pitchFamily="18" charset="0"/>
                <a:cs typeface="Times New Roman" panose="02020603050405020304" pitchFamily="18" charset="0"/>
              </a:rPr>
              <a:t>nstruction LD </a:t>
            </a:r>
            <a:r>
              <a:rPr lang="en-US" b="0" i="0" u="none" strike="noStrike" baseline="0" dirty="0" err="1">
                <a:latin typeface="Times New Roman" panose="02020603050405020304" pitchFamily="18" charset="0"/>
                <a:cs typeface="Times New Roman" panose="02020603050405020304" pitchFamily="18" charset="0"/>
              </a:rPr>
              <a:t>dst</a:t>
            </a:r>
            <a:r>
              <a:rPr lang="en-US" b="0" i="0" u="none" strike="noStrike" baseline="0" dirty="0">
                <a:latin typeface="Times New Roman" panose="02020603050405020304" pitchFamily="18" charset="0"/>
                <a:cs typeface="Times New Roman" panose="02020603050405020304" pitchFamily="18" charset="0"/>
              </a:rPr>
              <a:t>, </a:t>
            </a:r>
            <a:r>
              <a:rPr lang="en-US" b="0" i="0" u="none" strike="noStrike" baseline="0" dirty="0" err="1">
                <a:latin typeface="Times New Roman" panose="02020603050405020304" pitchFamily="18" charset="0"/>
                <a:cs typeface="Times New Roman" panose="02020603050405020304" pitchFamily="18" charset="0"/>
              </a:rPr>
              <a:t>addr</a:t>
            </a:r>
            <a:r>
              <a:rPr lang="en-US" b="0" i="0" u="none" strike="noStrike" baseline="0" dirty="0">
                <a:latin typeface="Times New Roman" panose="02020603050405020304" pitchFamily="18" charset="0"/>
                <a:cs typeface="Times New Roman" panose="02020603050405020304" pitchFamily="18" charset="0"/>
              </a:rPr>
              <a:t> loads the value in location </a:t>
            </a:r>
            <a:r>
              <a:rPr lang="en-US" b="0" i="0" u="none" strike="noStrike" baseline="0" dirty="0" err="1">
                <a:latin typeface="Times New Roman" panose="02020603050405020304" pitchFamily="18" charset="0"/>
                <a:cs typeface="Times New Roman" panose="02020603050405020304" pitchFamily="18" charset="0"/>
              </a:rPr>
              <a:t>addr</a:t>
            </a:r>
            <a:r>
              <a:rPr lang="en-US" b="0" i="0" u="none" strike="noStrike" baseline="0" dirty="0">
                <a:latin typeface="Times New Roman" panose="02020603050405020304" pitchFamily="18" charset="0"/>
                <a:cs typeface="Times New Roman" panose="02020603050405020304" pitchFamily="18" charset="0"/>
              </a:rPr>
              <a:t> into location </a:t>
            </a:r>
            <a:r>
              <a:rPr lang="en-US" b="0" i="0" u="none" strike="noStrike" baseline="0" dirty="0" err="1">
                <a:latin typeface="Times New Roman" panose="02020603050405020304" pitchFamily="18" charset="0"/>
                <a:cs typeface="Times New Roman" panose="02020603050405020304" pitchFamily="18" charset="0"/>
              </a:rPr>
              <a:t>dst</a:t>
            </a:r>
            <a:r>
              <a:rPr lang="en-US" b="0" i="0"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LD r, x  loads the value in location x into register r and LD </a:t>
            </a:r>
            <a:r>
              <a:rPr lang="en-US" b="0" i="0" u="none" strike="noStrike" baseline="0" dirty="0" err="1">
                <a:latin typeface="Times New Roman" panose="02020603050405020304" pitchFamily="18" charset="0"/>
                <a:cs typeface="Times New Roman" panose="02020603050405020304" pitchFamily="18" charset="0"/>
              </a:rPr>
              <a:t>rl</a:t>
            </a:r>
            <a:r>
              <a:rPr lang="en-US" b="0" i="0" u="none" strike="noStrike" baseline="0" dirty="0">
                <a:latin typeface="Times New Roman" panose="02020603050405020304" pitchFamily="18" charset="0"/>
                <a:cs typeface="Times New Roman" panose="02020603050405020304" pitchFamily="18" charset="0"/>
              </a:rPr>
              <a:t>, r2 loads the contents of register r2 </a:t>
            </a:r>
            <a:r>
              <a:rPr lang="en-IN" b="0" i="0" u="none" strike="noStrike" baseline="0" dirty="0">
                <a:latin typeface="Times New Roman" panose="02020603050405020304" pitchFamily="18" charset="0"/>
                <a:cs typeface="Times New Roman" panose="02020603050405020304" pitchFamily="18" charset="0"/>
              </a:rPr>
              <a:t>into register r1.</a:t>
            </a:r>
          </a:p>
          <a:p>
            <a:pPr algn="l"/>
            <a:r>
              <a:rPr lang="en-US" b="1" i="0" u="none" strike="noStrike" baseline="0" dirty="0">
                <a:latin typeface="Times New Roman" panose="02020603050405020304" pitchFamily="18" charset="0"/>
                <a:cs typeface="Times New Roman" panose="02020603050405020304" pitchFamily="18" charset="0"/>
              </a:rPr>
              <a:t>Store operations</a:t>
            </a:r>
            <a:r>
              <a:rPr lang="en-US" b="0" i="0" u="none" strike="noStrike" baseline="0" dirty="0">
                <a:latin typeface="Times New Roman" panose="02020603050405020304" pitchFamily="18" charset="0"/>
                <a:cs typeface="Times New Roman" panose="02020603050405020304" pitchFamily="18" charset="0"/>
              </a:rPr>
              <a:t>: Move data from register to memory – </a:t>
            </a:r>
          </a:p>
          <a:p>
            <a:pPr algn="l"/>
            <a:r>
              <a:rPr lang="en-US" b="0" i="0" u="none" strike="noStrike" baseline="0" dirty="0">
                <a:latin typeface="Times New Roman" panose="02020603050405020304" pitchFamily="18" charset="0"/>
                <a:cs typeface="Times New Roman" panose="02020603050405020304" pitchFamily="18" charset="0"/>
              </a:rPr>
              <a:t>The instruction ST x, r stores the value in register r into the location x. </a:t>
            </a:r>
          </a:p>
          <a:p>
            <a:pPr algn="l"/>
            <a:r>
              <a:rPr lang="en-US" b="1" i="0" u="none" strike="noStrike" baseline="0" dirty="0">
                <a:latin typeface="Times New Roman" panose="02020603050405020304" pitchFamily="18" charset="0"/>
                <a:cs typeface="Times New Roman" panose="02020603050405020304" pitchFamily="18" charset="0"/>
              </a:rPr>
              <a:t>Computation operations </a:t>
            </a:r>
            <a:r>
              <a:rPr lang="en-US" b="0" i="1" u="none" strike="noStrike" baseline="0" dirty="0">
                <a:latin typeface="Times New Roman" panose="02020603050405020304" pitchFamily="18" charset="0"/>
                <a:cs typeface="Times New Roman" panose="02020603050405020304" pitchFamily="18" charset="0"/>
              </a:rPr>
              <a:t>OP </a:t>
            </a:r>
            <a:r>
              <a:rPr lang="en-US" b="0" i="0" u="none" strike="noStrike" baseline="0" dirty="0" err="1">
                <a:latin typeface="Times New Roman" panose="02020603050405020304" pitchFamily="18" charset="0"/>
                <a:cs typeface="Times New Roman" panose="02020603050405020304" pitchFamily="18" charset="0"/>
              </a:rPr>
              <a:t>dst</a:t>
            </a:r>
            <a:r>
              <a:rPr lang="en-US" b="0" i="0" u="none" strike="noStrike" baseline="0" dirty="0">
                <a:latin typeface="Times New Roman" panose="02020603050405020304" pitchFamily="18" charset="0"/>
                <a:cs typeface="Times New Roman" panose="02020603050405020304" pitchFamily="18" charset="0"/>
              </a:rPr>
              <a:t>, </a:t>
            </a:r>
            <a:r>
              <a:rPr lang="en-US" b="0" i="0" u="none" strike="noStrike" baseline="0" dirty="0" err="1">
                <a:latin typeface="Times New Roman" panose="02020603050405020304" pitchFamily="18" charset="0"/>
                <a:cs typeface="Times New Roman" panose="02020603050405020304" pitchFamily="18" charset="0"/>
              </a:rPr>
              <a:t>srcl</a:t>
            </a:r>
            <a:r>
              <a:rPr lang="en-US" b="0" i="0" u="none" strike="noStrike" baseline="0" dirty="0">
                <a:latin typeface="Times New Roman" panose="02020603050405020304" pitchFamily="18" charset="0"/>
                <a:cs typeface="Times New Roman" panose="02020603050405020304" pitchFamily="18" charset="0"/>
              </a:rPr>
              <a:t>, src2, where </a:t>
            </a:r>
            <a:r>
              <a:rPr lang="en-US" b="0" i="1" u="none" strike="noStrike" baseline="0" dirty="0">
                <a:latin typeface="Times New Roman" panose="02020603050405020304" pitchFamily="18" charset="0"/>
                <a:cs typeface="Times New Roman" panose="02020603050405020304" pitchFamily="18" charset="0"/>
              </a:rPr>
              <a:t>OP </a:t>
            </a:r>
            <a:r>
              <a:rPr lang="en-US" b="0" i="0" u="none" strike="noStrike" baseline="0" dirty="0">
                <a:latin typeface="Times New Roman" panose="02020603050405020304" pitchFamily="18" charset="0"/>
                <a:cs typeface="Times New Roman" panose="02020603050405020304" pitchFamily="18" charset="0"/>
              </a:rPr>
              <a:t>is a operator like ADD or SUB, and </a:t>
            </a:r>
            <a:r>
              <a:rPr lang="en-US" b="0" i="0" u="none" strike="noStrike" baseline="0" dirty="0" err="1">
                <a:latin typeface="Times New Roman" panose="02020603050405020304" pitchFamily="18" charset="0"/>
                <a:cs typeface="Times New Roman" panose="02020603050405020304" pitchFamily="18" charset="0"/>
              </a:rPr>
              <a:t>dst</a:t>
            </a:r>
            <a:r>
              <a:rPr lang="en-US" b="0" i="0" u="none" strike="noStrike" baseline="0" dirty="0">
                <a:latin typeface="Times New Roman" panose="02020603050405020304" pitchFamily="18" charset="0"/>
                <a:cs typeface="Times New Roman" panose="02020603050405020304" pitchFamily="18" charset="0"/>
              </a:rPr>
              <a:t>, </a:t>
            </a:r>
            <a:r>
              <a:rPr lang="en-US" b="0" i="0" u="none" strike="noStrike" baseline="0" dirty="0" err="1">
                <a:latin typeface="Times New Roman" panose="02020603050405020304" pitchFamily="18" charset="0"/>
                <a:cs typeface="Times New Roman" panose="02020603050405020304" pitchFamily="18" charset="0"/>
              </a:rPr>
              <a:t>srcl</a:t>
            </a:r>
            <a:r>
              <a:rPr lang="en-US" b="0" i="0" u="none" strike="noStrike" baseline="0" dirty="0">
                <a:latin typeface="Times New Roman" panose="02020603050405020304" pitchFamily="18" charset="0"/>
                <a:cs typeface="Times New Roman" panose="02020603050405020304" pitchFamily="18" charset="0"/>
              </a:rPr>
              <a:t> , and src2 are locations, not necessarily distinct. </a:t>
            </a:r>
          </a:p>
          <a:p>
            <a:pPr algn="l"/>
            <a:r>
              <a:rPr lang="en-US" b="0" i="0" u="none" strike="noStrike" baseline="0" dirty="0">
                <a:latin typeface="Times New Roman" panose="02020603050405020304" pitchFamily="18" charset="0"/>
                <a:cs typeface="Times New Roman" panose="02020603050405020304" pitchFamily="18" charset="0"/>
              </a:rPr>
              <a:t>For example, SUB </a:t>
            </a:r>
            <a:r>
              <a:rPr lang="en-US" b="0" i="0" u="none" strike="noStrike" baseline="0" dirty="0" err="1">
                <a:latin typeface="Times New Roman" panose="02020603050405020304" pitchFamily="18" charset="0"/>
                <a:cs typeface="Times New Roman" panose="02020603050405020304" pitchFamily="18" charset="0"/>
              </a:rPr>
              <a:t>rl</a:t>
            </a:r>
            <a:r>
              <a:rPr lang="en-US" b="0" i="0" u="none" strike="noStrike" baseline="0" dirty="0">
                <a:latin typeface="Times New Roman" panose="02020603050405020304" pitchFamily="18" charset="0"/>
                <a:cs typeface="Times New Roman" panose="02020603050405020304" pitchFamily="18" charset="0"/>
              </a:rPr>
              <a:t> , r2, r3 computes </a:t>
            </a:r>
            <a:r>
              <a:rPr lang="en-US" b="0" i="0" u="none" strike="noStrike" baseline="0" dirty="0" err="1">
                <a:latin typeface="Times New Roman" panose="02020603050405020304" pitchFamily="18" charset="0"/>
                <a:cs typeface="Times New Roman" panose="02020603050405020304" pitchFamily="18" charset="0"/>
              </a:rPr>
              <a:t>rl</a:t>
            </a:r>
            <a:r>
              <a:rPr lang="en-US" b="0" i="0" u="none" strike="noStrike" baseline="0" dirty="0">
                <a:latin typeface="Times New Roman" panose="02020603050405020304" pitchFamily="18" charset="0"/>
                <a:cs typeface="Times New Roman" panose="02020603050405020304" pitchFamily="18" charset="0"/>
              </a:rPr>
              <a:t> = r2 – r3 </a:t>
            </a:r>
          </a:p>
          <a:p>
            <a:pPr algn="l"/>
            <a:r>
              <a:rPr lang="en-US" b="0" i="0" u="none" strike="noStrike" baseline="0" dirty="0">
                <a:latin typeface="Times New Roman" panose="02020603050405020304" pitchFamily="18" charset="0"/>
                <a:cs typeface="Times New Roman" panose="02020603050405020304" pitchFamily="18" charset="0"/>
              </a:rPr>
              <a:t>Any value formerly stored in </a:t>
            </a:r>
            <a:r>
              <a:rPr lang="en-US" b="0" i="0" u="none" strike="noStrike" baseline="0" dirty="0" err="1">
                <a:latin typeface="Times New Roman" panose="02020603050405020304" pitchFamily="18" charset="0"/>
                <a:cs typeface="Times New Roman" panose="02020603050405020304" pitchFamily="18" charset="0"/>
              </a:rPr>
              <a:t>rl</a:t>
            </a:r>
            <a:r>
              <a:rPr lang="en-US" b="0" i="0" u="none" strike="noStrike" baseline="0" dirty="0">
                <a:latin typeface="Times New Roman" panose="02020603050405020304" pitchFamily="18" charset="0"/>
                <a:cs typeface="Times New Roman" panose="02020603050405020304" pitchFamily="18" charset="0"/>
              </a:rPr>
              <a:t> is lost</a:t>
            </a:r>
          </a:p>
          <a:p>
            <a:pPr algn="l"/>
            <a:r>
              <a:rPr lang="en-US" b="0" i="0" u="none" strike="noStrike" baseline="0" dirty="0">
                <a:latin typeface="Times New Roman" panose="02020603050405020304" pitchFamily="18" charset="0"/>
                <a:cs typeface="Times New Roman" panose="02020603050405020304" pitchFamily="18" charset="0"/>
              </a:rPr>
              <a:t>Unary operators that take only one operand do not have a src2.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4055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65B683-AD84-E456-3C37-073C4BBA98BA}"/>
              </a:ext>
            </a:extLst>
          </p:cNvPr>
          <p:cNvSpPr>
            <a:spLocks noGrp="1"/>
          </p:cNvSpPr>
          <p:nvPr>
            <p:ph idx="1"/>
          </p:nvPr>
        </p:nvSpPr>
        <p:spPr>
          <a:xfrm>
            <a:off x="152399" y="740979"/>
            <a:ext cx="11873345" cy="5435984"/>
          </a:xfrm>
        </p:spPr>
        <p:txBody>
          <a:bodyPr>
            <a:normAutofit/>
          </a:bodyPr>
          <a:lstStyle/>
          <a:p>
            <a:pPr algn="l"/>
            <a:r>
              <a:rPr lang="en-US" b="1" i="0" u="none" strike="noStrike" baseline="0" dirty="0">
                <a:latin typeface="Times New Roman" panose="02020603050405020304" pitchFamily="18" charset="0"/>
              </a:rPr>
              <a:t>Unconditional jumps</a:t>
            </a:r>
            <a:r>
              <a:rPr lang="en-US" b="0" i="0" u="none" strike="noStrike" baseline="0" dirty="0">
                <a:latin typeface="Times New Roman" panose="02020603050405020304" pitchFamily="18" charset="0"/>
              </a:rPr>
              <a:t>: The instruction BR L causes control to branch to the machine instruction with label L. (BR stands for branch.)</a:t>
            </a:r>
          </a:p>
          <a:p>
            <a:pPr algn="l"/>
            <a:r>
              <a:rPr lang="en-US" b="1" i="0" u="none" strike="noStrike" baseline="0" dirty="0">
                <a:latin typeface="Times New Roman" panose="02020603050405020304" pitchFamily="18" charset="0"/>
              </a:rPr>
              <a:t>Conditional jumps </a:t>
            </a:r>
            <a:r>
              <a:rPr lang="en-US" b="0" i="0" u="none" strike="noStrike" baseline="0" dirty="0">
                <a:latin typeface="Times New Roman" panose="02020603050405020304" pitchFamily="18" charset="0"/>
              </a:rPr>
              <a:t>of the form </a:t>
            </a:r>
            <a:r>
              <a:rPr lang="en-US" b="0" i="0" u="none" strike="noStrike" baseline="0" dirty="0" err="1">
                <a:latin typeface="Times New Roman" panose="02020603050405020304" pitchFamily="18" charset="0"/>
              </a:rPr>
              <a:t>Bcond</a:t>
            </a:r>
            <a:r>
              <a:rPr lang="en-US" b="0" i="0" u="none" strike="noStrike" baseline="0" dirty="0">
                <a:latin typeface="Times New Roman" panose="02020603050405020304" pitchFamily="18" charset="0"/>
              </a:rPr>
              <a:t> r, </a:t>
            </a:r>
            <a:r>
              <a:rPr lang="en-US" b="0" i="1" u="none" strike="noStrike" baseline="0" dirty="0">
                <a:latin typeface="Times New Roman" panose="02020603050405020304" pitchFamily="18" charset="0"/>
              </a:rPr>
              <a:t>L, </a:t>
            </a:r>
            <a:r>
              <a:rPr lang="en-US" b="0" i="0" u="none" strike="noStrike" baseline="0" dirty="0">
                <a:latin typeface="Times New Roman" panose="02020603050405020304" pitchFamily="18" charset="0"/>
              </a:rPr>
              <a:t>where r is a register, L is a label, and </a:t>
            </a:r>
            <a:r>
              <a:rPr lang="en-US" b="0" i="0" u="none" strike="noStrike" baseline="0" dirty="0" err="1">
                <a:latin typeface="Times New Roman" panose="02020603050405020304" pitchFamily="18" charset="0"/>
              </a:rPr>
              <a:t>cond</a:t>
            </a:r>
            <a:r>
              <a:rPr lang="en-US" b="0" i="0" u="none" strike="noStrike" baseline="0" dirty="0">
                <a:latin typeface="Times New Roman" panose="02020603050405020304" pitchFamily="18" charset="0"/>
              </a:rPr>
              <a:t> stands for any of the common tests on values in the register r.</a:t>
            </a:r>
          </a:p>
          <a:p>
            <a:pPr algn="l"/>
            <a:r>
              <a:rPr lang="en-US" b="0" i="0" u="none" strike="noStrike" baseline="0" dirty="0">
                <a:latin typeface="Times New Roman" panose="02020603050405020304" pitchFamily="18" charset="0"/>
              </a:rPr>
              <a:t>For example, BLTZ r, L causes a jump to label L if the value in register r is less than zero, and allows control to pass to the next machine instruction </a:t>
            </a:r>
            <a:r>
              <a:rPr lang="en-IN" b="0" i="0" u="none" strike="noStrike" baseline="0" dirty="0">
                <a:latin typeface="Times New Roman" panose="02020603050405020304" pitchFamily="18" charset="0"/>
              </a:rPr>
              <a:t>if not.</a:t>
            </a:r>
            <a:endParaRPr lang="en-IN" sz="4000" dirty="0"/>
          </a:p>
        </p:txBody>
      </p:sp>
    </p:spTree>
    <p:extLst>
      <p:ext uri="{BB962C8B-B14F-4D97-AF65-F5344CB8AC3E}">
        <p14:creationId xmlns:p14="http://schemas.microsoft.com/office/powerpoint/2010/main" val="4161653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75B03-49E1-A495-C8EA-B25F9474CC44}"/>
              </a:ext>
            </a:extLst>
          </p:cNvPr>
          <p:cNvSpPr>
            <a:spLocks noGrp="1"/>
          </p:cNvSpPr>
          <p:nvPr>
            <p:ph type="title"/>
          </p:nvPr>
        </p:nvSpPr>
        <p:spPr/>
        <p:txBody>
          <a:bodyPr/>
          <a:lstStyle/>
          <a:p>
            <a:r>
              <a:rPr lang="en-US" dirty="0"/>
              <a:t>Addressing Modes</a:t>
            </a:r>
            <a:endParaRPr lang="en-IN" dirty="0"/>
          </a:p>
        </p:txBody>
      </p:sp>
      <p:sp>
        <p:nvSpPr>
          <p:cNvPr id="3" name="Content Placeholder 2">
            <a:extLst>
              <a:ext uri="{FF2B5EF4-FFF2-40B4-BE49-F238E27FC236}">
                <a16:creationId xmlns:a16="http://schemas.microsoft.com/office/drawing/2014/main" id="{C9E8F01D-6809-F0CF-3A80-E0E800766427}"/>
              </a:ext>
            </a:extLst>
          </p:cNvPr>
          <p:cNvSpPr>
            <a:spLocks noGrp="1"/>
          </p:cNvSpPr>
          <p:nvPr>
            <p:ph idx="1"/>
          </p:nvPr>
        </p:nvSpPr>
        <p:spPr>
          <a:xfrm>
            <a:off x="152399" y="1246908"/>
            <a:ext cx="11873345" cy="5295781"/>
          </a:xfrm>
        </p:spPr>
        <p:txBody>
          <a:bodyPr>
            <a:normAutofit/>
          </a:bodyPr>
          <a:lstStyle/>
          <a:p>
            <a:pPr algn="l"/>
            <a:r>
              <a:rPr lang="en-US" b="1" i="0" u="none" strike="noStrike" baseline="0" dirty="0">
                <a:latin typeface="Times New Roman" panose="02020603050405020304" pitchFamily="18" charset="0"/>
                <a:cs typeface="Times New Roman" panose="02020603050405020304" pitchFamily="18" charset="0"/>
              </a:rPr>
              <a:t>Direct addressing </a:t>
            </a:r>
            <a:r>
              <a:rPr lang="en-US" b="0" i="0" u="none" strike="noStrike" baseline="0" dirty="0">
                <a:latin typeface="Times New Roman" panose="02020603050405020304" pitchFamily="18" charset="0"/>
                <a:cs typeface="Times New Roman" panose="02020603050405020304" pitchFamily="18" charset="0"/>
              </a:rPr>
              <a:t>- In instructions, a location can be a variable name x referring to the memory location that is reserved for x (that is, the l-value of x).</a:t>
            </a:r>
          </a:p>
          <a:p>
            <a:pPr algn="l"/>
            <a:r>
              <a:rPr lang="en-US" b="1" i="0" u="none" strike="noStrike" baseline="0" dirty="0">
                <a:latin typeface="Times New Roman" panose="02020603050405020304" pitchFamily="18" charset="0"/>
                <a:cs typeface="Times New Roman" panose="02020603050405020304" pitchFamily="18" charset="0"/>
              </a:rPr>
              <a:t>Indexed addressing </a:t>
            </a:r>
            <a:r>
              <a:rPr lang="en-US" b="0" i="0" u="none" strike="noStrike" baseline="0" dirty="0">
                <a:latin typeface="Times New Roman" panose="02020603050405020304" pitchFamily="18" charset="0"/>
                <a:cs typeface="Times New Roman" panose="02020603050405020304" pitchFamily="18" charset="0"/>
              </a:rPr>
              <a:t>- A location can also be an indexed address of the form a(r), where a is a variable and r is a register. The memory location denoted by a(r) is computed by taking the 1-value of a and adding to it the value in register r. </a:t>
            </a:r>
          </a:p>
          <a:p>
            <a:pPr algn="l"/>
            <a:r>
              <a:rPr lang="en-US" b="0" i="0" u="none" strike="noStrike" baseline="0" dirty="0">
                <a:latin typeface="Times New Roman" panose="02020603050405020304" pitchFamily="18" charset="0"/>
                <a:cs typeface="Times New Roman" panose="02020603050405020304" pitchFamily="18" charset="0"/>
              </a:rPr>
              <a:t>For example, the instruction LD R1, a(R2) has the effect of setting </a:t>
            </a:r>
            <a:r>
              <a:rPr lang="en-IN" b="0" i="0" u="none" strike="noStrike" baseline="0" dirty="0" err="1">
                <a:latin typeface="Times New Roman" panose="02020603050405020304" pitchFamily="18" charset="0"/>
                <a:cs typeface="Times New Roman" panose="02020603050405020304" pitchFamily="18" charset="0"/>
              </a:rPr>
              <a:t>Rl</a:t>
            </a:r>
            <a:r>
              <a:rPr lang="en-IN" b="0" i="0" u="none" strike="noStrike" baseline="0" dirty="0">
                <a:latin typeface="Times New Roman" panose="02020603050405020304" pitchFamily="18" charset="0"/>
                <a:cs typeface="Times New Roman" panose="02020603050405020304" pitchFamily="18" charset="0"/>
              </a:rPr>
              <a:t> = contents </a:t>
            </a:r>
            <a:r>
              <a:rPr lang="en-IN" i="0" u="none" strike="noStrike" baseline="0" dirty="0">
                <a:latin typeface="Times New Roman" panose="02020603050405020304" pitchFamily="18" charset="0"/>
                <a:cs typeface="Times New Roman" panose="02020603050405020304" pitchFamily="18" charset="0"/>
              </a:rPr>
              <a:t>(a </a:t>
            </a:r>
            <a:r>
              <a:rPr lang="en-IN" b="0" i="0" u="none" strike="noStrike" baseline="0" dirty="0">
                <a:latin typeface="Times New Roman" panose="02020603050405020304" pitchFamily="18" charset="0"/>
                <a:cs typeface="Times New Roman" panose="02020603050405020304" pitchFamily="18" charset="0"/>
              </a:rPr>
              <a:t>+ contents (R2)), where contents(x) denotes the contents </a:t>
            </a:r>
            <a:r>
              <a:rPr lang="en-US" b="0" i="0" u="none" strike="noStrike" baseline="0" dirty="0">
                <a:latin typeface="Times New Roman" panose="02020603050405020304" pitchFamily="18" charset="0"/>
                <a:cs typeface="Times New Roman" panose="02020603050405020304" pitchFamily="18" charset="0"/>
              </a:rPr>
              <a:t>of the register or memory location represented by x. </a:t>
            </a:r>
          </a:p>
          <a:p>
            <a:pPr algn="l"/>
            <a:r>
              <a:rPr lang="en-US" b="0" i="0" u="none" strike="noStrike" baseline="0" dirty="0">
                <a:latin typeface="Times New Roman" panose="02020603050405020304" pitchFamily="18" charset="0"/>
                <a:cs typeface="Times New Roman" panose="02020603050405020304" pitchFamily="18" charset="0"/>
              </a:rPr>
              <a:t>This addressing mode is useful for accessing arrays, where a is the base address of the array (that is, the address of the first element), and </a:t>
            </a:r>
            <a:r>
              <a:rPr lang="en-US" b="0" i="1" u="none" strike="noStrike" baseline="0" dirty="0">
                <a:latin typeface="Times New Roman" panose="02020603050405020304" pitchFamily="18" charset="0"/>
                <a:cs typeface="Times New Roman" panose="02020603050405020304" pitchFamily="18" charset="0"/>
              </a:rPr>
              <a:t>r </a:t>
            </a:r>
            <a:r>
              <a:rPr lang="en-US" b="0" i="0" u="none" strike="noStrike" baseline="0" dirty="0">
                <a:latin typeface="Times New Roman" panose="02020603050405020304" pitchFamily="18" charset="0"/>
                <a:cs typeface="Times New Roman" panose="02020603050405020304" pitchFamily="18" charset="0"/>
              </a:rPr>
              <a:t>holds the number of bytes past that address, to reach one of the elements of </a:t>
            </a:r>
            <a:r>
              <a:rPr lang="en-IN" b="0" i="0" u="none" strike="noStrike" baseline="0" dirty="0">
                <a:latin typeface="Times New Roman" panose="02020603050405020304" pitchFamily="18" charset="0"/>
                <a:cs typeface="Times New Roman" panose="02020603050405020304" pitchFamily="18" charset="0"/>
              </a:rPr>
              <a:t>array a.</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228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8449A-2690-CF96-FE7B-4405AFF7787B}"/>
              </a:ext>
            </a:extLst>
          </p:cNvPr>
          <p:cNvSpPr>
            <a:spLocks noGrp="1"/>
          </p:cNvSpPr>
          <p:nvPr>
            <p:ph idx="1"/>
          </p:nvPr>
        </p:nvSpPr>
        <p:spPr>
          <a:xfrm>
            <a:off x="152399" y="0"/>
            <a:ext cx="11873345" cy="6731876"/>
          </a:xfrm>
        </p:spPr>
        <p:txBody>
          <a:bodyPr>
            <a:normAutofit lnSpcReduction="10000"/>
          </a:bodyPr>
          <a:lstStyle/>
          <a:p>
            <a:pPr algn="l"/>
            <a:r>
              <a:rPr lang="en-US" b="1" i="0" u="none" strike="noStrike" baseline="0" dirty="0">
                <a:latin typeface="Times New Roman" panose="02020603050405020304" pitchFamily="18" charset="0"/>
                <a:cs typeface="Times New Roman" panose="02020603050405020304" pitchFamily="18" charset="0"/>
              </a:rPr>
              <a:t>Integer Indexed Addressing </a:t>
            </a:r>
            <a:r>
              <a:rPr lang="en-US" b="0" i="0" u="none" strike="noStrike" baseline="0" dirty="0">
                <a:latin typeface="Times New Roman" panose="02020603050405020304" pitchFamily="18" charset="0"/>
                <a:cs typeface="Times New Roman" panose="02020603050405020304" pitchFamily="18" charset="0"/>
              </a:rPr>
              <a:t>- A memory location can be an integer indexed by a register. </a:t>
            </a:r>
          </a:p>
          <a:p>
            <a:pPr algn="l"/>
            <a:r>
              <a:rPr lang="en-US" b="0" i="0" u="none" strike="noStrike" baseline="0" dirty="0">
                <a:latin typeface="Times New Roman" panose="02020603050405020304" pitchFamily="18" charset="0"/>
                <a:cs typeface="Times New Roman" panose="02020603050405020304" pitchFamily="18" charset="0"/>
              </a:rPr>
              <a:t>For example, LD R1, 100(R2) has the effect of setting R1 = contents(100 + contents(R2)), that is, of loading into R1 the value in the memory location obtained by adding 100 to the contents of register R2. </a:t>
            </a:r>
          </a:p>
          <a:p>
            <a:pPr algn="l"/>
            <a:r>
              <a:rPr lang="en-US" b="1" dirty="0">
                <a:latin typeface="Times New Roman" panose="02020603050405020304" pitchFamily="18" charset="0"/>
                <a:cs typeface="Times New Roman" panose="02020603050405020304" pitchFamily="18" charset="0"/>
              </a:rPr>
              <a:t>Indirect Addressing </a:t>
            </a:r>
            <a:r>
              <a:rPr lang="en-US"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two indirect addressing modes exist: *r means the memory location found in the location represented by the contents of register r and *100(r) means the memory location found in the location obtained by adding 100 to the contents of r. </a:t>
            </a:r>
          </a:p>
          <a:p>
            <a:pPr algn="l"/>
            <a:r>
              <a:rPr lang="en-US" b="0" i="0" u="none" strike="noStrike" baseline="0" dirty="0">
                <a:latin typeface="Times New Roman" panose="02020603050405020304" pitchFamily="18" charset="0"/>
                <a:cs typeface="Times New Roman" panose="02020603050405020304" pitchFamily="18" charset="0"/>
              </a:rPr>
              <a:t>For example, LD R1, *100(R2) has the effect of setting R1 = contents(contents(l00 + contents(R2))), that is, of loading into R1 the value in the memory location stored in the memory location obtained by adding 100 to the contents of register R2.</a:t>
            </a:r>
          </a:p>
          <a:p>
            <a:pPr algn="l"/>
            <a:r>
              <a:rPr lang="en-US" b="1" i="0" u="none" strike="noStrike" baseline="0" dirty="0">
                <a:latin typeface="Times New Roman" panose="02020603050405020304" pitchFamily="18" charset="0"/>
                <a:cs typeface="Times New Roman" panose="02020603050405020304" pitchFamily="18" charset="0"/>
              </a:rPr>
              <a:t>Immediate Addressing- </a:t>
            </a:r>
            <a:r>
              <a:rPr lang="en-US" b="0" i="0" u="none" strike="noStrike" baseline="0" dirty="0">
                <a:latin typeface="Times New Roman" panose="02020603050405020304" pitchFamily="18" charset="0"/>
                <a:cs typeface="Times New Roman" panose="02020603050405020304" pitchFamily="18" charset="0"/>
              </a:rPr>
              <a:t>immediate constant addressing mode. The constant is prefixed by #. </a:t>
            </a:r>
          </a:p>
          <a:p>
            <a:pPr algn="l"/>
            <a:r>
              <a:rPr lang="en-US" b="0" i="0" u="none" strike="noStrike" baseline="0" dirty="0">
                <a:latin typeface="Times New Roman" panose="02020603050405020304" pitchFamily="18" charset="0"/>
                <a:cs typeface="Times New Roman" panose="02020603050405020304" pitchFamily="18" charset="0"/>
              </a:rPr>
              <a:t>The instruction LD R1, #100 loads the integer 100 into </a:t>
            </a:r>
            <a:r>
              <a:rPr lang="en-IN" b="0" i="0" u="none" strike="noStrike" baseline="0" dirty="0">
                <a:latin typeface="Times New Roman" panose="02020603050405020304" pitchFamily="18" charset="0"/>
                <a:cs typeface="Times New Roman" panose="02020603050405020304" pitchFamily="18" charset="0"/>
              </a:rPr>
              <a:t>register R1, and       ADD R1, R1, #100 adds the integer 100 into register R1.</a:t>
            </a:r>
            <a:endParaRPr lang="en-US" b="0" i="0" u="none" strike="noStrike" baseline="0" dirty="0">
              <a:latin typeface="Times New Roman" panose="02020603050405020304" pitchFamily="18" charset="0"/>
              <a:cs typeface="Times New Roman" panose="02020603050405020304" pitchFamily="18" charset="0"/>
            </a:endParaRPr>
          </a:p>
          <a:p>
            <a:pPr algn="l"/>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0309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6046-D524-1420-6D71-AE609512E450}"/>
              </a:ext>
            </a:extLst>
          </p:cNvPr>
          <p:cNvSpPr>
            <a:spLocks noGrp="1"/>
          </p:cNvSpPr>
          <p:nvPr>
            <p:ph type="title"/>
          </p:nvPr>
        </p:nvSpPr>
        <p:spPr>
          <a:xfrm>
            <a:off x="838200" y="88031"/>
            <a:ext cx="10515600" cy="826369"/>
          </a:xfrm>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760A24EC-BA9D-7349-2B93-F11C1B597A3D}"/>
              </a:ext>
            </a:extLst>
          </p:cNvPr>
          <p:cNvSpPr>
            <a:spLocks noGrp="1"/>
          </p:cNvSpPr>
          <p:nvPr>
            <p:ph idx="1"/>
          </p:nvPr>
        </p:nvSpPr>
        <p:spPr>
          <a:xfrm>
            <a:off x="152399" y="1049867"/>
            <a:ext cx="11873345" cy="5720102"/>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The three-address statement x = y - </a:t>
            </a:r>
            <a:r>
              <a:rPr lang="en-US" b="0" i="1" u="none" strike="noStrike" baseline="0" dirty="0">
                <a:latin typeface="Times New Roman" panose="02020603050405020304" pitchFamily="18" charset="0"/>
                <a:cs typeface="Times New Roman" panose="02020603050405020304" pitchFamily="18" charset="0"/>
              </a:rPr>
              <a:t>z </a:t>
            </a:r>
            <a:r>
              <a:rPr lang="en-US" b="0" i="0" u="none" strike="noStrike" baseline="0" dirty="0">
                <a:latin typeface="Times New Roman" panose="02020603050405020304" pitchFamily="18" charset="0"/>
                <a:cs typeface="Times New Roman" panose="02020603050405020304" pitchFamily="18" charset="0"/>
              </a:rPr>
              <a:t>can be implemented by </a:t>
            </a:r>
            <a:r>
              <a:rPr lang="en-IN" b="0" i="0" u="none" strike="noStrike" baseline="0" dirty="0">
                <a:latin typeface="Times New Roman" panose="02020603050405020304" pitchFamily="18" charset="0"/>
                <a:cs typeface="Times New Roman" panose="02020603050405020304" pitchFamily="18" charset="0"/>
              </a:rPr>
              <a:t>the machine instructions:</a:t>
            </a:r>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endParaRPr lang="en-US" b="1" i="0" u="none" strike="noStrike" baseline="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machine instruction for b = a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where a </a:t>
            </a:r>
            <a:r>
              <a:rPr lang="en-US" i="0" u="none" strike="noStrike" baseline="0" dirty="0">
                <a:latin typeface="Times New Roman" panose="02020603050405020304" pitchFamily="18" charset="0"/>
                <a:cs typeface="Times New Roman" panose="02020603050405020304" pitchFamily="18" charset="0"/>
              </a:rPr>
              <a:t>is an array whose elements are 8-byte values, Also assuming elements of a are indexed starting at 0. </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6042683-37C9-D0DF-F383-2B9E733289C2}"/>
              </a:ext>
            </a:extLst>
          </p:cNvPr>
          <p:cNvPicPr>
            <a:picLocks noChangeAspect="1"/>
          </p:cNvPicPr>
          <p:nvPr/>
        </p:nvPicPr>
        <p:blipFill>
          <a:blip r:embed="rId2"/>
          <a:stretch>
            <a:fillRect/>
          </a:stretch>
        </p:blipFill>
        <p:spPr>
          <a:xfrm>
            <a:off x="2743200" y="1569368"/>
            <a:ext cx="6994540" cy="1936205"/>
          </a:xfrm>
          <a:prstGeom prst="rect">
            <a:avLst/>
          </a:prstGeom>
        </p:spPr>
      </p:pic>
      <p:pic>
        <p:nvPicPr>
          <p:cNvPr id="7" name="Picture 6">
            <a:extLst>
              <a:ext uri="{FF2B5EF4-FFF2-40B4-BE49-F238E27FC236}">
                <a16:creationId xmlns:a16="http://schemas.microsoft.com/office/drawing/2014/main" id="{6B11D65E-3A4B-0DBB-09A7-DE8CFB9A6717}"/>
              </a:ext>
            </a:extLst>
          </p:cNvPr>
          <p:cNvPicPr>
            <a:picLocks noChangeAspect="1"/>
          </p:cNvPicPr>
          <p:nvPr/>
        </p:nvPicPr>
        <p:blipFill>
          <a:blip r:embed="rId3"/>
          <a:stretch>
            <a:fillRect/>
          </a:stretch>
        </p:blipFill>
        <p:spPr>
          <a:xfrm>
            <a:off x="2552341" y="4556234"/>
            <a:ext cx="9473403" cy="1781502"/>
          </a:xfrm>
          <a:prstGeom prst="rect">
            <a:avLst/>
          </a:prstGeom>
        </p:spPr>
      </p:pic>
    </p:spTree>
    <p:extLst>
      <p:ext uri="{BB962C8B-B14F-4D97-AF65-F5344CB8AC3E}">
        <p14:creationId xmlns:p14="http://schemas.microsoft.com/office/powerpoint/2010/main" val="48265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52B4BB-4A50-5AFB-0DDB-02C6014B3B4C}"/>
              </a:ext>
            </a:extLst>
          </p:cNvPr>
          <p:cNvSpPr>
            <a:spLocks noGrp="1"/>
          </p:cNvSpPr>
          <p:nvPr>
            <p:ph idx="1"/>
          </p:nvPr>
        </p:nvSpPr>
        <p:spPr>
          <a:xfrm>
            <a:off x="152399" y="220712"/>
            <a:ext cx="11873345" cy="6416576"/>
          </a:xfrm>
        </p:spPr>
        <p:txBody>
          <a:bodyPr/>
          <a:lstStyle/>
          <a:p>
            <a:r>
              <a:rPr lang="en-US" dirty="0"/>
              <a:t>a[j] = c</a:t>
            </a:r>
          </a:p>
          <a:p>
            <a:endParaRPr lang="en-US" dirty="0"/>
          </a:p>
          <a:p>
            <a:endParaRPr lang="en-US" dirty="0"/>
          </a:p>
          <a:p>
            <a:endParaRPr lang="en-US" dirty="0"/>
          </a:p>
          <a:p>
            <a:r>
              <a:rPr lang="en-US" dirty="0"/>
              <a:t>x  = *p </a:t>
            </a:r>
          </a:p>
          <a:p>
            <a:endParaRPr lang="en-US" dirty="0"/>
          </a:p>
          <a:p>
            <a:endParaRPr lang="en-US" dirty="0"/>
          </a:p>
          <a:p>
            <a:r>
              <a:rPr lang="en-US" dirty="0"/>
              <a:t>*p = y</a:t>
            </a:r>
          </a:p>
          <a:p>
            <a:endParaRPr lang="en-US" dirty="0"/>
          </a:p>
          <a:p>
            <a:endParaRPr lang="en-US" dirty="0"/>
          </a:p>
          <a:p>
            <a:r>
              <a:rPr lang="en-US" dirty="0"/>
              <a:t>if x &lt; y </a:t>
            </a:r>
            <a:r>
              <a:rPr lang="en-US" dirty="0" err="1"/>
              <a:t>goto</a:t>
            </a:r>
            <a:r>
              <a:rPr lang="en-US" dirty="0"/>
              <a:t> L  </a:t>
            </a:r>
            <a:endParaRPr lang="en-IN" dirty="0"/>
          </a:p>
        </p:txBody>
      </p:sp>
      <p:pic>
        <p:nvPicPr>
          <p:cNvPr id="5" name="Picture 4">
            <a:extLst>
              <a:ext uri="{FF2B5EF4-FFF2-40B4-BE49-F238E27FC236}">
                <a16:creationId xmlns:a16="http://schemas.microsoft.com/office/drawing/2014/main" id="{5E2A2A41-93C6-77E3-B444-4F50DC04CA59}"/>
              </a:ext>
            </a:extLst>
          </p:cNvPr>
          <p:cNvPicPr>
            <a:picLocks noChangeAspect="1"/>
          </p:cNvPicPr>
          <p:nvPr/>
        </p:nvPicPr>
        <p:blipFill>
          <a:blip r:embed="rId2"/>
          <a:stretch>
            <a:fillRect/>
          </a:stretch>
        </p:blipFill>
        <p:spPr>
          <a:xfrm>
            <a:off x="1863873" y="220712"/>
            <a:ext cx="10202747" cy="1677479"/>
          </a:xfrm>
          <a:prstGeom prst="rect">
            <a:avLst/>
          </a:prstGeom>
        </p:spPr>
      </p:pic>
      <p:pic>
        <p:nvPicPr>
          <p:cNvPr id="7" name="Picture 6">
            <a:extLst>
              <a:ext uri="{FF2B5EF4-FFF2-40B4-BE49-F238E27FC236}">
                <a16:creationId xmlns:a16="http://schemas.microsoft.com/office/drawing/2014/main" id="{21A8E47D-8174-FD1C-1339-7882BAD766A5}"/>
              </a:ext>
            </a:extLst>
          </p:cNvPr>
          <p:cNvPicPr>
            <a:picLocks noChangeAspect="1"/>
          </p:cNvPicPr>
          <p:nvPr/>
        </p:nvPicPr>
        <p:blipFill>
          <a:blip r:embed="rId3"/>
          <a:stretch>
            <a:fillRect/>
          </a:stretch>
        </p:blipFill>
        <p:spPr>
          <a:xfrm>
            <a:off x="1863873" y="2216598"/>
            <a:ext cx="9127469" cy="1277007"/>
          </a:xfrm>
          <a:prstGeom prst="rect">
            <a:avLst/>
          </a:prstGeom>
        </p:spPr>
      </p:pic>
      <p:pic>
        <p:nvPicPr>
          <p:cNvPr id="9" name="Picture 8">
            <a:extLst>
              <a:ext uri="{FF2B5EF4-FFF2-40B4-BE49-F238E27FC236}">
                <a16:creationId xmlns:a16="http://schemas.microsoft.com/office/drawing/2014/main" id="{24727276-0FAD-DDA7-0265-3E850C9A8D60}"/>
              </a:ext>
            </a:extLst>
          </p:cNvPr>
          <p:cNvPicPr>
            <a:picLocks noChangeAspect="1"/>
          </p:cNvPicPr>
          <p:nvPr/>
        </p:nvPicPr>
        <p:blipFill>
          <a:blip r:embed="rId4"/>
          <a:stretch>
            <a:fillRect/>
          </a:stretch>
        </p:blipFill>
        <p:spPr>
          <a:xfrm>
            <a:off x="1863873" y="3748946"/>
            <a:ext cx="9378682" cy="1277007"/>
          </a:xfrm>
          <a:prstGeom prst="rect">
            <a:avLst/>
          </a:prstGeom>
        </p:spPr>
      </p:pic>
      <p:pic>
        <p:nvPicPr>
          <p:cNvPr id="11" name="Picture 10">
            <a:extLst>
              <a:ext uri="{FF2B5EF4-FFF2-40B4-BE49-F238E27FC236}">
                <a16:creationId xmlns:a16="http://schemas.microsoft.com/office/drawing/2014/main" id="{314DE38C-E32E-93CD-0020-426CECBD7AF9}"/>
              </a:ext>
            </a:extLst>
          </p:cNvPr>
          <p:cNvPicPr>
            <a:picLocks noChangeAspect="1"/>
          </p:cNvPicPr>
          <p:nvPr/>
        </p:nvPicPr>
        <p:blipFill>
          <a:blip r:embed="rId5"/>
          <a:stretch>
            <a:fillRect/>
          </a:stretch>
        </p:blipFill>
        <p:spPr>
          <a:xfrm>
            <a:off x="2694023" y="5281295"/>
            <a:ext cx="6937505" cy="1576706"/>
          </a:xfrm>
          <a:prstGeom prst="rect">
            <a:avLst/>
          </a:prstGeom>
        </p:spPr>
      </p:pic>
    </p:spTree>
    <p:extLst>
      <p:ext uri="{BB962C8B-B14F-4D97-AF65-F5344CB8AC3E}">
        <p14:creationId xmlns:p14="http://schemas.microsoft.com/office/powerpoint/2010/main" val="4133126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EB9F-87B3-077B-DC99-ED735FEFC3BD}"/>
              </a:ext>
            </a:extLst>
          </p:cNvPr>
          <p:cNvSpPr>
            <a:spLocks noGrp="1"/>
          </p:cNvSpPr>
          <p:nvPr>
            <p:ph type="title"/>
          </p:nvPr>
        </p:nvSpPr>
        <p:spPr>
          <a:xfrm>
            <a:off x="838200" y="88032"/>
            <a:ext cx="10515600" cy="593006"/>
          </a:xfrm>
        </p:spPr>
        <p:txBody>
          <a:bodyPr>
            <a:normAutofit fontScale="90000"/>
          </a:bodyPr>
          <a:lstStyle/>
          <a:p>
            <a:r>
              <a:rPr lang="en-IN" dirty="0">
                <a:latin typeface="Times New Roman" panose="02020603050405020304" pitchFamily="18" charset="0"/>
              </a:rPr>
              <a:t>Program </a:t>
            </a:r>
            <a:r>
              <a:rPr lang="en-IN" b="1" dirty="0">
                <a:latin typeface="Times New Roman" panose="02020603050405020304" pitchFamily="18" charset="0"/>
              </a:rPr>
              <a:t>and </a:t>
            </a:r>
            <a:r>
              <a:rPr lang="en-IN" dirty="0">
                <a:latin typeface="Times New Roman" panose="02020603050405020304" pitchFamily="18" charset="0"/>
              </a:rPr>
              <a:t>Instruction Costs</a:t>
            </a:r>
            <a:endParaRPr lang="en-IN" dirty="0"/>
          </a:p>
        </p:txBody>
      </p:sp>
      <p:sp>
        <p:nvSpPr>
          <p:cNvPr id="3" name="Content Placeholder 2">
            <a:extLst>
              <a:ext uri="{FF2B5EF4-FFF2-40B4-BE49-F238E27FC236}">
                <a16:creationId xmlns:a16="http://schemas.microsoft.com/office/drawing/2014/main" id="{CD50861D-5487-9973-250B-A628FDB60636}"/>
              </a:ext>
            </a:extLst>
          </p:cNvPr>
          <p:cNvSpPr>
            <a:spLocks noGrp="1"/>
          </p:cNvSpPr>
          <p:nvPr>
            <p:ph idx="1"/>
          </p:nvPr>
        </p:nvSpPr>
        <p:spPr>
          <a:xfrm>
            <a:off x="152399" y="961696"/>
            <a:ext cx="11873345" cy="5808271"/>
          </a:xfrm>
        </p:spPr>
        <p:txBody>
          <a:bodyPr>
            <a:normAutofit/>
          </a:bodyPr>
          <a:lstStyle/>
          <a:p>
            <a:pPr algn="l"/>
            <a:r>
              <a:rPr lang="en-US" b="0" i="0" u="none" strike="noStrike" baseline="0" dirty="0">
                <a:latin typeface="Times New Roman" panose="02020603050405020304" pitchFamily="18" charset="0"/>
              </a:rPr>
              <a:t>Cost of a program  is associated with compiling and running a program. </a:t>
            </a:r>
          </a:p>
          <a:p>
            <a:pPr algn="l"/>
            <a:r>
              <a:rPr lang="en-US" b="0" i="0" u="none" strike="noStrike" baseline="0" dirty="0">
                <a:latin typeface="Times New Roman" panose="02020603050405020304" pitchFamily="18" charset="0"/>
              </a:rPr>
              <a:t>Cost is measured depending on what aspect of a program that needs to be optimized.</a:t>
            </a:r>
          </a:p>
          <a:p>
            <a:pPr algn="l"/>
            <a:r>
              <a:rPr lang="en-US" dirty="0">
                <a:latin typeface="Times New Roman" panose="02020603050405020304" pitchFamily="18" charset="0"/>
              </a:rPr>
              <a:t>S</a:t>
            </a:r>
            <a:r>
              <a:rPr lang="en-US" b="0" i="0" u="none" strike="noStrike" baseline="0" dirty="0">
                <a:latin typeface="Times New Roman" panose="02020603050405020304" pitchFamily="18" charset="0"/>
              </a:rPr>
              <a:t>ome common cost measures are the length of compilation time and the size, running time and power consumption of the target program.</a:t>
            </a:r>
          </a:p>
          <a:p>
            <a:pPr algn="l"/>
            <a:r>
              <a:rPr lang="en-US" b="0" i="0" u="none" strike="noStrike" baseline="0" dirty="0">
                <a:latin typeface="Times New Roman" panose="02020603050405020304" pitchFamily="18" charset="0"/>
              </a:rPr>
              <a:t>Determining the actual cost of compiling and running a program is a complex problem. </a:t>
            </a:r>
          </a:p>
          <a:p>
            <a:pPr algn="l"/>
            <a:r>
              <a:rPr lang="en-US" b="0" i="0" u="none" strike="noStrike" baseline="0" dirty="0">
                <a:latin typeface="Times New Roman" panose="02020603050405020304" pitchFamily="18" charset="0"/>
              </a:rPr>
              <a:t>Finding an optimal target program for a given source program is an undecidable problem in general, and many of the subproblems involved are NP-hard. </a:t>
            </a:r>
          </a:p>
        </p:txBody>
      </p:sp>
    </p:spTree>
    <p:extLst>
      <p:ext uri="{BB962C8B-B14F-4D97-AF65-F5344CB8AC3E}">
        <p14:creationId xmlns:p14="http://schemas.microsoft.com/office/powerpoint/2010/main" val="2697959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B0A89-84C0-51A1-01A4-C7C973D42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70318-7011-FC9B-DE80-066437D78A99}"/>
              </a:ext>
            </a:extLst>
          </p:cNvPr>
          <p:cNvSpPr>
            <a:spLocks noGrp="1"/>
          </p:cNvSpPr>
          <p:nvPr>
            <p:ph type="title"/>
          </p:nvPr>
        </p:nvSpPr>
        <p:spPr>
          <a:xfrm>
            <a:off x="838200" y="88032"/>
            <a:ext cx="10515600" cy="593006"/>
          </a:xfrm>
        </p:spPr>
        <p:txBody>
          <a:bodyPr>
            <a:normAutofit fontScale="90000"/>
          </a:bodyPr>
          <a:lstStyle/>
          <a:p>
            <a:r>
              <a:rPr lang="en-IN" dirty="0">
                <a:latin typeface="Times New Roman" panose="02020603050405020304" pitchFamily="18" charset="0"/>
              </a:rPr>
              <a:t>Program </a:t>
            </a:r>
            <a:r>
              <a:rPr lang="en-IN" b="1" dirty="0">
                <a:latin typeface="Times New Roman" panose="02020603050405020304" pitchFamily="18" charset="0"/>
              </a:rPr>
              <a:t>and </a:t>
            </a:r>
            <a:r>
              <a:rPr lang="en-IN" dirty="0">
                <a:latin typeface="Times New Roman" panose="02020603050405020304" pitchFamily="18" charset="0"/>
              </a:rPr>
              <a:t>Instruction Costs</a:t>
            </a:r>
            <a:endParaRPr lang="en-IN" dirty="0"/>
          </a:p>
        </p:txBody>
      </p:sp>
      <p:sp>
        <p:nvSpPr>
          <p:cNvPr id="3" name="Content Placeholder 2">
            <a:extLst>
              <a:ext uri="{FF2B5EF4-FFF2-40B4-BE49-F238E27FC236}">
                <a16:creationId xmlns:a16="http://schemas.microsoft.com/office/drawing/2014/main" id="{1C33D99F-278A-9FC2-4837-D040B221199F}"/>
              </a:ext>
            </a:extLst>
          </p:cNvPr>
          <p:cNvSpPr>
            <a:spLocks noGrp="1"/>
          </p:cNvSpPr>
          <p:nvPr>
            <p:ph idx="1"/>
          </p:nvPr>
        </p:nvSpPr>
        <p:spPr>
          <a:xfrm>
            <a:off x="152399" y="961696"/>
            <a:ext cx="11873345" cy="5808271"/>
          </a:xfrm>
        </p:spPr>
        <p:txBody>
          <a:bodyPr>
            <a:normAutofit/>
          </a:bodyPr>
          <a:lstStyle/>
          <a:p>
            <a:pPr algn="l"/>
            <a:r>
              <a:rPr lang="en-IN" b="0" i="0" u="none" strike="noStrike" baseline="0" dirty="0">
                <a:latin typeface="Times New Roman" panose="02020603050405020304" pitchFamily="18" charset="0"/>
              </a:rPr>
              <a:t>Each target-language </a:t>
            </a:r>
            <a:r>
              <a:rPr lang="en-US" b="0" i="0" u="none" strike="noStrike" baseline="0" dirty="0">
                <a:latin typeface="Times New Roman" panose="02020603050405020304" pitchFamily="18" charset="0"/>
              </a:rPr>
              <a:t>instruction has an associated cost , and the cost of an instruction to be one plus the costs associated with the addressing modes of the operands. </a:t>
            </a:r>
          </a:p>
          <a:p>
            <a:pPr algn="l"/>
            <a:r>
              <a:rPr lang="en-US" b="0" i="0" u="none" strike="noStrike" baseline="0" dirty="0">
                <a:latin typeface="Times New Roman" panose="02020603050405020304" pitchFamily="18" charset="0"/>
              </a:rPr>
              <a:t>This cost corresponds to the length in words of the instruction.</a:t>
            </a:r>
          </a:p>
          <a:p>
            <a:pPr algn="l"/>
            <a:r>
              <a:rPr lang="en-US" b="0" i="0" u="none" strike="noStrike" baseline="0" dirty="0">
                <a:latin typeface="Times New Roman" panose="02020603050405020304" pitchFamily="18" charset="0"/>
              </a:rPr>
              <a:t>Addressing modes involving registers have zero additional cost, </a:t>
            </a:r>
          </a:p>
          <a:p>
            <a:pPr algn="l"/>
            <a:r>
              <a:rPr lang="en-US" dirty="0">
                <a:latin typeface="Times New Roman" panose="02020603050405020304" pitchFamily="18" charset="0"/>
              </a:rPr>
              <a:t>Addressing modes</a:t>
            </a:r>
            <a:r>
              <a:rPr lang="en-US" b="0" i="0" u="none" strike="noStrike" baseline="0" dirty="0">
                <a:latin typeface="Times New Roman" panose="02020603050405020304" pitchFamily="18" charset="0"/>
              </a:rPr>
              <a:t> involving a memory location or constant in them have an additional cost of one, because such operands have to be stored in the words following the instruction.</a:t>
            </a:r>
          </a:p>
        </p:txBody>
      </p:sp>
    </p:spTree>
    <p:extLst>
      <p:ext uri="{BB962C8B-B14F-4D97-AF65-F5344CB8AC3E}">
        <p14:creationId xmlns:p14="http://schemas.microsoft.com/office/powerpoint/2010/main" val="4171464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98A7-5A1C-0681-057D-CBB2067853EA}"/>
              </a:ext>
            </a:extLst>
          </p:cNvPr>
          <p:cNvSpPr>
            <a:spLocks noGrp="1"/>
          </p:cNvSpPr>
          <p:nvPr>
            <p:ph type="title"/>
          </p:nvPr>
        </p:nvSpPr>
        <p:spPr/>
        <p:txBody>
          <a:bodyPr>
            <a:normAutofit/>
          </a:bodyPr>
          <a:lstStyle/>
          <a:p>
            <a:r>
              <a:rPr lang="en-IN" dirty="0">
                <a:latin typeface="Times New Roman" panose="02020603050405020304" pitchFamily="18" charset="0"/>
              </a:rPr>
              <a:t>Examples</a:t>
            </a:r>
            <a:endParaRPr lang="en-IN" dirty="0"/>
          </a:p>
        </p:txBody>
      </p:sp>
      <p:sp>
        <p:nvSpPr>
          <p:cNvPr id="3" name="Content Placeholder 2">
            <a:extLst>
              <a:ext uri="{FF2B5EF4-FFF2-40B4-BE49-F238E27FC236}">
                <a16:creationId xmlns:a16="http://schemas.microsoft.com/office/drawing/2014/main" id="{E31F4C76-094D-89DD-7090-19E6D4A75C67}"/>
              </a:ext>
            </a:extLst>
          </p:cNvPr>
          <p:cNvSpPr>
            <a:spLocks noGrp="1"/>
          </p:cNvSpPr>
          <p:nvPr>
            <p:ph idx="1"/>
          </p:nvPr>
        </p:nvSpPr>
        <p:spPr>
          <a:xfrm>
            <a:off x="152399" y="1246909"/>
            <a:ext cx="11873345" cy="5523060"/>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The instruction LD R0, R1 copies the contents of register R1 into register R0. This instruction has a cost of one because no additional memory </a:t>
            </a:r>
            <a:r>
              <a:rPr lang="en-IN" b="0" i="0" u="none" strike="noStrike" baseline="0" dirty="0">
                <a:latin typeface="Times New Roman" panose="02020603050405020304" pitchFamily="18" charset="0"/>
                <a:cs typeface="Times New Roman" panose="02020603050405020304" pitchFamily="18" charset="0"/>
              </a:rPr>
              <a:t>words are required. </a:t>
            </a:r>
            <a:r>
              <a:rPr lang="en-IN" b="1" i="0" u="none" strike="noStrike" baseline="0" dirty="0">
                <a:latin typeface="Times New Roman" panose="02020603050405020304" pitchFamily="18" charset="0"/>
                <a:cs typeface="Times New Roman" panose="02020603050405020304" pitchFamily="18" charset="0"/>
              </a:rPr>
              <a:t>Register Addressing mode -  1 + 0 = 1</a:t>
            </a:r>
          </a:p>
          <a:p>
            <a:pPr algn="l"/>
            <a:r>
              <a:rPr lang="en-US" b="0" i="0" u="none" strike="noStrike" baseline="0" dirty="0">
                <a:latin typeface="Times New Roman" panose="02020603050405020304" pitchFamily="18" charset="0"/>
                <a:cs typeface="Times New Roman" panose="02020603050405020304" pitchFamily="18" charset="0"/>
              </a:rPr>
              <a:t>The instruction LD R0, M loads the contents of memory location M into register R0. The cost is two since the address of memory location </a:t>
            </a:r>
            <a:r>
              <a:rPr lang="en-US" i="0" u="none" strike="noStrike" baseline="0" dirty="0">
                <a:latin typeface="Times New Roman" panose="02020603050405020304" pitchFamily="18" charset="0"/>
                <a:cs typeface="Times New Roman" panose="02020603050405020304" pitchFamily="18" charset="0"/>
              </a:rPr>
              <a:t>M</a:t>
            </a:r>
            <a:r>
              <a:rPr lang="en-US" b="1" i="0"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is in the word following the instruction. </a:t>
            </a:r>
            <a:r>
              <a:rPr lang="en-US" b="1" i="0" u="none" strike="noStrike" baseline="0" dirty="0">
                <a:latin typeface="Times New Roman" panose="02020603050405020304" pitchFamily="18" charset="0"/>
                <a:cs typeface="Times New Roman" panose="02020603050405020304" pitchFamily="18" charset="0"/>
              </a:rPr>
              <a:t>Direct Memory addressing mode - 1 + 1 = 2</a:t>
            </a:r>
          </a:p>
          <a:p>
            <a:pPr algn="l"/>
            <a:r>
              <a:rPr lang="en-US" b="0" i="0" u="none" strike="noStrike" baseline="0" dirty="0">
                <a:latin typeface="Times New Roman" panose="02020603050405020304" pitchFamily="18" charset="0"/>
                <a:cs typeface="Times New Roman" panose="02020603050405020304" pitchFamily="18" charset="0"/>
              </a:rPr>
              <a:t>Instruction LD R1, *100(R2) loads into register R1 the value given by contents(contents(l00 + contents(R2))). The cost is three because the constant 100 is stored in the word following the instruction. </a:t>
            </a:r>
            <a:r>
              <a:rPr lang="en-US" b="1" i="0" u="none" strike="noStrike" baseline="0" dirty="0">
                <a:latin typeface="Times New Roman" panose="02020603050405020304" pitchFamily="18" charset="0"/>
                <a:cs typeface="Times New Roman" panose="02020603050405020304" pitchFamily="18" charset="0"/>
              </a:rPr>
              <a:t>Indirect Addressing mode – 1 + 2 = 3</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6661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3B536-B949-AB8D-6A3D-7F3891D59F70}"/>
              </a:ext>
            </a:extLst>
          </p:cNvPr>
          <p:cNvSpPr>
            <a:spLocks noGrp="1"/>
          </p:cNvSpPr>
          <p:nvPr>
            <p:ph type="title"/>
          </p:nvPr>
        </p:nvSpPr>
        <p:spPr/>
        <p:txBody>
          <a:bodyPr/>
          <a:lstStyle/>
          <a:p>
            <a:r>
              <a:rPr lang="en-US" dirty="0"/>
              <a:t>Exercise problems</a:t>
            </a:r>
            <a:endParaRPr lang="en-IN" dirty="0"/>
          </a:p>
        </p:txBody>
      </p:sp>
      <p:sp>
        <p:nvSpPr>
          <p:cNvPr id="3" name="Content Placeholder 2">
            <a:extLst>
              <a:ext uri="{FF2B5EF4-FFF2-40B4-BE49-F238E27FC236}">
                <a16:creationId xmlns:a16="http://schemas.microsoft.com/office/drawing/2014/main" id="{E713C192-1D8F-7DD5-623D-53C853167E55}"/>
              </a:ext>
            </a:extLst>
          </p:cNvPr>
          <p:cNvSpPr>
            <a:spLocks noGrp="1"/>
          </p:cNvSpPr>
          <p:nvPr>
            <p:ph idx="1"/>
          </p:nvPr>
        </p:nvSpPr>
        <p:spPr>
          <a:xfrm>
            <a:off x="1" y="1246909"/>
            <a:ext cx="12025744" cy="4930054"/>
          </a:xfrm>
        </p:spPr>
        <p:txBody>
          <a:bodyPr/>
          <a:lstStyle/>
          <a:p>
            <a:r>
              <a:rPr lang="en-US" dirty="0"/>
              <a:t>x = 1   LD R1, #1             x = a + 1      LD R1, a                 	x = b * c   LD R1, b</a:t>
            </a:r>
          </a:p>
          <a:p>
            <a:pPr marL="0" indent="0">
              <a:buNone/>
            </a:pPr>
            <a:r>
              <a:rPr lang="en-US" dirty="0"/>
              <a:t>                ST x , R1		                      ADD R1, R1, #1      y = b + x    LD R2, c</a:t>
            </a:r>
          </a:p>
          <a:p>
            <a:pPr marL="0" indent="0">
              <a:buNone/>
            </a:pPr>
            <a:r>
              <a:rPr lang="en-US" dirty="0"/>
              <a:t>					          ST x , R1			    MUL R2, R1, R2</a:t>
            </a:r>
          </a:p>
          <a:p>
            <a:pPr marL="0" indent="0">
              <a:buNone/>
            </a:pPr>
            <a:r>
              <a:rPr lang="en-US" dirty="0"/>
              <a:t>										     ST x, R2</a:t>
            </a:r>
          </a:p>
          <a:p>
            <a:pPr marL="0" indent="0">
              <a:buNone/>
            </a:pPr>
            <a:r>
              <a:rPr lang="en-US" dirty="0"/>
              <a:t>x = a      LD R1, a		x = a + b   LD R1, a				    ADD R1, R1, R2</a:t>
            </a:r>
          </a:p>
          <a:p>
            <a:pPr marL="0" indent="0">
              <a:buNone/>
            </a:pPr>
            <a:r>
              <a:rPr lang="en-US" dirty="0"/>
              <a:t>	   ST x , R1			       LD R2, b				     ST y, R1</a:t>
            </a:r>
          </a:p>
          <a:p>
            <a:pPr marL="0" indent="0">
              <a:buNone/>
            </a:pPr>
            <a:r>
              <a:rPr lang="en-US" dirty="0"/>
              <a:t>					       ADD R1, R1, R2</a:t>
            </a:r>
          </a:p>
          <a:p>
            <a:pPr marL="0" indent="0">
              <a:buNone/>
            </a:pPr>
            <a:r>
              <a:rPr lang="en-US" dirty="0"/>
              <a:t>					       ST x , R1</a:t>
            </a:r>
            <a:endParaRPr lang="en-IN" dirty="0"/>
          </a:p>
        </p:txBody>
      </p:sp>
    </p:spTree>
    <p:extLst>
      <p:ext uri="{BB962C8B-B14F-4D97-AF65-F5344CB8AC3E}">
        <p14:creationId xmlns:p14="http://schemas.microsoft.com/office/powerpoint/2010/main" val="462260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44F06-57AD-433B-956B-E81D8DE612E4}"/>
              </a:ext>
            </a:extLst>
          </p:cNvPr>
          <p:cNvSpPr>
            <a:spLocks noGrp="1"/>
          </p:cNvSpPr>
          <p:nvPr>
            <p:ph type="title"/>
          </p:nvPr>
        </p:nvSpPr>
        <p:spPr>
          <a:xfrm>
            <a:off x="0" y="88031"/>
            <a:ext cx="12192000" cy="909493"/>
          </a:xfrm>
        </p:spPr>
        <p:txBody>
          <a:bodyPr>
            <a:noAutofit/>
          </a:bodyPr>
          <a:lstStyle/>
          <a:p>
            <a:r>
              <a:rPr lang="en-US" sz="2800" dirty="0">
                <a:latin typeface="Times New Roman" panose="02020603050405020304" pitchFamily="18" charset="0"/>
              </a:rPr>
              <a:t>Generate code for the following three-address statements assuming a and </a:t>
            </a:r>
            <a:r>
              <a:rPr lang="en-US" sz="2800" i="1" dirty="0">
                <a:latin typeface="Times New Roman" panose="02020603050405020304" pitchFamily="18" charset="0"/>
              </a:rPr>
              <a:t>b </a:t>
            </a:r>
            <a:r>
              <a:rPr lang="en-US" sz="2800" dirty="0">
                <a:latin typeface="Times New Roman" panose="02020603050405020304" pitchFamily="18" charset="0"/>
              </a:rPr>
              <a:t>are arrays whose elements are 4-byte values.</a:t>
            </a:r>
            <a:endParaRPr lang="en-IN" sz="2800" dirty="0"/>
          </a:p>
        </p:txBody>
      </p:sp>
      <p:sp>
        <p:nvSpPr>
          <p:cNvPr id="3" name="Content Placeholder 2">
            <a:extLst>
              <a:ext uri="{FF2B5EF4-FFF2-40B4-BE49-F238E27FC236}">
                <a16:creationId xmlns:a16="http://schemas.microsoft.com/office/drawing/2014/main" id="{FEA2907A-EFE6-CA6C-800A-0ADD3F02B1B1}"/>
              </a:ext>
            </a:extLst>
          </p:cNvPr>
          <p:cNvSpPr>
            <a:spLocks noGrp="1"/>
          </p:cNvSpPr>
          <p:nvPr>
            <p:ph idx="1"/>
          </p:nvPr>
        </p:nvSpPr>
        <p:spPr>
          <a:xfrm>
            <a:off x="334422" y="1215377"/>
            <a:ext cx="4474061" cy="4930054"/>
          </a:xfrm>
        </p:spPr>
        <p:txBody>
          <a:bodyPr>
            <a:normAutofit/>
          </a:bodyPr>
          <a:lstStyle/>
          <a:p>
            <a:pPr marL="1876425" lvl="5" indent="93663">
              <a:buNone/>
            </a:pPr>
            <a:r>
              <a:rPr lang="en-US" sz="2800" dirty="0">
                <a:latin typeface="Times New Roman" panose="02020603050405020304" pitchFamily="18" charset="0"/>
                <a:cs typeface="Times New Roman" panose="02020603050405020304" pitchFamily="18" charset="0"/>
              </a:rPr>
              <a:t>LD R1, i</a:t>
            </a:r>
          </a:p>
          <a:p>
            <a:pPr marL="1876425" lvl="5" indent="93663">
              <a:buNone/>
            </a:pPr>
            <a:r>
              <a:rPr lang="en-US" sz="2800" dirty="0">
                <a:latin typeface="Times New Roman" panose="02020603050405020304" pitchFamily="18" charset="0"/>
                <a:cs typeface="Times New Roman" panose="02020603050405020304" pitchFamily="18" charset="0"/>
              </a:rPr>
              <a:t>MUL R1, R1, 4</a:t>
            </a:r>
          </a:p>
          <a:p>
            <a:pPr marL="1876425" lvl="5" indent="93663">
              <a:buNone/>
            </a:pPr>
            <a:r>
              <a:rPr lang="en-US" sz="2800" dirty="0">
                <a:latin typeface="Times New Roman" panose="02020603050405020304" pitchFamily="18" charset="0"/>
                <a:cs typeface="Times New Roman" panose="02020603050405020304" pitchFamily="18" charset="0"/>
              </a:rPr>
              <a:t>LD R2, a(R1)</a:t>
            </a:r>
          </a:p>
          <a:p>
            <a:pPr marL="1876425" lvl="5" indent="93663">
              <a:buNone/>
            </a:pPr>
            <a:r>
              <a:rPr lang="en-US" sz="2800" dirty="0">
                <a:latin typeface="Times New Roman" panose="02020603050405020304" pitchFamily="18" charset="0"/>
                <a:cs typeface="Times New Roman" panose="02020603050405020304" pitchFamily="18" charset="0"/>
              </a:rPr>
              <a:t>ST x, R2</a:t>
            </a:r>
          </a:p>
          <a:p>
            <a:pPr marL="1876425" lvl="5" indent="93663">
              <a:buNone/>
            </a:pPr>
            <a:r>
              <a:rPr lang="en-US" sz="2800" dirty="0">
                <a:latin typeface="Times New Roman" panose="02020603050405020304" pitchFamily="18" charset="0"/>
                <a:cs typeface="Times New Roman" panose="02020603050405020304" pitchFamily="18" charset="0"/>
              </a:rPr>
              <a:t>LD R3, j</a:t>
            </a:r>
          </a:p>
          <a:p>
            <a:pPr marL="1876425" lvl="5" indent="93663">
              <a:buNone/>
            </a:pPr>
            <a:r>
              <a:rPr lang="en-US" sz="2800" dirty="0">
                <a:latin typeface="Times New Roman" panose="02020603050405020304" pitchFamily="18" charset="0"/>
                <a:cs typeface="Times New Roman" panose="02020603050405020304" pitchFamily="18" charset="0"/>
              </a:rPr>
              <a:t>MUL R3, R3, 4</a:t>
            </a:r>
          </a:p>
          <a:p>
            <a:pPr marL="1876425" lvl="5" indent="93663">
              <a:buNone/>
            </a:pPr>
            <a:r>
              <a:rPr lang="en-US" sz="2800" dirty="0">
                <a:latin typeface="Times New Roman" panose="02020603050405020304" pitchFamily="18" charset="0"/>
                <a:cs typeface="Times New Roman" panose="02020603050405020304" pitchFamily="18" charset="0"/>
              </a:rPr>
              <a:t>LD R4, b(R3)</a:t>
            </a:r>
          </a:p>
          <a:p>
            <a:pPr marL="1876425" lvl="5" indent="93663">
              <a:buNone/>
            </a:pPr>
            <a:r>
              <a:rPr lang="en-US" sz="2800" dirty="0">
                <a:latin typeface="Times New Roman" panose="02020603050405020304" pitchFamily="18" charset="0"/>
                <a:cs typeface="Times New Roman" panose="02020603050405020304" pitchFamily="18" charset="0"/>
              </a:rPr>
              <a:t>ST y, R4</a:t>
            </a:r>
          </a:p>
          <a:p>
            <a:pPr marL="1876425" lvl="5" indent="93663">
              <a:buNone/>
            </a:pPr>
            <a:r>
              <a:rPr lang="en-US" sz="2800" dirty="0">
                <a:latin typeface="Times New Roman" panose="02020603050405020304" pitchFamily="18" charset="0"/>
                <a:cs typeface="Times New Roman" panose="02020603050405020304" pitchFamily="18" charset="0"/>
              </a:rPr>
              <a:t>ST a(R1), R4</a:t>
            </a:r>
          </a:p>
          <a:p>
            <a:pPr marL="1876425" lvl="5" indent="93663">
              <a:buNone/>
            </a:pPr>
            <a:r>
              <a:rPr lang="en-US" sz="2800" dirty="0">
                <a:latin typeface="Times New Roman" panose="02020603050405020304" pitchFamily="18" charset="0"/>
                <a:cs typeface="Times New Roman" panose="02020603050405020304" pitchFamily="18" charset="0"/>
              </a:rPr>
              <a:t>ST b(R3), R2</a:t>
            </a:r>
          </a:p>
          <a:p>
            <a:pPr marL="2286000" lvl="5" indent="0">
              <a:buNone/>
            </a:pPr>
            <a:endParaRPr lang="en-US" sz="2800" dirty="0">
              <a:latin typeface="Times New Roman" panose="02020603050405020304" pitchFamily="18" charset="0"/>
              <a:cs typeface="Times New Roman" panose="02020603050405020304" pitchFamily="18" charset="0"/>
            </a:endParaRPr>
          </a:p>
          <a:p>
            <a:pPr marL="2286000" lvl="5" indent="0">
              <a:buNone/>
            </a:pPr>
            <a:endParaRPr lang="en-IN"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156F726-0E11-1DCB-7DD2-85D97910CE61}"/>
              </a:ext>
            </a:extLst>
          </p:cNvPr>
          <p:cNvPicPr>
            <a:picLocks noChangeAspect="1"/>
          </p:cNvPicPr>
          <p:nvPr/>
        </p:nvPicPr>
        <p:blipFill>
          <a:blip r:embed="rId2"/>
          <a:stretch>
            <a:fillRect/>
          </a:stretch>
        </p:blipFill>
        <p:spPr>
          <a:xfrm>
            <a:off x="3336" y="1231143"/>
            <a:ext cx="2383502" cy="1874664"/>
          </a:xfrm>
          <a:prstGeom prst="rect">
            <a:avLst/>
          </a:prstGeom>
        </p:spPr>
      </p:pic>
      <p:sp>
        <p:nvSpPr>
          <p:cNvPr id="8" name="Content Placeholder 2">
            <a:extLst>
              <a:ext uri="{FF2B5EF4-FFF2-40B4-BE49-F238E27FC236}">
                <a16:creationId xmlns:a16="http://schemas.microsoft.com/office/drawing/2014/main" id="{11B20598-7315-358E-81D4-C72170439C2C}"/>
              </a:ext>
            </a:extLst>
          </p:cNvPr>
          <p:cNvSpPr txBox="1">
            <a:spLocks/>
          </p:cNvSpPr>
          <p:nvPr/>
        </p:nvSpPr>
        <p:spPr>
          <a:xfrm>
            <a:off x="5421429" y="1215377"/>
            <a:ext cx="4726310" cy="535884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1325"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441325"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441325"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441325"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268288"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LD R1, </a:t>
            </a:r>
            <a:r>
              <a:rPr lang="en-US" sz="2800" dirty="0" err="1">
                <a:latin typeface="Times New Roman" panose="02020603050405020304" pitchFamily="18" charset="0"/>
                <a:cs typeface="Times New Roman" panose="02020603050405020304" pitchFamily="18" charset="0"/>
              </a:rPr>
              <a:t>i</a:t>
            </a:r>
            <a:endParaRPr lang="en-US" sz="2800" dirty="0">
              <a:latin typeface="Times New Roman" panose="02020603050405020304" pitchFamily="18" charset="0"/>
              <a:cs typeface="Times New Roman" panose="02020603050405020304" pitchFamily="18" charset="0"/>
            </a:endParaRP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MUL R1, R1, 4</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LD R2, a(R1)</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ST x, R2</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LD R3, b(R1)</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ST y, R3</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MUL R3, R2, R3</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ST z, R3</a:t>
            </a:r>
          </a:p>
          <a:p>
            <a:pPr marL="2286000"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2286000"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2286000" lvl="5" indent="0">
              <a:buFont typeface="Arial" panose="020B0604020202020204" pitchFamily="34" charset="0"/>
              <a:buNone/>
            </a:pPr>
            <a:endParaRPr lang="en-IN" sz="2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63E5054-B9F6-EB29-19AF-ADE88E541B12}"/>
              </a:ext>
            </a:extLst>
          </p:cNvPr>
          <p:cNvPicPr>
            <a:picLocks noChangeAspect="1"/>
          </p:cNvPicPr>
          <p:nvPr/>
        </p:nvPicPr>
        <p:blipFill>
          <a:blip r:embed="rId3"/>
          <a:stretch>
            <a:fillRect/>
          </a:stretch>
        </p:blipFill>
        <p:spPr>
          <a:xfrm>
            <a:off x="5743883" y="1215377"/>
            <a:ext cx="2226764" cy="1564372"/>
          </a:xfrm>
          <a:prstGeom prst="rect">
            <a:avLst/>
          </a:prstGeom>
        </p:spPr>
      </p:pic>
      <p:pic>
        <p:nvPicPr>
          <p:cNvPr id="12" name="Picture 11">
            <a:extLst>
              <a:ext uri="{FF2B5EF4-FFF2-40B4-BE49-F238E27FC236}">
                <a16:creationId xmlns:a16="http://schemas.microsoft.com/office/drawing/2014/main" id="{80588210-760E-AF51-ABBE-226121AE4DE3}"/>
              </a:ext>
            </a:extLst>
          </p:cNvPr>
          <p:cNvPicPr>
            <a:picLocks noChangeAspect="1"/>
          </p:cNvPicPr>
          <p:nvPr/>
        </p:nvPicPr>
        <p:blipFill>
          <a:blip r:embed="rId4"/>
          <a:stretch>
            <a:fillRect/>
          </a:stretch>
        </p:blipFill>
        <p:spPr>
          <a:xfrm>
            <a:off x="9034356" y="1237687"/>
            <a:ext cx="2528427" cy="1542062"/>
          </a:xfrm>
          <a:prstGeom prst="rect">
            <a:avLst/>
          </a:prstGeom>
        </p:spPr>
      </p:pic>
      <p:sp>
        <p:nvSpPr>
          <p:cNvPr id="13" name="Content Placeholder 2">
            <a:extLst>
              <a:ext uri="{FF2B5EF4-FFF2-40B4-BE49-F238E27FC236}">
                <a16:creationId xmlns:a16="http://schemas.microsoft.com/office/drawing/2014/main" id="{79679A8F-162C-F91D-8024-6AA5FCAEC1FB}"/>
              </a:ext>
            </a:extLst>
          </p:cNvPr>
          <p:cNvSpPr txBox="1">
            <a:spLocks/>
          </p:cNvSpPr>
          <p:nvPr/>
        </p:nvSpPr>
        <p:spPr>
          <a:xfrm>
            <a:off x="8908901" y="2802059"/>
            <a:ext cx="2703068" cy="329867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LD R1, </a:t>
            </a:r>
            <a:r>
              <a:rPr lang="en-US" sz="2800" dirty="0" err="1">
                <a:latin typeface="Times New Roman" panose="02020603050405020304" pitchFamily="18" charset="0"/>
                <a:cs typeface="Times New Roman" panose="02020603050405020304" pitchFamily="18" charset="0"/>
              </a:rPr>
              <a:t>i</a:t>
            </a:r>
            <a:endParaRPr lang="en-US" sz="2800" dirty="0">
              <a:latin typeface="Times New Roman" panose="02020603050405020304" pitchFamily="18" charset="0"/>
              <a:cs typeface="Times New Roman" panose="02020603050405020304" pitchFamily="18" charset="0"/>
            </a:endParaRP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MUL R1, R1, 4</a:t>
            </a: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LD R2, a(R1)</a:t>
            </a: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ST x, R2</a:t>
            </a: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LD R3, b(R2)</a:t>
            </a: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ST y, R3</a:t>
            </a: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ST a(R1), R3</a:t>
            </a:r>
          </a:p>
          <a:p>
            <a:pPr marL="2286000"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2286000"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2286000" lvl="5" indent="0">
              <a:buFont typeface="Arial" panose="020B0604020202020204" pitchFamily="34" charse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4857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124D2-D1D1-428B-69CD-F7CBF6C00394}"/>
              </a:ext>
            </a:extLst>
          </p:cNvPr>
          <p:cNvSpPr>
            <a:spLocks noGrp="1"/>
          </p:cNvSpPr>
          <p:nvPr>
            <p:ph type="title"/>
          </p:nvPr>
        </p:nvSpPr>
        <p:spPr>
          <a:xfrm>
            <a:off x="199696" y="88031"/>
            <a:ext cx="11873345" cy="794837"/>
          </a:xfrm>
        </p:spPr>
        <p:txBody>
          <a:bodyPr>
            <a:noAutofit/>
          </a:bodyPr>
          <a:lstStyle/>
          <a:p>
            <a:r>
              <a:rPr lang="en-US" sz="2800" b="0" i="0" u="none" strike="noStrike" baseline="0" dirty="0">
                <a:latin typeface="Times New Roman" panose="02020603050405020304" pitchFamily="18" charset="0"/>
              </a:rPr>
              <a:t>Generate code for the following three-address sequence assuming that </a:t>
            </a:r>
            <a:r>
              <a:rPr lang="en-US" sz="2800" b="0" i="0" u="none" strike="noStrike" baseline="0" dirty="0" err="1">
                <a:latin typeface="Times New Roman" panose="02020603050405020304" pitchFamily="18" charset="0"/>
              </a:rPr>
              <a:t>i</a:t>
            </a:r>
            <a:r>
              <a:rPr lang="en-US" sz="2800" b="0" i="0" u="none" strike="noStrike" baseline="0" dirty="0">
                <a:latin typeface="Times New Roman" panose="02020603050405020304" pitchFamily="18" charset="0"/>
              </a:rPr>
              <a:t>, n, p, q, x and </a:t>
            </a:r>
            <a:r>
              <a:rPr lang="en-US" sz="2800" dirty="0">
                <a:latin typeface="Times New Roman" panose="02020603050405020304" pitchFamily="18" charset="0"/>
              </a:rPr>
              <a:t>y</a:t>
            </a:r>
            <a:r>
              <a:rPr lang="en-US" sz="2800" b="0" i="0" u="none" strike="noStrike" baseline="0" dirty="0">
                <a:latin typeface="Times New Roman" panose="02020603050405020304" pitchFamily="18" charset="0"/>
              </a:rPr>
              <a:t> are in memory locations:</a:t>
            </a:r>
            <a:endParaRPr lang="en-IN" sz="6000" dirty="0"/>
          </a:p>
        </p:txBody>
      </p:sp>
      <p:sp>
        <p:nvSpPr>
          <p:cNvPr id="3" name="Content Placeholder 2">
            <a:extLst>
              <a:ext uri="{FF2B5EF4-FFF2-40B4-BE49-F238E27FC236}">
                <a16:creationId xmlns:a16="http://schemas.microsoft.com/office/drawing/2014/main" id="{4B29A7A9-ADBA-FF3D-1238-B321AF2D4D06}"/>
              </a:ext>
            </a:extLst>
          </p:cNvPr>
          <p:cNvSpPr>
            <a:spLocks noGrp="1"/>
          </p:cNvSpPr>
          <p:nvPr>
            <p:ph idx="1"/>
          </p:nvPr>
        </p:nvSpPr>
        <p:spPr>
          <a:xfrm>
            <a:off x="520393" y="2522483"/>
            <a:ext cx="3316015" cy="4335517"/>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LD R1, q</a:t>
            </a:r>
          </a:p>
          <a:p>
            <a:pPr marL="0" indent="0">
              <a:buNone/>
            </a:pPr>
            <a:r>
              <a:rPr lang="en-IN" sz="2400" dirty="0">
                <a:latin typeface="Times New Roman" panose="02020603050405020304" pitchFamily="18" charset="0"/>
                <a:cs typeface="Times New Roman" panose="02020603050405020304" pitchFamily="18" charset="0"/>
              </a:rPr>
              <a:t>LD R2, 0(R1)</a:t>
            </a:r>
          </a:p>
          <a:p>
            <a:pPr marL="0" indent="0">
              <a:buNone/>
            </a:pPr>
            <a:r>
              <a:rPr lang="en-IN" sz="2400" dirty="0">
                <a:latin typeface="Times New Roman" panose="02020603050405020304" pitchFamily="18" charset="0"/>
                <a:cs typeface="Times New Roman" panose="02020603050405020304" pitchFamily="18" charset="0"/>
              </a:rPr>
              <a:t>ST y, R2</a:t>
            </a:r>
          </a:p>
          <a:p>
            <a:pPr marL="0" indent="0">
              <a:buNone/>
            </a:pPr>
            <a:r>
              <a:rPr lang="en-IN" sz="2400" dirty="0">
                <a:latin typeface="Times New Roman" panose="02020603050405020304" pitchFamily="18" charset="0"/>
                <a:cs typeface="Times New Roman" panose="02020603050405020304" pitchFamily="18" charset="0"/>
              </a:rPr>
              <a:t>ADD R1, R1, #4</a:t>
            </a:r>
          </a:p>
          <a:p>
            <a:pPr marL="0" indent="0">
              <a:buNone/>
            </a:pPr>
            <a:r>
              <a:rPr lang="en-IN" sz="2400" dirty="0">
                <a:latin typeface="Times New Roman" panose="02020603050405020304" pitchFamily="18" charset="0"/>
                <a:cs typeface="Times New Roman" panose="02020603050405020304" pitchFamily="18" charset="0"/>
              </a:rPr>
              <a:t>ST q, R1</a:t>
            </a:r>
          </a:p>
          <a:p>
            <a:pPr marL="0" indent="0">
              <a:buNone/>
            </a:pPr>
            <a:r>
              <a:rPr lang="en-IN" sz="2400" dirty="0">
                <a:latin typeface="Times New Roman" panose="02020603050405020304" pitchFamily="18" charset="0"/>
                <a:cs typeface="Times New Roman" panose="02020603050405020304" pitchFamily="18" charset="0"/>
              </a:rPr>
              <a:t>LD R3, y</a:t>
            </a:r>
          </a:p>
          <a:p>
            <a:pPr marL="0" indent="0">
              <a:buNone/>
            </a:pPr>
            <a:r>
              <a:rPr lang="en-IN" sz="2400" dirty="0">
                <a:latin typeface="Times New Roman" panose="02020603050405020304" pitchFamily="18" charset="0"/>
                <a:cs typeface="Times New Roman" panose="02020603050405020304" pitchFamily="18" charset="0"/>
              </a:rPr>
              <a:t>LD R4, p</a:t>
            </a:r>
          </a:p>
          <a:p>
            <a:pPr marL="0" indent="0">
              <a:buNone/>
            </a:pPr>
            <a:r>
              <a:rPr lang="en-IN" sz="2400" dirty="0">
                <a:latin typeface="Times New Roman" panose="02020603050405020304" pitchFamily="18" charset="0"/>
                <a:cs typeface="Times New Roman" panose="02020603050405020304" pitchFamily="18" charset="0"/>
              </a:rPr>
              <a:t>ST 0(R4), R3</a:t>
            </a:r>
          </a:p>
          <a:p>
            <a:pPr marL="0" indent="0">
              <a:buNone/>
            </a:pPr>
            <a:r>
              <a:rPr lang="en-IN" sz="2400" dirty="0">
                <a:latin typeface="Times New Roman" panose="02020603050405020304" pitchFamily="18" charset="0"/>
                <a:cs typeface="Times New Roman" panose="02020603050405020304" pitchFamily="18" charset="0"/>
              </a:rPr>
              <a:t>ADD R4, R4, #4</a:t>
            </a:r>
          </a:p>
          <a:p>
            <a:pPr marL="0" indent="0">
              <a:buNone/>
            </a:pPr>
            <a:r>
              <a:rPr lang="en-IN" sz="2400" dirty="0">
                <a:latin typeface="Times New Roman" panose="02020603050405020304" pitchFamily="18" charset="0"/>
                <a:cs typeface="Times New Roman" panose="02020603050405020304" pitchFamily="18" charset="0"/>
              </a:rPr>
              <a:t>ST p, R4</a:t>
            </a:r>
          </a:p>
        </p:txBody>
      </p:sp>
      <p:pic>
        <p:nvPicPr>
          <p:cNvPr id="7" name="Picture 6">
            <a:extLst>
              <a:ext uri="{FF2B5EF4-FFF2-40B4-BE49-F238E27FC236}">
                <a16:creationId xmlns:a16="http://schemas.microsoft.com/office/drawing/2014/main" id="{DA5C7477-08B6-68B4-04EC-86402B669486}"/>
              </a:ext>
            </a:extLst>
          </p:cNvPr>
          <p:cNvPicPr>
            <a:picLocks noChangeAspect="1"/>
          </p:cNvPicPr>
          <p:nvPr/>
        </p:nvPicPr>
        <p:blipFill>
          <a:blip r:embed="rId2"/>
          <a:stretch>
            <a:fillRect/>
          </a:stretch>
        </p:blipFill>
        <p:spPr>
          <a:xfrm>
            <a:off x="520393" y="882868"/>
            <a:ext cx="2131500" cy="1639615"/>
          </a:xfrm>
          <a:prstGeom prst="rect">
            <a:avLst/>
          </a:prstGeom>
        </p:spPr>
      </p:pic>
      <p:grpSp>
        <p:nvGrpSpPr>
          <p:cNvPr id="10" name="Group 9">
            <a:extLst>
              <a:ext uri="{FF2B5EF4-FFF2-40B4-BE49-F238E27FC236}">
                <a16:creationId xmlns:a16="http://schemas.microsoft.com/office/drawing/2014/main" id="{00CB0D20-11CA-4E52-AAD4-22EBBAB5589E}"/>
              </a:ext>
            </a:extLst>
          </p:cNvPr>
          <p:cNvGrpSpPr/>
          <p:nvPr/>
        </p:nvGrpSpPr>
        <p:grpSpPr>
          <a:xfrm>
            <a:off x="3789949" y="882868"/>
            <a:ext cx="7543074" cy="5975132"/>
            <a:chOff x="3789949" y="882868"/>
            <a:chExt cx="7543074" cy="5975132"/>
          </a:xfrm>
        </p:grpSpPr>
        <p:sp>
          <p:nvSpPr>
            <p:cNvPr id="4" name="Content Placeholder 2">
              <a:extLst>
                <a:ext uri="{FF2B5EF4-FFF2-40B4-BE49-F238E27FC236}">
                  <a16:creationId xmlns:a16="http://schemas.microsoft.com/office/drawing/2014/main" id="{F88E1481-82CC-1347-CDED-6DA647F696EB}"/>
                </a:ext>
              </a:extLst>
            </p:cNvPr>
            <p:cNvSpPr txBox="1">
              <a:spLocks/>
            </p:cNvSpPr>
            <p:nvPr/>
          </p:nvSpPr>
          <p:spPr>
            <a:xfrm>
              <a:off x="3789949" y="970899"/>
              <a:ext cx="3316015" cy="58871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dirty="0">
                  <a:latin typeface="Times New Roman" panose="02020603050405020304" pitchFamily="18" charset="0"/>
                  <a:cs typeface="Times New Roman" panose="02020603050405020304" pitchFamily="18" charset="0"/>
                </a:rPr>
                <a:t>if ( x &lt; y )</a:t>
              </a:r>
            </a:p>
            <a:p>
              <a:pPr marL="0" indent="0">
                <a:buFont typeface="Arial" panose="020B0604020202020204" pitchFamily="34" charset="0"/>
                <a:buNone/>
              </a:pPr>
              <a:r>
                <a:rPr lang="en-US" sz="2600" dirty="0">
                  <a:latin typeface="Times New Roman" panose="02020603050405020304" pitchFamily="18" charset="0"/>
                  <a:cs typeface="Times New Roman" panose="02020603050405020304" pitchFamily="18" charset="0"/>
                </a:rPr>
                <a:t>   x = y;</a:t>
              </a:r>
            </a:p>
            <a:p>
              <a:pPr marL="0" indent="0">
                <a:buFont typeface="Arial" panose="020B0604020202020204" pitchFamily="34" charset="0"/>
                <a:buNone/>
              </a:pPr>
              <a:r>
                <a:rPr lang="en-US" sz="2600" dirty="0">
                  <a:latin typeface="Times New Roman" panose="02020603050405020304" pitchFamily="18" charset="0"/>
                  <a:cs typeface="Times New Roman" panose="02020603050405020304" pitchFamily="18" charset="0"/>
                </a:rPr>
                <a:t>else</a:t>
              </a:r>
            </a:p>
            <a:p>
              <a:pPr marL="0" indent="0">
                <a:buFont typeface="Arial" panose="020B0604020202020204" pitchFamily="34" charset="0"/>
                <a:buNone/>
              </a:pPr>
              <a:r>
                <a:rPr lang="en-US" sz="2600" dirty="0">
                  <a:latin typeface="Times New Roman" panose="02020603050405020304" pitchFamily="18" charset="0"/>
                  <a:cs typeface="Times New Roman" panose="02020603050405020304" pitchFamily="18" charset="0"/>
                </a:rPr>
                <a:t>   x = z;</a:t>
              </a:r>
            </a:p>
            <a:p>
              <a:pPr marL="0" indent="0">
                <a:buFont typeface="Arial" panose="020B0604020202020204" pitchFamily="34" charset="0"/>
                <a:buNone/>
              </a:pPr>
              <a:endParaRPr lang="en-US" sz="26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2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E97D9A96-AE66-3072-3903-D30F8D6823AB}"/>
                </a:ext>
              </a:extLst>
            </p:cNvPr>
            <p:cNvSpPr txBox="1">
              <a:spLocks/>
            </p:cNvSpPr>
            <p:nvPr/>
          </p:nvSpPr>
          <p:spPr>
            <a:xfrm>
              <a:off x="6270171" y="882868"/>
              <a:ext cx="2476689" cy="55230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pl-PL" dirty="0">
                  <a:latin typeface="Times New Roman" panose="02020603050405020304" pitchFamily="18" charset="0"/>
                  <a:cs typeface="Times New Roman" panose="02020603050405020304" pitchFamily="18" charset="0"/>
                </a:rPr>
                <a:t>if x &lt; y goto L1</a:t>
              </a:r>
            </a:p>
            <a:p>
              <a:pPr marL="0" indent="0">
                <a:buFont typeface="Arial" panose="020B0604020202020204" pitchFamily="34" charset="0"/>
                <a:buNone/>
              </a:pPr>
              <a:r>
                <a:rPr lang="pl-PL" dirty="0">
                  <a:latin typeface="Times New Roman" panose="02020603050405020304" pitchFamily="18" charset="0"/>
                  <a:cs typeface="Times New Roman" panose="02020603050405020304" pitchFamily="18" charset="0"/>
                </a:rPr>
                <a:t>x = z</a:t>
              </a:r>
            </a:p>
            <a:p>
              <a:pPr marL="0" indent="0">
                <a:buFont typeface="Arial" panose="020B0604020202020204" pitchFamily="34" charset="0"/>
                <a:buNone/>
              </a:pPr>
              <a:r>
                <a:rPr lang="pl-PL" dirty="0">
                  <a:latin typeface="Times New Roman" panose="02020603050405020304" pitchFamily="18" charset="0"/>
                  <a:cs typeface="Times New Roman" panose="02020603050405020304" pitchFamily="18" charset="0"/>
                </a:rPr>
                <a:t>goto L2</a:t>
              </a:r>
            </a:p>
            <a:p>
              <a:pPr marL="0" indent="0">
                <a:buFont typeface="Arial" panose="020B0604020202020204" pitchFamily="34" charset="0"/>
                <a:buNone/>
              </a:pPr>
              <a:r>
                <a:rPr lang="pl-PL" dirty="0">
                  <a:latin typeface="Times New Roman" panose="02020603050405020304" pitchFamily="18" charset="0"/>
                  <a:cs typeface="Times New Roman" panose="02020603050405020304" pitchFamily="18" charset="0"/>
                </a:rPr>
                <a:t>L1: x = y</a:t>
              </a:r>
            </a:p>
            <a:p>
              <a:pPr marL="0" indent="0">
                <a:buFont typeface="Arial" panose="020B0604020202020204" pitchFamily="34" charset="0"/>
                <a:buNone/>
              </a:pPr>
              <a:r>
                <a:rPr lang="pl-PL" dirty="0">
                  <a:latin typeface="Times New Roman" panose="02020603050405020304" pitchFamily="18" charset="0"/>
                  <a:cs typeface="Times New Roman" panose="02020603050405020304" pitchFamily="18" charset="0"/>
                </a:rPr>
                <a:t>L2:</a:t>
              </a:r>
              <a:endParaRPr lang="en-US" dirty="0">
                <a:latin typeface="Times New Roman" panose="02020603050405020304" pitchFamily="18" charset="0"/>
                <a:cs typeface="Times New Roman" panose="02020603050405020304" pitchFamily="18" charset="0"/>
              </a:endParaRPr>
            </a:p>
            <a:p>
              <a:endParaRPr lang="en-IN" dirty="0"/>
            </a:p>
          </p:txBody>
        </p:sp>
        <p:sp>
          <p:nvSpPr>
            <p:cNvPr id="5" name="Arrow: Right 4">
              <a:extLst>
                <a:ext uri="{FF2B5EF4-FFF2-40B4-BE49-F238E27FC236}">
                  <a16:creationId xmlns:a16="http://schemas.microsoft.com/office/drawing/2014/main" id="{D02796E0-E459-592A-8ECD-3029827657BC}"/>
                </a:ext>
              </a:extLst>
            </p:cNvPr>
            <p:cNvSpPr/>
            <p:nvPr/>
          </p:nvSpPr>
          <p:spPr>
            <a:xfrm>
              <a:off x="5265683" y="1891862"/>
              <a:ext cx="702225" cy="2364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Content Placeholder 2">
              <a:extLst>
                <a:ext uri="{FF2B5EF4-FFF2-40B4-BE49-F238E27FC236}">
                  <a16:creationId xmlns:a16="http://schemas.microsoft.com/office/drawing/2014/main" id="{32EA23E6-9895-5618-AF15-ECDE232C124E}"/>
                </a:ext>
              </a:extLst>
            </p:cNvPr>
            <p:cNvSpPr txBox="1">
              <a:spLocks/>
            </p:cNvSpPr>
            <p:nvPr/>
          </p:nvSpPr>
          <p:spPr>
            <a:xfrm>
              <a:off x="8856334" y="882868"/>
              <a:ext cx="2476689" cy="55230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MOV	R1, x</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MOV  R2, y</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CMP R1, R2</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BLTZ    L1</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MOV R3, z</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ST x, R3</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BR L2</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L1: ST X, R2</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L2:</a:t>
              </a: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endParaRPr lang="en-IN" sz="2400" dirty="0"/>
            </a:p>
          </p:txBody>
        </p:sp>
        <p:sp>
          <p:nvSpPr>
            <p:cNvPr id="9" name="Arrow: Right 8">
              <a:extLst>
                <a:ext uri="{FF2B5EF4-FFF2-40B4-BE49-F238E27FC236}">
                  <a16:creationId xmlns:a16="http://schemas.microsoft.com/office/drawing/2014/main" id="{0D96BE11-C9D0-98D4-4297-F5683179FBBB}"/>
                </a:ext>
              </a:extLst>
            </p:cNvPr>
            <p:cNvSpPr/>
            <p:nvPr/>
          </p:nvSpPr>
          <p:spPr>
            <a:xfrm>
              <a:off x="7845982" y="1933900"/>
              <a:ext cx="702225" cy="2364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937468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52B51F-AD3D-3C12-A624-FF78FD87B8ED}"/>
              </a:ext>
            </a:extLst>
          </p:cNvPr>
          <p:cNvSpPr>
            <a:spLocks noGrp="1"/>
          </p:cNvSpPr>
          <p:nvPr>
            <p:ph idx="1"/>
          </p:nvPr>
        </p:nvSpPr>
        <p:spPr>
          <a:xfrm>
            <a:off x="159328" y="332508"/>
            <a:ext cx="3718990" cy="5989463"/>
          </a:xfrm>
        </p:spPr>
        <p:txBody>
          <a:bodyPr/>
          <a:lstStyle/>
          <a:p>
            <a:pPr marL="0" indent="0">
              <a:buNone/>
            </a:pPr>
            <a:r>
              <a:rPr lang="nn-NO" b="0" i="0" dirty="0">
                <a:solidFill>
                  <a:srgbClr val="111111"/>
                </a:solidFill>
                <a:effectLst/>
                <a:latin typeface="Times New Roman" panose="02020603050405020304" pitchFamily="18" charset="0"/>
                <a:cs typeface="Times New Roman" panose="02020603050405020304" pitchFamily="18" charset="0"/>
              </a:rPr>
              <a:t>while (i &lt; n) </a:t>
            </a:r>
          </a:p>
          <a:p>
            <a:pPr marL="0" indent="0">
              <a:buNone/>
            </a:pPr>
            <a:r>
              <a:rPr lang="nn-NO" dirty="0">
                <a:solidFill>
                  <a:srgbClr val="111111"/>
                </a:solidFill>
                <a:latin typeface="Times New Roman" panose="02020603050405020304" pitchFamily="18" charset="0"/>
                <a:cs typeface="Times New Roman" panose="02020603050405020304" pitchFamily="18" charset="0"/>
              </a:rPr>
              <a:t>{   </a:t>
            </a:r>
            <a:r>
              <a:rPr lang="nn-NO" b="0" i="0" dirty="0">
                <a:solidFill>
                  <a:srgbClr val="111111"/>
                </a:solidFill>
                <a:effectLst/>
                <a:latin typeface="Times New Roman" panose="02020603050405020304" pitchFamily="18" charset="0"/>
                <a:cs typeface="Times New Roman" panose="02020603050405020304" pitchFamily="18" charset="0"/>
              </a:rPr>
              <a:t>i = i + 1; }</a:t>
            </a:r>
          </a:p>
          <a:p>
            <a:pPr marL="0" indent="0">
              <a:buNone/>
            </a:pPr>
            <a:endParaRPr lang="nn-NO" dirty="0">
              <a:solidFill>
                <a:srgbClr val="111111"/>
              </a:solidFill>
              <a:latin typeface="Times New Roman" panose="02020603050405020304" pitchFamily="18" charset="0"/>
              <a:cs typeface="Times New Roman" panose="02020603050405020304" pitchFamily="18" charset="0"/>
            </a:endParaRPr>
          </a:p>
          <a:p>
            <a:pPr marL="0" indent="0">
              <a:buNone/>
            </a:pPr>
            <a:endParaRPr lang="nn-NO" dirty="0">
              <a:solidFill>
                <a:srgbClr val="111111"/>
              </a:solidFill>
              <a:latin typeface="Times New Roman" panose="02020603050405020304" pitchFamily="18" charset="0"/>
              <a:cs typeface="Times New Roman" panose="02020603050405020304" pitchFamily="18" charset="0"/>
            </a:endParaRPr>
          </a:p>
          <a:p>
            <a:pPr marL="0" indent="0">
              <a:buNone/>
            </a:pPr>
            <a:endParaRPr lang="nn-NO" dirty="0">
              <a:solidFill>
                <a:srgbClr val="111111"/>
              </a:solidFill>
              <a:latin typeface="Times New Roman" panose="02020603050405020304" pitchFamily="18" charset="0"/>
              <a:cs typeface="Times New Roman" panose="02020603050405020304" pitchFamily="18" charset="0"/>
            </a:endParaRPr>
          </a:p>
          <a:p>
            <a:pPr marL="0" indent="0">
              <a:buNone/>
            </a:pPr>
            <a:r>
              <a:rPr lang="nn-NO" dirty="0">
                <a:solidFill>
                  <a:srgbClr val="111111"/>
                </a:solidFill>
                <a:latin typeface="Times New Roman" panose="02020603050405020304" pitchFamily="18" charset="0"/>
                <a:cs typeface="Times New Roman" panose="02020603050405020304" pitchFamily="18" charset="0"/>
              </a:rPr>
              <a:t>L1:</a:t>
            </a:r>
          </a:p>
          <a:p>
            <a:pPr marL="0" indent="0">
              <a:buNone/>
            </a:pPr>
            <a:r>
              <a:rPr lang="nn-NO" dirty="0">
                <a:solidFill>
                  <a:srgbClr val="111111"/>
                </a:solidFill>
                <a:latin typeface="Times New Roman" panose="02020603050405020304" pitchFamily="18" charset="0"/>
                <a:cs typeface="Times New Roman" panose="02020603050405020304" pitchFamily="18" charset="0"/>
              </a:rPr>
              <a:t>     if  i &gt;= n goto L2</a:t>
            </a:r>
          </a:p>
          <a:p>
            <a:pPr marL="0" indent="0">
              <a:buNone/>
            </a:pPr>
            <a:r>
              <a:rPr lang="nn-NO" dirty="0">
                <a:solidFill>
                  <a:srgbClr val="111111"/>
                </a:solidFill>
                <a:latin typeface="Times New Roman" panose="02020603050405020304" pitchFamily="18" charset="0"/>
                <a:cs typeface="Times New Roman" panose="02020603050405020304" pitchFamily="18" charset="0"/>
              </a:rPr>
              <a:t>     i = i + 1</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goto</a:t>
            </a:r>
            <a:r>
              <a:rPr lang="en-IN" dirty="0">
                <a:latin typeface="Times New Roman" panose="02020603050405020304" pitchFamily="18" charset="0"/>
                <a:cs typeface="Times New Roman" panose="02020603050405020304" pitchFamily="18" charset="0"/>
              </a:rPr>
              <a:t> L1</a:t>
            </a:r>
          </a:p>
          <a:p>
            <a:pPr marL="0" indent="0">
              <a:buNone/>
            </a:pPr>
            <a:r>
              <a:rPr lang="en-IN" dirty="0">
                <a:latin typeface="Times New Roman" panose="02020603050405020304" pitchFamily="18" charset="0"/>
                <a:cs typeface="Times New Roman" panose="02020603050405020304" pitchFamily="18" charset="0"/>
              </a:rPr>
              <a:t>L2:</a:t>
            </a:r>
          </a:p>
        </p:txBody>
      </p:sp>
      <p:grpSp>
        <p:nvGrpSpPr>
          <p:cNvPr id="7" name="Group 6">
            <a:extLst>
              <a:ext uri="{FF2B5EF4-FFF2-40B4-BE49-F238E27FC236}">
                <a16:creationId xmlns:a16="http://schemas.microsoft.com/office/drawing/2014/main" id="{481A608D-571C-42FD-201F-43B1ED54D9F5}"/>
              </a:ext>
            </a:extLst>
          </p:cNvPr>
          <p:cNvGrpSpPr/>
          <p:nvPr/>
        </p:nvGrpSpPr>
        <p:grpSpPr>
          <a:xfrm>
            <a:off x="1084208" y="1690522"/>
            <a:ext cx="8246465" cy="4733209"/>
            <a:chOff x="1084208" y="1690522"/>
            <a:chExt cx="8246465" cy="4733209"/>
          </a:xfrm>
        </p:grpSpPr>
        <p:sp>
          <p:nvSpPr>
            <p:cNvPr id="4" name="Arrow: Right 3">
              <a:extLst>
                <a:ext uri="{FF2B5EF4-FFF2-40B4-BE49-F238E27FC236}">
                  <a16:creationId xmlns:a16="http://schemas.microsoft.com/office/drawing/2014/main" id="{C68D8D46-D2A4-36F1-DAFA-4043426605EA}"/>
                </a:ext>
              </a:extLst>
            </p:cNvPr>
            <p:cNvSpPr/>
            <p:nvPr/>
          </p:nvSpPr>
          <p:spPr>
            <a:xfrm rot="5400000">
              <a:off x="851337" y="1923393"/>
              <a:ext cx="702225" cy="2364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1AFD907C-1F8A-CEF6-981C-D53CE4B34687}"/>
                </a:ext>
              </a:extLst>
            </p:cNvPr>
            <p:cNvSpPr/>
            <p:nvPr/>
          </p:nvSpPr>
          <p:spPr>
            <a:xfrm>
              <a:off x="3752188" y="4083269"/>
              <a:ext cx="1371605" cy="3468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ontent Placeholder 2">
              <a:extLst>
                <a:ext uri="{FF2B5EF4-FFF2-40B4-BE49-F238E27FC236}">
                  <a16:creationId xmlns:a16="http://schemas.microsoft.com/office/drawing/2014/main" id="{200DB8BC-3BAA-D09D-10A6-0E61A3777E5F}"/>
                </a:ext>
              </a:extLst>
            </p:cNvPr>
            <p:cNvSpPr txBox="1">
              <a:spLocks/>
            </p:cNvSpPr>
            <p:nvPr/>
          </p:nvSpPr>
          <p:spPr>
            <a:xfrm>
              <a:off x="5611683" y="1954924"/>
              <a:ext cx="3718990" cy="44688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rgbClr val="111111"/>
                  </a:solidFill>
                  <a:latin typeface="Times New Roman" panose="02020603050405020304" pitchFamily="18" charset="0"/>
                  <a:cs typeface="Times New Roman" panose="02020603050405020304" pitchFamily="18" charset="0"/>
                </a:rPr>
                <a:t>L1:</a:t>
              </a:r>
            </a:p>
            <a:p>
              <a:pPr marL="0" indent="0">
                <a:buFont typeface="Arial" panose="020B0604020202020204" pitchFamily="34" charset="0"/>
                <a:buNone/>
              </a:pPr>
              <a:r>
                <a:rPr lang="en-US" sz="2400" dirty="0">
                  <a:solidFill>
                    <a:srgbClr val="111111"/>
                  </a:solidFill>
                  <a:latin typeface="Times New Roman" panose="02020603050405020304" pitchFamily="18" charset="0"/>
                  <a:cs typeface="Times New Roman" panose="02020603050405020304" pitchFamily="18" charset="0"/>
                </a:rPr>
                <a:t>      MOV R1, </a:t>
              </a:r>
              <a:r>
                <a:rPr lang="en-US" sz="2400" dirty="0" err="1">
                  <a:solidFill>
                    <a:srgbClr val="111111"/>
                  </a:solidFill>
                  <a:latin typeface="Times New Roman" panose="02020603050405020304" pitchFamily="18" charset="0"/>
                  <a:cs typeface="Times New Roman" panose="02020603050405020304" pitchFamily="18" charset="0"/>
                </a:rPr>
                <a:t>i</a:t>
              </a:r>
              <a:endParaRPr lang="en-US" sz="2400" dirty="0">
                <a:solidFill>
                  <a:srgbClr val="111111"/>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MOV R2, n</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CMP R1, R2</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BGTE L2</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ADD R1, R1, #1</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ST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R1</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BR L1</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L2:</a:t>
              </a:r>
            </a:p>
            <a:p>
              <a:pPr marL="0" indent="0">
                <a:buFont typeface="Arial" panose="020B0604020202020204" pitchFamily="34" charset="0"/>
                <a:buNone/>
              </a:pPr>
              <a:endParaRPr lang="en-IN"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24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139279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E5563-C5BF-6D82-A753-CAE1CF1B0AE7}"/>
              </a:ext>
            </a:extLst>
          </p:cNvPr>
          <p:cNvSpPr>
            <a:spLocks noGrp="1"/>
          </p:cNvSpPr>
          <p:nvPr>
            <p:ph type="title"/>
          </p:nvPr>
        </p:nvSpPr>
        <p:spPr>
          <a:xfrm>
            <a:off x="331076" y="88031"/>
            <a:ext cx="11022724" cy="909493"/>
          </a:xfrm>
        </p:spPr>
        <p:txBody>
          <a:bodyPr>
            <a:normAutofit/>
          </a:bodyPr>
          <a:lstStyle/>
          <a:p>
            <a:r>
              <a:rPr lang="en-US" dirty="0">
                <a:latin typeface="Times New Roman" panose="02020603050405020304" pitchFamily="18" charset="0"/>
              </a:rPr>
              <a:t>Basic Blocks and Flow Graphs</a:t>
            </a:r>
            <a:endParaRPr lang="en-IN" dirty="0"/>
          </a:p>
        </p:txBody>
      </p:sp>
      <p:sp>
        <p:nvSpPr>
          <p:cNvPr id="3" name="Content Placeholder 2">
            <a:extLst>
              <a:ext uri="{FF2B5EF4-FFF2-40B4-BE49-F238E27FC236}">
                <a16:creationId xmlns:a16="http://schemas.microsoft.com/office/drawing/2014/main" id="{809473F2-2D9E-95BD-7FFF-D1667BF58698}"/>
              </a:ext>
            </a:extLst>
          </p:cNvPr>
          <p:cNvSpPr>
            <a:spLocks noGrp="1"/>
          </p:cNvSpPr>
          <p:nvPr>
            <p:ph idx="1"/>
          </p:nvPr>
        </p:nvSpPr>
        <p:spPr>
          <a:xfrm>
            <a:off x="152399" y="1246909"/>
            <a:ext cx="11873345" cy="5523060"/>
          </a:xfrm>
        </p:spPr>
        <p:txBody>
          <a:bodyPr>
            <a:normAutofit lnSpcReduction="10000"/>
          </a:bodyPr>
          <a:lstStyle/>
          <a:p>
            <a:pPr algn="l"/>
            <a:r>
              <a:rPr lang="en-US" sz="3200" b="0" i="0" u="none" strike="noStrike" baseline="0" dirty="0">
                <a:latin typeface="Times New Roman" panose="02020603050405020304" pitchFamily="18" charset="0"/>
              </a:rPr>
              <a:t>A graph representation of intermediate code that is helpful for discussing code generation even if the graph is not constructed explicitly by a code-generation algorithm. </a:t>
            </a:r>
          </a:p>
          <a:p>
            <a:pPr algn="l"/>
            <a:r>
              <a:rPr lang="en-US" sz="3200" b="0" i="0" u="none" strike="noStrike" baseline="0" dirty="0">
                <a:latin typeface="Times New Roman" panose="02020603050405020304" pitchFamily="18" charset="0"/>
              </a:rPr>
              <a:t>The representation is constructed as follows:</a:t>
            </a:r>
          </a:p>
          <a:p>
            <a:pPr marL="342900" indent="-342900" algn="l">
              <a:buFont typeface="+mj-lt"/>
              <a:buAutoNum type="arabicPeriod"/>
            </a:pPr>
            <a:r>
              <a:rPr lang="en-US" sz="3200" b="0" i="0" u="none" strike="noStrike" baseline="0" dirty="0">
                <a:latin typeface="Times New Roman" panose="02020603050405020304" pitchFamily="18" charset="0"/>
              </a:rPr>
              <a:t>Partition the intermediate code into basic blocks, which are maximal sequences of consecutive three-address instructions with the properties that</a:t>
            </a:r>
          </a:p>
          <a:p>
            <a:pPr lvl="1"/>
            <a:r>
              <a:rPr lang="en-US" b="0" i="0" u="none" strike="noStrike" baseline="0" dirty="0">
                <a:latin typeface="Times New Roman" panose="02020603050405020304" pitchFamily="18" charset="0"/>
              </a:rPr>
              <a:t>(a) The flow of control can only enter the basic block through the first instruction in the block. That is, there are no jumps into the middle </a:t>
            </a:r>
            <a:r>
              <a:rPr lang="en-IN" b="0" i="0" u="none" strike="noStrike" baseline="0" dirty="0">
                <a:latin typeface="Times New Roman" panose="02020603050405020304" pitchFamily="18" charset="0"/>
              </a:rPr>
              <a:t>of the block.</a:t>
            </a:r>
          </a:p>
          <a:p>
            <a:pPr lvl="1"/>
            <a:r>
              <a:rPr lang="en-US" b="0" i="0" u="none" strike="noStrike" baseline="0" dirty="0">
                <a:latin typeface="Times New Roman" panose="02020603050405020304" pitchFamily="18" charset="0"/>
              </a:rPr>
              <a:t>(b) Control will leave the block without halting or branching, except possibly at the last instruction in the block.</a:t>
            </a:r>
          </a:p>
          <a:p>
            <a:pPr marL="0" indent="0" algn="l">
              <a:buNone/>
            </a:pPr>
            <a:r>
              <a:rPr lang="en-US" sz="3200" b="0" i="0" u="none" strike="noStrike" baseline="0" dirty="0">
                <a:latin typeface="Times New Roman" panose="02020603050405020304" pitchFamily="18" charset="0"/>
              </a:rPr>
              <a:t>2. The basic blocks become the nodes of a flow graph, whose edges indicate which blocks can follow which other blocks.</a:t>
            </a:r>
            <a:endParaRPr lang="en-IN" sz="4400" dirty="0"/>
          </a:p>
        </p:txBody>
      </p:sp>
    </p:spTree>
    <p:extLst>
      <p:ext uri="{BB962C8B-B14F-4D97-AF65-F5344CB8AC3E}">
        <p14:creationId xmlns:p14="http://schemas.microsoft.com/office/powerpoint/2010/main" val="3141000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AA85-E602-731B-A807-699D0E3E5A43}"/>
              </a:ext>
            </a:extLst>
          </p:cNvPr>
          <p:cNvSpPr>
            <a:spLocks noGrp="1"/>
          </p:cNvSpPr>
          <p:nvPr>
            <p:ph type="title"/>
          </p:nvPr>
        </p:nvSpPr>
        <p:spPr>
          <a:xfrm>
            <a:off x="0" y="88031"/>
            <a:ext cx="11761076" cy="909493"/>
          </a:xfrm>
        </p:spPr>
        <p:txBody>
          <a:bodyPr>
            <a:noAutofit/>
          </a:bodyPr>
          <a:lstStyle/>
          <a:p>
            <a:r>
              <a:rPr lang="en-US" sz="4000" dirty="0"/>
              <a:t>Algorithm: </a:t>
            </a:r>
            <a:r>
              <a:rPr lang="en-US" sz="4000" b="0" i="0" u="none" strike="noStrike" baseline="0" dirty="0">
                <a:latin typeface="Times New Roman" panose="02020603050405020304" pitchFamily="18" charset="0"/>
              </a:rPr>
              <a:t>Partitioning three-address instructions into basic blocks</a:t>
            </a:r>
            <a:endParaRPr lang="en-IN" sz="4000" dirty="0"/>
          </a:p>
        </p:txBody>
      </p:sp>
      <p:sp>
        <p:nvSpPr>
          <p:cNvPr id="3" name="Content Placeholder 2">
            <a:extLst>
              <a:ext uri="{FF2B5EF4-FFF2-40B4-BE49-F238E27FC236}">
                <a16:creationId xmlns:a16="http://schemas.microsoft.com/office/drawing/2014/main" id="{0E416134-E858-8A8C-CFEB-5EFEFF6B5D0B}"/>
              </a:ext>
            </a:extLst>
          </p:cNvPr>
          <p:cNvSpPr>
            <a:spLocks noGrp="1"/>
          </p:cNvSpPr>
          <p:nvPr>
            <p:ph idx="1"/>
          </p:nvPr>
        </p:nvSpPr>
        <p:spPr>
          <a:xfrm>
            <a:off x="152399" y="1246909"/>
            <a:ext cx="11873345" cy="5523060"/>
          </a:xfrm>
        </p:spPr>
        <p:txBody>
          <a:bodyPr>
            <a:noAutofit/>
          </a:bodyPr>
          <a:lstStyle/>
          <a:p>
            <a:pPr marL="0" indent="0" algn="l">
              <a:buNone/>
            </a:pPr>
            <a:r>
              <a:rPr lang="en-US" sz="2400" b="0" i="0" u="none" strike="noStrike" baseline="0" dirty="0">
                <a:latin typeface="Times New Roman" panose="02020603050405020304" pitchFamily="18" charset="0"/>
              </a:rPr>
              <a:t>INPUT: </a:t>
            </a:r>
            <a:r>
              <a:rPr lang="en-US" sz="2400" b="1" i="0" u="none" strike="noStrike" baseline="0" dirty="0">
                <a:latin typeface="Times New Roman" panose="02020603050405020304" pitchFamily="18" charset="0"/>
              </a:rPr>
              <a:t>A </a:t>
            </a:r>
            <a:r>
              <a:rPr lang="en-US" sz="2400" b="0" i="0" u="none" strike="noStrike" baseline="0" dirty="0">
                <a:latin typeface="Times New Roman" panose="02020603050405020304" pitchFamily="18" charset="0"/>
              </a:rPr>
              <a:t>sequence of three-address instructions.</a:t>
            </a:r>
          </a:p>
          <a:p>
            <a:pPr marL="0" indent="0" algn="l">
              <a:buNone/>
            </a:pPr>
            <a:r>
              <a:rPr lang="en-US" sz="2400" b="0" i="0" u="none" strike="noStrike" baseline="0" dirty="0">
                <a:latin typeface="Times New Roman" panose="02020603050405020304" pitchFamily="18" charset="0"/>
              </a:rPr>
              <a:t>OUTPUT: A list of the basic blocks for that sequence in which each instruction  is assigned to exactly one basic block.</a:t>
            </a:r>
          </a:p>
          <a:p>
            <a:pPr marL="0" indent="0" algn="l">
              <a:buNone/>
            </a:pPr>
            <a:r>
              <a:rPr lang="en-US" sz="2400" b="0" i="0" u="none" strike="noStrike" baseline="0" dirty="0">
                <a:latin typeface="Times New Roman" panose="02020603050405020304" pitchFamily="18" charset="0"/>
              </a:rPr>
              <a:t>METHOD: First, determine those instructions in the intermediate code that are leaders, that is, the first instructions in some basic block. </a:t>
            </a:r>
          </a:p>
          <a:p>
            <a:pPr algn="l"/>
            <a:r>
              <a:rPr lang="en-US" sz="2400" b="0" i="0" u="none" strike="noStrike" baseline="0" dirty="0">
                <a:latin typeface="Times New Roman" panose="02020603050405020304" pitchFamily="18" charset="0"/>
              </a:rPr>
              <a:t>The instruction just past the end of the intermediate program is not included as a leader. </a:t>
            </a:r>
          </a:p>
          <a:p>
            <a:pPr algn="l"/>
            <a:r>
              <a:rPr lang="en-US" sz="2400" b="0" i="0" u="none" strike="noStrike" baseline="0" dirty="0">
                <a:latin typeface="Times New Roman" panose="02020603050405020304" pitchFamily="18" charset="0"/>
              </a:rPr>
              <a:t>The rules for finding leaders are:</a:t>
            </a:r>
          </a:p>
          <a:p>
            <a:pPr marL="342900" indent="-342900" algn="l">
              <a:buFont typeface="+mj-lt"/>
              <a:buAutoNum type="arabicPeriod"/>
            </a:pPr>
            <a:r>
              <a:rPr lang="en-US" sz="2400" b="0" i="0" u="none" strike="noStrike" baseline="0" dirty="0">
                <a:latin typeface="Times New Roman" panose="02020603050405020304" pitchFamily="18" charset="0"/>
              </a:rPr>
              <a:t>The first three-address instruction in the intermediate code is a leader.</a:t>
            </a:r>
          </a:p>
          <a:p>
            <a:pPr marL="0" indent="0" algn="l">
              <a:buNone/>
            </a:pPr>
            <a:r>
              <a:rPr lang="en-US" sz="2400" b="0" i="0" u="none" strike="noStrike" baseline="0" dirty="0">
                <a:latin typeface="Times New Roman" panose="02020603050405020304" pitchFamily="18" charset="0"/>
              </a:rPr>
              <a:t>2.   Any instruction that is the target of a conditional or unconditional jump </a:t>
            </a:r>
            <a:r>
              <a:rPr lang="en-IN" sz="2400" b="0" i="0" u="none" strike="noStrike" baseline="0" dirty="0">
                <a:latin typeface="Times New Roman" panose="02020603050405020304" pitchFamily="18" charset="0"/>
              </a:rPr>
              <a:t>is a leader.</a:t>
            </a:r>
          </a:p>
          <a:p>
            <a:pPr marL="514350" indent="-514350" algn="l">
              <a:buAutoNum type="arabicPeriod" startAt="3"/>
            </a:pPr>
            <a:r>
              <a:rPr lang="en-US" sz="2400" b="0" i="0" u="none" strike="noStrike" baseline="0" dirty="0">
                <a:latin typeface="Times New Roman" panose="02020603050405020304" pitchFamily="18" charset="0"/>
              </a:rPr>
              <a:t>Any instruction that immediately follows a conditional or unconditional </a:t>
            </a:r>
            <a:r>
              <a:rPr lang="en-IN" sz="2400" b="0" i="0" u="none" strike="noStrike" baseline="0" dirty="0">
                <a:latin typeface="Times New Roman" panose="02020603050405020304" pitchFamily="18" charset="0"/>
              </a:rPr>
              <a:t>jump is a leader</a:t>
            </a:r>
          </a:p>
          <a:p>
            <a:pPr algn="l"/>
            <a:r>
              <a:rPr lang="en-US" sz="2400" b="0" i="0" u="none" strike="noStrike" baseline="0" dirty="0">
                <a:latin typeface="Times New Roman" panose="02020603050405020304" pitchFamily="18" charset="0"/>
              </a:rPr>
              <a:t>Then, for each leader, its basic block consists of itself and all instructions up to but not including the next leader or the end of the intermediate program.</a:t>
            </a:r>
            <a:endParaRPr lang="en-IN" sz="2400" dirty="0"/>
          </a:p>
        </p:txBody>
      </p:sp>
    </p:spTree>
    <p:extLst>
      <p:ext uri="{BB962C8B-B14F-4D97-AF65-F5344CB8AC3E}">
        <p14:creationId xmlns:p14="http://schemas.microsoft.com/office/powerpoint/2010/main" val="1352841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8D05F-26FA-5317-D112-02856D039D29}"/>
              </a:ext>
            </a:extLst>
          </p:cNvPr>
          <p:cNvSpPr>
            <a:spLocks noGrp="1"/>
          </p:cNvSpPr>
          <p:nvPr>
            <p:ph type="title"/>
          </p:nvPr>
        </p:nvSpPr>
        <p:spPr>
          <a:xfrm>
            <a:off x="0" y="119562"/>
            <a:ext cx="10515600" cy="909493"/>
          </a:xfrm>
        </p:spPr>
        <p:txBody>
          <a:bodyPr/>
          <a:lstStyle/>
          <a:p>
            <a:r>
              <a:rPr lang="en-US" dirty="0"/>
              <a:t>Example</a:t>
            </a:r>
            <a:endParaRPr lang="en-IN" dirty="0"/>
          </a:p>
        </p:txBody>
      </p:sp>
      <p:pic>
        <p:nvPicPr>
          <p:cNvPr id="7" name="Content Placeholder 6">
            <a:extLst>
              <a:ext uri="{FF2B5EF4-FFF2-40B4-BE49-F238E27FC236}">
                <a16:creationId xmlns:a16="http://schemas.microsoft.com/office/drawing/2014/main" id="{04D6C706-22CA-61F8-5FFD-9FEB536938CA}"/>
              </a:ext>
            </a:extLst>
          </p:cNvPr>
          <p:cNvPicPr>
            <a:picLocks noGrp="1" noChangeAspect="1"/>
          </p:cNvPicPr>
          <p:nvPr>
            <p:ph idx="1"/>
          </p:nvPr>
        </p:nvPicPr>
        <p:blipFill>
          <a:blip r:embed="rId2"/>
          <a:stretch>
            <a:fillRect/>
          </a:stretch>
        </p:blipFill>
        <p:spPr>
          <a:xfrm>
            <a:off x="337821" y="1829707"/>
            <a:ext cx="7119257" cy="2849336"/>
          </a:xfrm>
        </p:spPr>
      </p:pic>
      <p:pic>
        <p:nvPicPr>
          <p:cNvPr id="5" name="Picture 4">
            <a:extLst>
              <a:ext uri="{FF2B5EF4-FFF2-40B4-BE49-F238E27FC236}">
                <a16:creationId xmlns:a16="http://schemas.microsoft.com/office/drawing/2014/main" id="{0FFA2038-B3BF-F737-6E6D-AFEC04ACF01B}"/>
              </a:ext>
            </a:extLst>
          </p:cNvPr>
          <p:cNvPicPr>
            <a:picLocks noChangeAspect="1"/>
          </p:cNvPicPr>
          <p:nvPr/>
        </p:nvPicPr>
        <p:blipFill>
          <a:blip r:embed="rId3"/>
          <a:stretch>
            <a:fillRect/>
          </a:stretch>
        </p:blipFill>
        <p:spPr>
          <a:xfrm>
            <a:off x="7645501" y="10274"/>
            <a:ext cx="4546499" cy="6858000"/>
          </a:xfrm>
          <a:prstGeom prst="rect">
            <a:avLst/>
          </a:prstGeom>
        </p:spPr>
      </p:pic>
      <p:sp>
        <p:nvSpPr>
          <p:cNvPr id="9" name="TextBox 8">
            <a:extLst>
              <a:ext uri="{FF2B5EF4-FFF2-40B4-BE49-F238E27FC236}">
                <a16:creationId xmlns:a16="http://schemas.microsoft.com/office/drawing/2014/main" id="{79121BCD-F529-CA12-CB95-2568A2720602}"/>
              </a:ext>
            </a:extLst>
          </p:cNvPr>
          <p:cNvSpPr txBox="1"/>
          <p:nvPr/>
        </p:nvSpPr>
        <p:spPr>
          <a:xfrm>
            <a:off x="476906" y="5479695"/>
            <a:ext cx="6219496" cy="954107"/>
          </a:xfrm>
          <a:prstGeom prst="rect">
            <a:avLst/>
          </a:prstGeom>
          <a:noFill/>
        </p:spPr>
        <p:txBody>
          <a:bodyPr wrap="square">
            <a:spAutoFit/>
          </a:bodyPr>
          <a:lstStyle/>
          <a:p>
            <a:r>
              <a:rPr lang="en-US" sz="2800" b="1" dirty="0">
                <a:latin typeface="Times New Roman" panose="02020603050405020304" pitchFamily="18" charset="0"/>
              </a:rPr>
              <a:t>T</a:t>
            </a:r>
            <a:r>
              <a:rPr lang="en-US" sz="2800" b="1" i="0" u="none" strike="noStrike" baseline="0" dirty="0">
                <a:latin typeface="Times New Roman" panose="02020603050405020304" pitchFamily="18" charset="0"/>
              </a:rPr>
              <a:t>he leaders are instructions 1, 2, 3, 10, 12, and 13</a:t>
            </a:r>
            <a:endParaRPr lang="en-IN" sz="2800" b="1" dirty="0"/>
          </a:p>
        </p:txBody>
      </p:sp>
    </p:spTree>
    <p:extLst>
      <p:ext uri="{BB962C8B-B14F-4D97-AF65-F5344CB8AC3E}">
        <p14:creationId xmlns:p14="http://schemas.microsoft.com/office/powerpoint/2010/main" val="2754950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8C9D2-C946-6717-965D-9E21647EB6F4}"/>
              </a:ext>
            </a:extLst>
          </p:cNvPr>
          <p:cNvSpPr>
            <a:spLocks noGrp="1"/>
          </p:cNvSpPr>
          <p:nvPr>
            <p:ph type="title"/>
          </p:nvPr>
        </p:nvSpPr>
        <p:spPr/>
        <p:txBody>
          <a:bodyPr/>
          <a:lstStyle/>
          <a:p>
            <a:r>
              <a:rPr lang="en-US" dirty="0"/>
              <a:t>Flow Blocks</a:t>
            </a:r>
            <a:endParaRPr lang="en-IN" dirty="0"/>
          </a:p>
        </p:txBody>
      </p:sp>
      <p:sp>
        <p:nvSpPr>
          <p:cNvPr id="3" name="Content Placeholder 2">
            <a:extLst>
              <a:ext uri="{FF2B5EF4-FFF2-40B4-BE49-F238E27FC236}">
                <a16:creationId xmlns:a16="http://schemas.microsoft.com/office/drawing/2014/main" id="{CE902282-B5EA-EEAE-C2C6-F0F47F0E644A}"/>
              </a:ext>
            </a:extLst>
          </p:cNvPr>
          <p:cNvSpPr>
            <a:spLocks noGrp="1"/>
          </p:cNvSpPr>
          <p:nvPr>
            <p:ph idx="1"/>
          </p:nvPr>
        </p:nvSpPr>
        <p:spPr>
          <a:xfrm>
            <a:off x="152399" y="997524"/>
            <a:ext cx="11873345" cy="5576697"/>
          </a:xfrm>
        </p:spPr>
        <p:txBody>
          <a:bodyPr>
            <a:normAutofit/>
          </a:bodyPr>
          <a:lstStyle/>
          <a:p>
            <a:pPr algn="l"/>
            <a:r>
              <a:rPr lang="en-US" b="0" i="0" u="none" strike="noStrike" baseline="0" dirty="0">
                <a:latin typeface="Times New Roman" panose="02020603050405020304" pitchFamily="18" charset="0"/>
              </a:rPr>
              <a:t>Once an intermediate-code program is partitioned into basic blocks, the flow of control is represented between them by a flow graph. </a:t>
            </a:r>
          </a:p>
          <a:p>
            <a:pPr algn="l"/>
            <a:r>
              <a:rPr lang="en-US" b="0" i="0" u="none" strike="noStrike" baseline="0" dirty="0">
                <a:latin typeface="Times New Roman" panose="02020603050405020304" pitchFamily="18" charset="0"/>
              </a:rPr>
              <a:t>The nodes of the flow graph are the basic blocks. </a:t>
            </a:r>
          </a:p>
          <a:p>
            <a:pPr algn="l"/>
            <a:r>
              <a:rPr lang="en-US" b="0" i="0" u="none" strike="noStrike" baseline="0" dirty="0">
                <a:latin typeface="Times New Roman" panose="02020603050405020304" pitchFamily="18" charset="0"/>
              </a:rPr>
              <a:t>There is an edge from block B to block </a:t>
            </a:r>
            <a:r>
              <a:rPr lang="en-US" b="0" i="1" u="none" strike="noStrike" baseline="0" dirty="0">
                <a:latin typeface="Times New Roman" panose="02020603050405020304" pitchFamily="18" charset="0"/>
              </a:rPr>
              <a:t>C </a:t>
            </a:r>
            <a:r>
              <a:rPr lang="en-US" b="0" i="0" u="none" strike="noStrike" baseline="0" dirty="0">
                <a:latin typeface="Times New Roman" panose="02020603050405020304" pitchFamily="18" charset="0"/>
              </a:rPr>
              <a:t>if and only if it is possible for the first instruction in block </a:t>
            </a:r>
            <a:r>
              <a:rPr lang="en-US" b="0" i="1" u="none" strike="noStrike" baseline="0" dirty="0">
                <a:latin typeface="Times New Roman" panose="02020603050405020304" pitchFamily="18" charset="0"/>
              </a:rPr>
              <a:t>C </a:t>
            </a:r>
            <a:r>
              <a:rPr lang="en-US" b="0" i="0" u="none" strike="noStrike" baseline="0" dirty="0">
                <a:latin typeface="Times New Roman" panose="02020603050405020304" pitchFamily="18" charset="0"/>
              </a:rPr>
              <a:t>to immediately follow the last instruction in block B. </a:t>
            </a:r>
          </a:p>
          <a:p>
            <a:pPr algn="l"/>
            <a:r>
              <a:rPr lang="en-US" b="0" i="0" u="none" strike="noStrike" baseline="0" dirty="0">
                <a:latin typeface="Times New Roman" panose="02020603050405020304" pitchFamily="18" charset="0"/>
              </a:rPr>
              <a:t>There are two ways that such an edge could be </a:t>
            </a:r>
            <a:r>
              <a:rPr lang="en-IN" b="0" i="0" u="none" strike="noStrike" baseline="0" dirty="0">
                <a:latin typeface="Times New Roman" panose="02020603050405020304" pitchFamily="18" charset="0"/>
              </a:rPr>
              <a:t>justified:</a:t>
            </a:r>
          </a:p>
          <a:p>
            <a:pPr algn="l"/>
            <a:r>
              <a:rPr lang="en-US" b="0" i="0" u="none" strike="noStrike" baseline="0" dirty="0">
                <a:latin typeface="Times New Roman" panose="02020603050405020304" pitchFamily="18" charset="0"/>
              </a:rPr>
              <a:t>There is a conditional or unconditional jump from the end of B to the </a:t>
            </a:r>
            <a:r>
              <a:rPr lang="en-IN" b="0" i="0" u="none" strike="noStrike" baseline="0" dirty="0">
                <a:latin typeface="Times New Roman" panose="02020603050405020304" pitchFamily="18" charset="0"/>
              </a:rPr>
              <a:t>beginning of C.</a:t>
            </a:r>
          </a:p>
          <a:p>
            <a:pPr algn="l"/>
            <a:r>
              <a:rPr lang="en-US" b="0" i="0" u="none" strike="noStrike" baseline="0" dirty="0">
                <a:latin typeface="Times New Roman" panose="02020603050405020304" pitchFamily="18" charset="0"/>
              </a:rPr>
              <a:t>C immediately follows B in the original order of the three-address instructions, and B does not end in an unconditional jump.</a:t>
            </a:r>
          </a:p>
          <a:p>
            <a:pPr algn="l"/>
            <a:r>
              <a:rPr lang="en-US" b="0" i="0" u="none" strike="noStrike" baseline="0" dirty="0">
                <a:latin typeface="Times New Roman" panose="02020603050405020304" pitchFamily="18" charset="0"/>
              </a:rPr>
              <a:t>We say that B is a predecessor of C, and </a:t>
            </a:r>
            <a:r>
              <a:rPr lang="en-US" b="0" i="1" u="none" strike="noStrike" baseline="0" dirty="0">
                <a:latin typeface="Times New Roman" panose="02020603050405020304" pitchFamily="18" charset="0"/>
              </a:rPr>
              <a:t>C </a:t>
            </a:r>
            <a:r>
              <a:rPr lang="en-US" b="0" i="0" u="none" strike="noStrike" baseline="0" dirty="0">
                <a:latin typeface="Times New Roman" panose="02020603050405020304" pitchFamily="18" charset="0"/>
              </a:rPr>
              <a:t>is a successor of B.</a:t>
            </a:r>
          </a:p>
        </p:txBody>
      </p:sp>
    </p:spTree>
    <p:extLst>
      <p:ext uri="{BB962C8B-B14F-4D97-AF65-F5344CB8AC3E}">
        <p14:creationId xmlns:p14="http://schemas.microsoft.com/office/powerpoint/2010/main" val="1224603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A663E-0A01-D0BA-46B8-9DA442935F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3BE71EC-58B4-B6CA-F6FE-870A22354F3F}"/>
              </a:ext>
            </a:extLst>
          </p:cNvPr>
          <p:cNvSpPr>
            <a:spLocks noGrp="1"/>
          </p:cNvSpPr>
          <p:nvPr>
            <p:ph idx="1"/>
          </p:nvPr>
        </p:nvSpPr>
        <p:spPr/>
        <p:txBody>
          <a:bodyPr/>
          <a:lstStyle/>
          <a:p>
            <a:pPr algn="l"/>
            <a:r>
              <a:rPr lang="en-US" sz="2800" b="0" i="0" u="none" strike="noStrike" baseline="0" dirty="0">
                <a:latin typeface="Times New Roman" panose="02020603050405020304" pitchFamily="18" charset="0"/>
              </a:rPr>
              <a:t>Add two nodes,  the entry and exit, that do not correspond to executable intermediate instructions. </a:t>
            </a:r>
          </a:p>
          <a:p>
            <a:pPr algn="l"/>
            <a:r>
              <a:rPr lang="en-US" sz="2800" b="0" i="0" u="none" strike="noStrike" baseline="0" dirty="0">
                <a:latin typeface="Times New Roman" panose="02020603050405020304" pitchFamily="18" charset="0"/>
              </a:rPr>
              <a:t>There is an edge from the entry to the first executable node of the flow graph, that is, to the basic block that comes from the first instruction of the intermediate code. </a:t>
            </a:r>
          </a:p>
          <a:p>
            <a:pPr algn="l"/>
            <a:r>
              <a:rPr lang="en-US" sz="2800" b="0" i="0" u="none" strike="noStrike" baseline="0" dirty="0">
                <a:latin typeface="Times New Roman" panose="02020603050405020304" pitchFamily="18" charset="0"/>
              </a:rPr>
              <a:t>There is an edge to the exit from any basic block that contains an instruction that could be the last executed instruction of the program. </a:t>
            </a:r>
          </a:p>
          <a:p>
            <a:pPr algn="l"/>
            <a:r>
              <a:rPr lang="en-US" sz="2800" b="0" i="0" u="none" strike="noStrike" baseline="0" dirty="0">
                <a:latin typeface="Times New Roman" panose="02020603050405020304" pitchFamily="18" charset="0"/>
              </a:rPr>
              <a:t>If the final instruction of the program is not an unconditional jump, then the block containing the final instruction of the program is one predecessor of the exit, but so is any basic block that has a jump to code that is not part of the program.</a:t>
            </a:r>
            <a:endParaRPr lang="en-IN" dirty="0"/>
          </a:p>
          <a:p>
            <a:endParaRPr lang="en-IN" dirty="0"/>
          </a:p>
        </p:txBody>
      </p:sp>
    </p:spTree>
    <p:extLst>
      <p:ext uri="{BB962C8B-B14F-4D97-AF65-F5344CB8AC3E}">
        <p14:creationId xmlns:p14="http://schemas.microsoft.com/office/powerpoint/2010/main" val="11305779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C8496A2-C6F9-1EDE-9AB9-423BD90704C5}"/>
              </a:ext>
            </a:extLst>
          </p:cNvPr>
          <p:cNvPicPr>
            <a:picLocks noChangeAspect="1"/>
          </p:cNvPicPr>
          <p:nvPr/>
        </p:nvPicPr>
        <p:blipFill>
          <a:blip r:embed="rId2"/>
          <a:stretch>
            <a:fillRect/>
          </a:stretch>
        </p:blipFill>
        <p:spPr>
          <a:xfrm>
            <a:off x="0" y="539675"/>
            <a:ext cx="4850912" cy="1941478"/>
          </a:xfrm>
          <a:prstGeom prst="rect">
            <a:avLst/>
          </a:prstGeom>
        </p:spPr>
      </p:pic>
      <p:pic>
        <p:nvPicPr>
          <p:cNvPr id="5" name="Picture 4">
            <a:extLst>
              <a:ext uri="{FF2B5EF4-FFF2-40B4-BE49-F238E27FC236}">
                <a16:creationId xmlns:a16="http://schemas.microsoft.com/office/drawing/2014/main" id="{3297002B-3AB1-2CCC-EB0D-7B85B6861EB1}"/>
              </a:ext>
            </a:extLst>
          </p:cNvPr>
          <p:cNvPicPr>
            <a:picLocks noChangeAspect="1"/>
          </p:cNvPicPr>
          <p:nvPr/>
        </p:nvPicPr>
        <p:blipFill>
          <a:blip r:embed="rId3"/>
          <a:stretch>
            <a:fillRect/>
          </a:stretch>
        </p:blipFill>
        <p:spPr>
          <a:xfrm>
            <a:off x="7247986" y="15766"/>
            <a:ext cx="4664386" cy="6858000"/>
          </a:xfrm>
          <a:prstGeom prst="rect">
            <a:avLst/>
          </a:prstGeom>
        </p:spPr>
      </p:pic>
      <p:pic>
        <p:nvPicPr>
          <p:cNvPr id="6" name="Content Placeholder 5">
            <a:extLst>
              <a:ext uri="{FF2B5EF4-FFF2-40B4-BE49-F238E27FC236}">
                <a16:creationId xmlns:a16="http://schemas.microsoft.com/office/drawing/2014/main" id="{360FFB7F-9CB3-CD03-65D6-D0CE9ED67EDE}"/>
              </a:ext>
            </a:extLst>
          </p:cNvPr>
          <p:cNvPicPr>
            <a:picLocks noGrp="1" noChangeAspect="1"/>
          </p:cNvPicPr>
          <p:nvPr>
            <p:ph idx="1"/>
          </p:nvPr>
        </p:nvPicPr>
        <p:blipFill>
          <a:blip r:embed="rId4"/>
          <a:stretch>
            <a:fillRect/>
          </a:stretch>
        </p:blipFill>
        <p:spPr>
          <a:xfrm>
            <a:off x="4461577" y="15766"/>
            <a:ext cx="3268848" cy="4930775"/>
          </a:xfrm>
          <a:prstGeom prst="rect">
            <a:avLst/>
          </a:prstGeom>
        </p:spPr>
      </p:pic>
      <p:sp>
        <p:nvSpPr>
          <p:cNvPr id="8" name="TextBox 7">
            <a:extLst>
              <a:ext uri="{FF2B5EF4-FFF2-40B4-BE49-F238E27FC236}">
                <a16:creationId xmlns:a16="http://schemas.microsoft.com/office/drawing/2014/main" id="{79E397D0-ABB1-C8DD-7113-3822B01A2F9E}"/>
              </a:ext>
            </a:extLst>
          </p:cNvPr>
          <p:cNvSpPr txBox="1"/>
          <p:nvPr/>
        </p:nvSpPr>
        <p:spPr>
          <a:xfrm>
            <a:off x="476906" y="5479695"/>
            <a:ext cx="6219496" cy="954107"/>
          </a:xfrm>
          <a:prstGeom prst="rect">
            <a:avLst/>
          </a:prstGeom>
          <a:noFill/>
        </p:spPr>
        <p:txBody>
          <a:bodyPr wrap="square">
            <a:spAutoFit/>
          </a:bodyPr>
          <a:lstStyle/>
          <a:p>
            <a:r>
              <a:rPr lang="en-US" sz="2800" b="1" dirty="0">
                <a:latin typeface="Times New Roman" panose="02020603050405020304" pitchFamily="18" charset="0"/>
              </a:rPr>
              <a:t>T</a:t>
            </a:r>
            <a:r>
              <a:rPr lang="en-US" sz="2800" b="1" i="0" u="none" strike="noStrike" baseline="0" dirty="0">
                <a:latin typeface="Times New Roman" panose="02020603050405020304" pitchFamily="18" charset="0"/>
              </a:rPr>
              <a:t>he leaders are instructions 1, 2, 3, 10, 12, and 13</a:t>
            </a:r>
            <a:endParaRPr lang="en-IN" sz="2800" b="1" dirty="0"/>
          </a:p>
        </p:txBody>
      </p:sp>
    </p:spTree>
    <p:extLst>
      <p:ext uri="{BB962C8B-B14F-4D97-AF65-F5344CB8AC3E}">
        <p14:creationId xmlns:p14="http://schemas.microsoft.com/office/powerpoint/2010/main" val="2671799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7FF6-F4AE-E7DA-7271-3DEFF50E8843}"/>
              </a:ext>
            </a:extLst>
          </p:cNvPr>
          <p:cNvSpPr>
            <a:spLocks noGrp="1"/>
          </p:cNvSpPr>
          <p:nvPr>
            <p:ph type="title"/>
          </p:nvPr>
        </p:nvSpPr>
        <p:spPr/>
        <p:txBody>
          <a:bodyPr>
            <a:noAutofit/>
          </a:bodyPr>
          <a:lstStyle/>
          <a:p>
            <a:r>
              <a:rPr lang="en-US" sz="3200" b="0" i="0" u="none" strike="noStrike" baseline="0" dirty="0">
                <a:latin typeface="Times New Roman" panose="02020603050405020304" pitchFamily="18" charset="0"/>
              </a:rPr>
              <a:t>Translate the program into three-address statements</a:t>
            </a:r>
            <a:br>
              <a:rPr lang="en-US" sz="3200" b="0" i="0" u="none" strike="noStrike" baseline="0" dirty="0">
                <a:latin typeface="Times New Roman" panose="02020603050405020304" pitchFamily="18" charset="0"/>
              </a:rPr>
            </a:br>
            <a:r>
              <a:rPr lang="en-IN" sz="3200" b="0" i="0" u="none" strike="noStrike" baseline="0" dirty="0">
                <a:latin typeface="Times New Roman" panose="02020603050405020304" pitchFamily="18" charset="0"/>
              </a:rPr>
              <a:t>Construct the flow graph</a:t>
            </a:r>
            <a:endParaRPr lang="en-IN" sz="3200" dirty="0"/>
          </a:p>
        </p:txBody>
      </p:sp>
      <p:pic>
        <p:nvPicPr>
          <p:cNvPr id="5" name="Content Placeholder 4">
            <a:extLst>
              <a:ext uri="{FF2B5EF4-FFF2-40B4-BE49-F238E27FC236}">
                <a16:creationId xmlns:a16="http://schemas.microsoft.com/office/drawing/2014/main" id="{88B4CA95-77B0-28D9-DC88-3A6B5F266303}"/>
              </a:ext>
            </a:extLst>
          </p:cNvPr>
          <p:cNvPicPr>
            <a:picLocks noGrp="1" noChangeAspect="1"/>
          </p:cNvPicPr>
          <p:nvPr>
            <p:ph idx="1"/>
          </p:nvPr>
        </p:nvPicPr>
        <p:blipFill>
          <a:blip r:embed="rId2"/>
          <a:stretch>
            <a:fillRect/>
          </a:stretch>
        </p:blipFill>
        <p:spPr>
          <a:xfrm>
            <a:off x="152400" y="1612828"/>
            <a:ext cx="11872913" cy="4197494"/>
          </a:xfrm>
        </p:spPr>
      </p:pic>
    </p:spTree>
    <p:extLst>
      <p:ext uri="{BB962C8B-B14F-4D97-AF65-F5344CB8AC3E}">
        <p14:creationId xmlns:p14="http://schemas.microsoft.com/office/powerpoint/2010/main" val="882842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037B19-7B83-C616-AF4B-CB25B55DFD3D}"/>
              </a:ext>
            </a:extLst>
          </p:cNvPr>
          <p:cNvSpPr>
            <a:spLocks noGrp="1"/>
          </p:cNvSpPr>
          <p:nvPr>
            <p:ph idx="1"/>
          </p:nvPr>
        </p:nvSpPr>
        <p:spPr>
          <a:xfrm>
            <a:off x="4082146" y="203200"/>
            <a:ext cx="5110843" cy="6654800"/>
          </a:xfrm>
        </p:spPr>
        <p:txBody>
          <a:bodyPr>
            <a:normAutofit/>
          </a:bodyPr>
          <a:lstStyle/>
          <a:p>
            <a:pPr marL="0" indent="0">
              <a:buNone/>
            </a:pPr>
            <a:r>
              <a:rPr lang="en-IN" dirty="0"/>
              <a:t>B8      14)  if </a:t>
            </a:r>
            <a:r>
              <a:rPr lang="en-IN" dirty="0" err="1"/>
              <a:t>i</a:t>
            </a:r>
            <a:r>
              <a:rPr lang="en-IN" dirty="0"/>
              <a:t> &gt;= n </a:t>
            </a:r>
            <a:r>
              <a:rPr lang="en-IN" dirty="0" err="1"/>
              <a:t>goto</a:t>
            </a:r>
            <a:r>
              <a:rPr lang="en-IN" dirty="0"/>
              <a:t>(40)</a:t>
            </a:r>
          </a:p>
          <a:p>
            <a:pPr marL="0" indent="0">
              <a:buNone/>
            </a:pPr>
            <a:r>
              <a:rPr lang="en-IN" dirty="0"/>
              <a:t>B9      15)  j = 0      </a:t>
            </a:r>
          </a:p>
          <a:p>
            <a:pPr marL="0" indent="0">
              <a:buNone/>
            </a:pPr>
            <a:r>
              <a:rPr lang="en-IN" dirty="0"/>
              <a:t>B10    16)  if j &gt;= n </a:t>
            </a:r>
            <a:r>
              <a:rPr lang="en-IN" dirty="0" err="1"/>
              <a:t>goto</a:t>
            </a:r>
            <a:r>
              <a:rPr lang="en-IN" dirty="0"/>
              <a:t>(38)      </a:t>
            </a:r>
          </a:p>
          <a:p>
            <a:pPr marL="0" indent="0">
              <a:buNone/>
            </a:pPr>
            <a:r>
              <a:rPr lang="en-IN" dirty="0"/>
              <a:t>B11     17)  k = 0      </a:t>
            </a:r>
          </a:p>
          <a:p>
            <a:pPr marL="0" indent="0">
              <a:buNone/>
            </a:pPr>
            <a:r>
              <a:rPr lang="en-IN" dirty="0"/>
              <a:t>B12     18)  if k &gt;= n </a:t>
            </a:r>
            <a:r>
              <a:rPr lang="en-IN" dirty="0" err="1"/>
              <a:t>goto</a:t>
            </a:r>
            <a:r>
              <a:rPr lang="en-IN" dirty="0"/>
              <a:t>(36)      </a:t>
            </a:r>
          </a:p>
          <a:p>
            <a:pPr marL="0" indent="0">
              <a:buNone/>
            </a:pPr>
            <a:r>
              <a:rPr lang="en-IN" dirty="0"/>
              <a:t>B13     19)  t4 = n * </a:t>
            </a:r>
            <a:r>
              <a:rPr lang="en-IN" dirty="0" err="1"/>
              <a:t>i</a:t>
            </a:r>
            <a:r>
              <a:rPr lang="en-IN" dirty="0"/>
              <a:t>             </a:t>
            </a:r>
          </a:p>
          <a:p>
            <a:pPr marL="0" indent="0">
              <a:buNone/>
            </a:pPr>
            <a:r>
              <a:rPr lang="en-IN" dirty="0"/>
              <a:t>	20)  t5 = t4 + j</a:t>
            </a:r>
          </a:p>
          <a:p>
            <a:pPr marL="0" indent="0">
              <a:buNone/>
            </a:pPr>
            <a:r>
              <a:rPr lang="en-IN" dirty="0"/>
              <a:t>             21)  t6 = t5 * 8  </a:t>
            </a:r>
          </a:p>
          <a:p>
            <a:pPr marL="0" indent="0">
              <a:buNone/>
            </a:pPr>
            <a:r>
              <a:rPr lang="en-IN" dirty="0"/>
              <a:t>            22)  t7 = c[t6] </a:t>
            </a:r>
          </a:p>
          <a:p>
            <a:pPr marL="0" indent="0">
              <a:buNone/>
            </a:pPr>
            <a:r>
              <a:rPr lang="en-IN" dirty="0"/>
              <a:t>            23)  t8 = n * </a:t>
            </a:r>
            <a:r>
              <a:rPr lang="en-IN" dirty="0" err="1"/>
              <a:t>i</a:t>
            </a:r>
            <a:r>
              <a:rPr lang="en-IN" dirty="0"/>
              <a:t>   </a:t>
            </a:r>
          </a:p>
          <a:p>
            <a:pPr marL="0" indent="0">
              <a:buNone/>
            </a:pPr>
            <a:r>
              <a:rPr lang="en-IN" dirty="0"/>
              <a:t>            24)  t9 = t8 + k             </a:t>
            </a:r>
          </a:p>
          <a:p>
            <a:pPr marL="0" indent="0">
              <a:buNone/>
            </a:pPr>
            <a:r>
              <a:rPr lang="en-IN" dirty="0"/>
              <a:t>	25)  t10 = t9 * 8 </a:t>
            </a:r>
          </a:p>
        </p:txBody>
      </p:sp>
      <p:sp>
        <p:nvSpPr>
          <p:cNvPr id="4" name="Content Placeholder 2">
            <a:extLst>
              <a:ext uri="{FF2B5EF4-FFF2-40B4-BE49-F238E27FC236}">
                <a16:creationId xmlns:a16="http://schemas.microsoft.com/office/drawing/2014/main" id="{7F0C4915-F25A-24C7-E180-3B655F241175}"/>
              </a:ext>
            </a:extLst>
          </p:cNvPr>
          <p:cNvSpPr txBox="1">
            <a:spLocks/>
          </p:cNvSpPr>
          <p:nvPr/>
        </p:nvSpPr>
        <p:spPr>
          <a:xfrm>
            <a:off x="1" y="3626"/>
            <a:ext cx="4235669" cy="6756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B1       1)  </a:t>
            </a:r>
            <a:r>
              <a:rPr lang="en-IN" dirty="0" err="1"/>
              <a:t>i</a:t>
            </a:r>
            <a:r>
              <a:rPr lang="en-IN" dirty="0"/>
              <a:t> = 0     </a:t>
            </a:r>
          </a:p>
          <a:p>
            <a:pPr marL="0" indent="0">
              <a:buNone/>
            </a:pPr>
            <a:r>
              <a:rPr lang="en-IN" dirty="0"/>
              <a:t>B2       2)  if </a:t>
            </a:r>
            <a:r>
              <a:rPr lang="en-IN" dirty="0" err="1"/>
              <a:t>i</a:t>
            </a:r>
            <a:r>
              <a:rPr lang="en-IN" dirty="0"/>
              <a:t> &gt;= n </a:t>
            </a:r>
            <a:r>
              <a:rPr lang="en-IN" dirty="0" err="1"/>
              <a:t>goto</a:t>
            </a:r>
            <a:r>
              <a:rPr lang="en-IN" dirty="0"/>
              <a:t>(13)      </a:t>
            </a:r>
          </a:p>
          <a:p>
            <a:pPr marL="0" indent="0">
              <a:buNone/>
            </a:pPr>
            <a:r>
              <a:rPr lang="en-IN" dirty="0"/>
              <a:t>B3       3)  j = 0      </a:t>
            </a:r>
          </a:p>
          <a:p>
            <a:pPr marL="0" indent="0">
              <a:buNone/>
            </a:pPr>
            <a:r>
              <a:rPr lang="en-IN" dirty="0"/>
              <a:t>B4       4)  if j &gt;= n </a:t>
            </a:r>
            <a:r>
              <a:rPr lang="en-IN" dirty="0" err="1"/>
              <a:t>goto</a:t>
            </a:r>
            <a:r>
              <a:rPr lang="en-IN" dirty="0"/>
              <a:t>(11)      </a:t>
            </a:r>
          </a:p>
          <a:p>
            <a:pPr marL="0" indent="0">
              <a:buNone/>
            </a:pPr>
            <a:r>
              <a:rPr lang="en-IN" dirty="0"/>
              <a:t>B5       5） t1 = n * </a:t>
            </a:r>
            <a:r>
              <a:rPr lang="en-IN" dirty="0" err="1"/>
              <a:t>i</a:t>
            </a:r>
            <a:r>
              <a:rPr lang="en-IN" dirty="0"/>
              <a:t>     </a:t>
            </a:r>
          </a:p>
          <a:p>
            <a:pPr marL="0" indent="0">
              <a:buNone/>
            </a:pPr>
            <a:r>
              <a:rPr lang="en-IN" dirty="0"/>
              <a:t>            6)  t2 = t1 + j    </a:t>
            </a:r>
          </a:p>
          <a:p>
            <a:pPr marL="0" indent="0">
              <a:buNone/>
            </a:pPr>
            <a:r>
              <a:rPr lang="en-IN" dirty="0"/>
              <a:t>            7)  t3 = t2 * 8 </a:t>
            </a:r>
          </a:p>
          <a:p>
            <a:pPr marL="0" indent="0">
              <a:buNone/>
            </a:pPr>
            <a:r>
              <a:rPr lang="en-IN" dirty="0"/>
              <a:t>            8)  c[t3] = 0.0   </a:t>
            </a:r>
          </a:p>
          <a:p>
            <a:pPr marL="0" indent="0">
              <a:buNone/>
            </a:pPr>
            <a:r>
              <a:rPr lang="en-IN" dirty="0"/>
              <a:t>            9)  j = j + 1   </a:t>
            </a:r>
          </a:p>
          <a:p>
            <a:pPr marL="0" indent="0">
              <a:buNone/>
            </a:pPr>
            <a:r>
              <a:rPr lang="en-IN" dirty="0"/>
              <a:t>          10)  </a:t>
            </a:r>
            <a:r>
              <a:rPr lang="en-IN" dirty="0" err="1"/>
              <a:t>goto</a:t>
            </a:r>
            <a:r>
              <a:rPr lang="en-IN" dirty="0"/>
              <a:t>(4)      </a:t>
            </a:r>
          </a:p>
          <a:p>
            <a:pPr marL="0" indent="0">
              <a:buNone/>
            </a:pPr>
            <a:r>
              <a:rPr lang="en-IN" dirty="0"/>
              <a:t>B6      11)  </a:t>
            </a:r>
            <a:r>
              <a:rPr lang="en-IN" dirty="0" err="1"/>
              <a:t>i</a:t>
            </a:r>
            <a:r>
              <a:rPr lang="en-IN" dirty="0"/>
              <a:t> = </a:t>
            </a:r>
            <a:r>
              <a:rPr lang="en-IN" dirty="0" err="1"/>
              <a:t>i</a:t>
            </a:r>
            <a:r>
              <a:rPr lang="en-IN" dirty="0"/>
              <a:t> + 1 </a:t>
            </a:r>
          </a:p>
          <a:p>
            <a:pPr marL="0" indent="0">
              <a:buNone/>
            </a:pPr>
            <a:r>
              <a:rPr lang="en-IN" dirty="0"/>
              <a:t>           12)  </a:t>
            </a:r>
            <a:r>
              <a:rPr lang="en-IN" dirty="0" err="1"/>
              <a:t>goto</a:t>
            </a:r>
            <a:r>
              <a:rPr lang="en-IN" dirty="0"/>
              <a:t>(2)      </a:t>
            </a:r>
          </a:p>
          <a:p>
            <a:pPr marL="0" indent="0">
              <a:buNone/>
            </a:pPr>
            <a:r>
              <a:rPr lang="en-IN" dirty="0"/>
              <a:t>B7      13)  </a:t>
            </a:r>
            <a:r>
              <a:rPr lang="en-IN" dirty="0" err="1"/>
              <a:t>i</a:t>
            </a:r>
            <a:r>
              <a:rPr lang="en-IN" dirty="0"/>
              <a:t> = 0      </a:t>
            </a:r>
          </a:p>
          <a:p>
            <a:pPr marL="0" indent="0">
              <a:buNone/>
            </a:pPr>
            <a:endParaRPr lang="en-IN" dirty="0"/>
          </a:p>
        </p:txBody>
      </p:sp>
      <p:sp>
        <p:nvSpPr>
          <p:cNvPr id="6" name="TextBox 5">
            <a:extLst>
              <a:ext uri="{FF2B5EF4-FFF2-40B4-BE49-F238E27FC236}">
                <a16:creationId xmlns:a16="http://schemas.microsoft.com/office/drawing/2014/main" id="{58033E03-4B60-EC2D-EBD1-3D666E1DB044}"/>
              </a:ext>
            </a:extLst>
          </p:cNvPr>
          <p:cNvSpPr txBox="1"/>
          <p:nvPr/>
        </p:nvSpPr>
        <p:spPr>
          <a:xfrm>
            <a:off x="7923673" y="152400"/>
            <a:ext cx="4235669" cy="6555641"/>
          </a:xfrm>
          <a:prstGeom prst="rect">
            <a:avLst/>
          </a:prstGeom>
          <a:noFill/>
        </p:spPr>
        <p:txBody>
          <a:bodyPr wrap="square">
            <a:spAutoFit/>
          </a:bodyPr>
          <a:lstStyle/>
          <a:p>
            <a:pPr marL="0" indent="0">
              <a:buNone/>
            </a:pPr>
            <a:r>
              <a:rPr lang="en-IN" sz="2800" dirty="0">
                <a:latin typeface="Cambria" panose="02040503050406030204" pitchFamily="18" charset="0"/>
                <a:ea typeface="Cambria" panose="02040503050406030204" pitchFamily="18" charset="0"/>
              </a:rPr>
              <a:t> 	 26)  t11 = a[t10]   </a:t>
            </a:r>
          </a:p>
          <a:p>
            <a:pPr marL="0" indent="0">
              <a:buNone/>
            </a:pPr>
            <a:r>
              <a:rPr lang="en-IN" sz="2800" dirty="0">
                <a:latin typeface="Cambria" panose="02040503050406030204" pitchFamily="18" charset="0"/>
                <a:ea typeface="Cambria" panose="02040503050406030204" pitchFamily="18" charset="0"/>
              </a:rPr>
              <a:t>            27)  t12 = n * k  </a:t>
            </a:r>
          </a:p>
          <a:p>
            <a:pPr marL="0" indent="0">
              <a:buNone/>
            </a:pPr>
            <a:r>
              <a:rPr lang="en-IN" sz="2800" dirty="0">
                <a:latin typeface="Cambria" panose="02040503050406030204" pitchFamily="18" charset="0"/>
                <a:ea typeface="Cambria" panose="02040503050406030204" pitchFamily="18" charset="0"/>
              </a:rPr>
              <a:t>	28)  t13 = t12 + j</a:t>
            </a:r>
          </a:p>
          <a:p>
            <a:pPr marL="0" indent="0">
              <a:buNone/>
            </a:pPr>
            <a:r>
              <a:rPr lang="en-IN" sz="2800" dirty="0">
                <a:latin typeface="Cambria" panose="02040503050406030204" pitchFamily="18" charset="0"/>
                <a:ea typeface="Cambria" panose="02040503050406030204" pitchFamily="18" charset="0"/>
              </a:rPr>
              <a:t>           29)  t14 = t13 * 8 </a:t>
            </a:r>
          </a:p>
          <a:p>
            <a:pPr marL="0" indent="0">
              <a:buNone/>
            </a:pPr>
            <a:r>
              <a:rPr lang="en-IN" sz="2800" dirty="0">
                <a:latin typeface="Cambria" panose="02040503050406030204" pitchFamily="18" charset="0"/>
                <a:ea typeface="Cambria" panose="02040503050406030204" pitchFamily="18" charset="0"/>
              </a:rPr>
              <a:t>           30)  t15 = b[t14]</a:t>
            </a:r>
            <a:r>
              <a:rPr lang="en-IN" sz="2800" dirty="0">
                <a:latin typeface="Cambria" panose="02040503050406030204" pitchFamily="18" charset="0"/>
                <a:ea typeface="Cambria" panose="02040503050406030204" pitchFamily="18" charset="0"/>
                <a:cs typeface="Times New Roman" panose="02020603050405020304" pitchFamily="18" charset="0"/>
              </a:rPr>
              <a:t>	</a:t>
            </a:r>
          </a:p>
          <a:p>
            <a:r>
              <a:rPr lang="en-IN" sz="2800" dirty="0">
                <a:latin typeface="Cambria" panose="02040503050406030204" pitchFamily="18" charset="0"/>
                <a:ea typeface="Cambria" panose="02040503050406030204" pitchFamily="18" charset="0"/>
                <a:cs typeface="Times New Roman" panose="02020603050405020304" pitchFamily="18" charset="0"/>
              </a:rPr>
              <a:t>	31)  t16 = t11 * t15             	32)  t17 = t7 + t16             	33)  c[t6] = t17             	34)  k = k + 1             	35)  </a:t>
            </a:r>
            <a:r>
              <a:rPr lang="en-IN" sz="2800" dirty="0" err="1">
                <a:latin typeface="Cambria" panose="02040503050406030204" pitchFamily="18" charset="0"/>
                <a:ea typeface="Cambria" panose="02040503050406030204" pitchFamily="18" charset="0"/>
                <a:cs typeface="Times New Roman" panose="02020603050405020304" pitchFamily="18" charset="0"/>
              </a:rPr>
              <a:t>goto</a:t>
            </a:r>
            <a:r>
              <a:rPr lang="en-IN" sz="2800" dirty="0">
                <a:latin typeface="Cambria" panose="02040503050406030204" pitchFamily="18" charset="0"/>
                <a:ea typeface="Cambria" panose="02040503050406030204" pitchFamily="18" charset="0"/>
                <a:cs typeface="Times New Roman" panose="02020603050405020304" pitchFamily="18" charset="0"/>
              </a:rPr>
              <a:t>(18)</a:t>
            </a:r>
          </a:p>
          <a:p>
            <a:r>
              <a:rPr lang="en-IN" sz="2800" dirty="0">
                <a:latin typeface="Cambria" panose="02040503050406030204" pitchFamily="18" charset="0"/>
                <a:ea typeface="Cambria" panose="02040503050406030204" pitchFamily="18" charset="0"/>
                <a:cs typeface="Times New Roman" panose="02020603050405020304" pitchFamily="18" charset="0"/>
              </a:rPr>
              <a:t>B14    36)  j = j + 1             	37)  </a:t>
            </a:r>
            <a:r>
              <a:rPr lang="en-IN" sz="2800" dirty="0" err="1">
                <a:latin typeface="Cambria" panose="02040503050406030204" pitchFamily="18" charset="0"/>
                <a:ea typeface="Cambria" panose="02040503050406030204" pitchFamily="18" charset="0"/>
                <a:cs typeface="Times New Roman" panose="02020603050405020304" pitchFamily="18" charset="0"/>
              </a:rPr>
              <a:t>goto</a:t>
            </a:r>
            <a:r>
              <a:rPr lang="en-IN" sz="2800" dirty="0">
                <a:latin typeface="Cambria" panose="02040503050406030204" pitchFamily="18" charset="0"/>
                <a:ea typeface="Cambria" panose="02040503050406030204" pitchFamily="18" charset="0"/>
                <a:cs typeface="Times New Roman" panose="02020603050405020304" pitchFamily="18" charset="0"/>
              </a:rPr>
              <a:t>(16)      </a:t>
            </a:r>
          </a:p>
          <a:p>
            <a:r>
              <a:rPr lang="en-IN" sz="2800" dirty="0">
                <a:latin typeface="Cambria" panose="02040503050406030204" pitchFamily="18" charset="0"/>
                <a:ea typeface="Cambria" panose="02040503050406030204" pitchFamily="18" charset="0"/>
                <a:cs typeface="Times New Roman" panose="02020603050405020304" pitchFamily="18" charset="0"/>
              </a:rPr>
              <a:t>B15    38)  </a:t>
            </a:r>
            <a:r>
              <a:rPr lang="en-IN" sz="2800" dirty="0" err="1">
                <a:latin typeface="Cambria" panose="02040503050406030204" pitchFamily="18" charset="0"/>
                <a:ea typeface="Cambria" panose="02040503050406030204" pitchFamily="18" charset="0"/>
                <a:cs typeface="Times New Roman" panose="02020603050405020304" pitchFamily="18" charset="0"/>
              </a:rPr>
              <a:t>i</a:t>
            </a:r>
            <a:r>
              <a:rPr lang="en-IN" sz="2800" dirty="0">
                <a:latin typeface="Cambria" panose="02040503050406030204" pitchFamily="18" charset="0"/>
                <a:ea typeface="Cambria" panose="02040503050406030204" pitchFamily="18" charset="0"/>
                <a:cs typeface="Times New Roman" panose="02020603050405020304" pitchFamily="18" charset="0"/>
              </a:rPr>
              <a:t> = </a:t>
            </a:r>
            <a:r>
              <a:rPr lang="en-IN" sz="2800" dirty="0" err="1">
                <a:latin typeface="Cambria" panose="02040503050406030204" pitchFamily="18" charset="0"/>
                <a:ea typeface="Cambria" panose="02040503050406030204" pitchFamily="18" charset="0"/>
                <a:cs typeface="Times New Roman" panose="02020603050405020304" pitchFamily="18" charset="0"/>
              </a:rPr>
              <a:t>i</a:t>
            </a:r>
            <a:r>
              <a:rPr lang="en-IN" sz="2800" dirty="0">
                <a:latin typeface="Cambria" panose="02040503050406030204" pitchFamily="18" charset="0"/>
                <a:ea typeface="Cambria" panose="02040503050406030204" pitchFamily="18" charset="0"/>
                <a:cs typeface="Times New Roman" panose="02020603050405020304" pitchFamily="18" charset="0"/>
              </a:rPr>
              <a:t> + 1             	39)  </a:t>
            </a:r>
            <a:r>
              <a:rPr lang="en-IN" sz="2800" dirty="0" err="1">
                <a:latin typeface="Cambria" panose="02040503050406030204" pitchFamily="18" charset="0"/>
                <a:ea typeface="Cambria" panose="02040503050406030204" pitchFamily="18" charset="0"/>
                <a:cs typeface="Times New Roman" panose="02020603050405020304" pitchFamily="18" charset="0"/>
              </a:rPr>
              <a:t>goto</a:t>
            </a:r>
            <a:r>
              <a:rPr lang="en-IN" sz="2800" dirty="0">
                <a:latin typeface="Cambria" panose="02040503050406030204" pitchFamily="18" charset="0"/>
                <a:ea typeface="Cambria" panose="02040503050406030204" pitchFamily="18" charset="0"/>
                <a:cs typeface="Times New Roman" panose="02020603050405020304" pitchFamily="18" charset="0"/>
              </a:rPr>
              <a:t>(14)</a:t>
            </a:r>
          </a:p>
          <a:p>
            <a:r>
              <a:rPr lang="en-IN" sz="2800" dirty="0">
                <a:latin typeface="Cambria" panose="02040503050406030204" pitchFamily="18" charset="0"/>
                <a:ea typeface="Cambria" panose="02040503050406030204" pitchFamily="18" charset="0"/>
                <a:cs typeface="Times New Roman" panose="02020603050405020304" pitchFamily="18" charset="0"/>
              </a:rPr>
              <a:t>            40)</a:t>
            </a:r>
          </a:p>
        </p:txBody>
      </p:sp>
    </p:spTree>
    <p:extLst>
      <p:ext uri="{BB962C8B-B14F-4D97-AF65-F5344CB8AC3E}">
        <p14:creationId xmlns:p14="http://schemas.microsoft.com/office/powerpoint/2010/main" val="26915426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9B3FD-B59A-AAA4-8F23-0735AC5D7B0C}"/>
              </a:ext>
            </a:extLst>
          </p:cNvPr>
          <p:cNvSpPr>
            <a:spLocks noGrp="1"/>
          </p:cNvSpPr>
          <p:nvPr>
            <p:ph type="title"/>
          </p:nvPr>
        </p:nvSpPr>
        <p:spPr/>
        <p:txBody>
          <a:bodyPr/>
          <a:lstStyle/>
          <a:p>
            <a:r>
              <a:rPr lang="en-US"/>
              <a:t>Flow graph</a:t>
            </a:r>
            <a:endParaRPr lang="en-IN"/>
          </a:p>
        </p:txBody>
      </p:sp>
      <p:sp>
        <p:nvSpPr>
          <p:cNvPr id="3" name="Content Placeholder 2">
            <a:extLst>
              <a:ext uri="{FF2B5EF4-FFF2-40B4-BE49-F238E27FC236}">
                <a16:creationId xmlns:a16="http://schemas.microsoft.com/office/drawing/2014/main" id="{E9B4CD35-27C0-52C3-50A9-E6F491787F14}"/>
              </a:ext>
            </a:extLst>
          </p:cNvPr>
          <p:cNvSpPr>
            <a:spLocks noGrp="1"/>
          </p:cNvSpPr>
          <p:nvPr>
            <p:ph idx="1"/>
          </p:nvPr>
        </p:nvSpPr>
        <p:spPr/>
        <p:txBody>
          <a:bodyPr/>
          <a:lstStyle/>
          <a:p>
            <a:endParaRPr lang="en-IN"/>
          </a:p>
        </p:txBody>
      </p:sp>
      <p:pic>
        <p:nvPicPr>
          <p:cNvPr id="1026" name="Picture 2">
            <a:extLst>
              <a:ext uri="{FF2B5EF4-FFF2-40B4-BE49-F238E27FC236}">
                <a16:creationId xmlns:a16="http://schemas.microsoft.com/office/drawing/2014/main" id="{88338966-3DE9-17AC-97B4-6D240EEBA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4269212" y="-2006899"/>
            <a:ext cx="3348778" cy="11887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4643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8B8C6-F5A4-5F4E-3A39-6F0E1890BB11}"/>
              </a:ext>
            </a:extLst>
          </p:cNvPr>
          <p:cNvSpPr>
            <a:spLocks noGrp="1"/>
          </p:cNvSpPr>
          <p:nvPr>
            <p:ph type="title"/>
          </p:nvPr>
        </p:nvSpPr>
        <p:spPr/>
        <p:txBody>
          <a:bodyPr/>
          <a:lstStyle/>
          <a:p>
            <a:r>
              <a:rPr lang="en-US" dirty="0"/>
              <a:t>Next use information</a:t>
            </a:r>
            <a:endParaRPr lang="en-IN" dirty="0"/>
          </a:p>
        </p:txBody>
      </p:sp>
      <p:sp>
        <p:nvSpPr>
          <p:cNvPr id="3" name="Content Placeholder 2">
            <a:extLst>
              <a:ext uri="{FF2B5EF4-FFF2-40B4-BE49-F238E27FC236}">
                <a16:creationId xmlns:a16="http://schemas.microsoft.com/office/drawing/2014/main" id="{59EE3805-985F-8BF0-D30D-AD2D1121F4C2}"/>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rPr>
              <a:t>Knowing when the value of a variable will be used next is essential for generating good code. </a:t>
            </a:r>
          </a:p>
          <a:p>
            <a:pPr algn="l"/>
            <a:r>
              <a:rPr lang="en-US" b="0" i="0" u="none" strike="noStrike" baseline="0" dirty="0">
                <a:latin typeface="Times New Roman" panose="02020603050405020304" pitchFamily="18" charset="0"/>
              </a:rPr>
              <a:t>If the value of a variable that is currently in a register will never be referenced subsequently, then that register can be assigned to another variable.</a:t>
            </a:r>
          </a:p>
          <a:p>
            <a:pPr algn="l"/>
            <a:endParaRPr lang="en-IN" sz="4000" dirty="0"/>
          </a:p>
        </p:txBody>
      </p:sp>
    </p:spTree>
    <p:extLst>
      <p:ext uri="{BB962C8B-B14F-4D97-AF65-F5344CB8AC3E}">
        <p14:creationId xmlns:p14="http://schemas.microsoft.com/office/powerpoint/2010/main" val="2515200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E7776-417E-CFD6-8309-A863EDE81440}"/>
              </a:ext>
            </a:extLst>
          </p:cNvPr>
          <p:cNvSpPr>
            <a:spLocks noGrp="1"/>
          </p:cNvSpPr>
          <p:nvPr>
            <p:ph type="title"/>
          </p:nvPr>
        </p:nvSpPr>
        <p:spPr>
          <a:xfrm>
            <a:off x="838200" y="88032"/>
            <a:ext cx="10515600" cy="1275548"/>
          </a:xfrm>
        </p:spPr>
        <p:txBody>
          <a:bodyPr>
            <a:normAutofit fontScale="90000"/>
          </a:bodyPr>
          <a:lstStyle/>
          <a:p>
            <a:r>
              <a:rPr lang="en-US" dirty="0"/>
              <a:t>Algorithm: </a:t>
            </a:r>
            <a:r>
              <a:rPr lang="en-US" dirty="0">
                <a:latin typeface="Times New Roman" panose="02020603050405020304" pitchFamily="18" charset="0"/>
              </a:rPr>
              <a:t>Determining the liveness and next-use information for each statement in a basic block.</a:t>
            </a:r>
            <a:endParaRPr lang="en-IN" dirty="0"/>
          </a:p>
        </p:txBody>
      </p:sp>
      <p:sp>
        <p:nvSpPr>
          <p:cNvPr id="3" name="Content Placeholder 2">
            <a:extLst>
              <a:ext uri="{FF2B5EF4-FFF2-40B4-BE49-F238E27FC236}">
                <a16:creationId xmlns:a16="http://schemas.microsoft.com/office/drawing/2014/main" id="{EE480216-6389-2D4E-B13A-B406C5D0D0C4}"/>
              </a:ext>
            </a:extLst>
          </p:cNvPr>
          <p:cNvSpPr>
            <a:spLocks noGrp="1"/>
          </p:cNvSpPr>
          <p:nvPr>
            <p:ph idx="1"/>
          </p:nvPr>
        </p:nvSpPr>
        <p:spPr>
          <a:xfrm>
            <a:off x="152399" y="1572125"/>
            <a:ext cx="11873345" cy="5197843"/>
          </a:xfrm>
        </p:spPr>
        <p:txBody>
          <a:bodyPr>
            <a:normAutofit/>
          </a:bodyPr>
          <a:lstStyle/>
          <a:p>
            <a:pPr algn="l"/>
            <a:r>
              <a:rPr lang="en-US" b="0" i="0" u="none" strike="noStrike" baseline="0" dirty="0">
                <a:latin typeface="Times New Roman" panose="02020603050405020304" pitchFamily="18" charset="0"/>
              </a:rPr>
              <a:t>INPUT: A basic block </a:t>
            </a:r>
            <a:r>
              <a:rPr lang="en-US" b="0" i="1" u="none" strike="noStrike" baseline="0" dirty="0">
                <a:latin typeface="Courier"/>
              </a:rPr>
              <a:t>B </a:t>
            </a:r>
            <a:r>
              <a:rPr lang="en-US" b="0" i="0" u="none" strike="noStrike" baseline="0" dirty="0">
                <a:latin typeface="Times New Roman" panose="02020603050405020304" pitchFamily="18" charset="0"/>
              </a:rPr>
              <a:t>of three-address statements. </a:t>
            </a:r>
          </a:p>
          <a:p>
            <a:pPr algn="l"/>
            <a:r>
              <a:rPr lang="en-US" b="0" i="0" u="none" strike="noStrike" baseline="0" dirty="0">
                <a:latin typeface="Times New Roman" panose="02020603050405020304" pitchFamily="18" charset="0"/>
              </a:rPr>
              <a:t>OUTPUT: At each statement </a:t>
            </a:r>
            <a:r>
              <a:rPr lang="en-US" b="0" i="1" u="none" strike="noStrike" baseline="0" dirty="0">
                <a:latin typeface="Arial" panose="020B0604020202020204" pitchFamily="34" charset="0"/>
              </a:rPr>
              <a:t>i: </a:t>
            </a:r>
            <a:r>
              <a:rPr lang="en-US" b="0" i="0" u="none" strike="noStrike" baseline="0" dirty="0">
                <a:latin typeface="Times New Roman" panose="02020603050405020304" pitchFamily="18" charset="0"/>
              </a:rPr>
              <a:t>x </a:t>
            </a:r>
            <a:r>
              <a:rPr lang="en-US" b="0" i="0" u="none" strike="noStrike" baseline="0" dirty="0">
                <a:latin typeface="Arial" panose="020B0604020202020204" pitchFamily="34" charset="0"/>
              </a:rPr>
              <a:t>= </a:t>
            </a:r>
            <a:r>
              <a:rPr lang="en-US" b="0" i="0" u="none" strike="noStrike" baseline="0" dirty="0">
                <a:latin typeface="Times New Roman" panose="02020603050405020304" pitchFamily="18" charset="0"/>
              </a:rPr>
              <a:t>y </a:t>
            </a:r>
            <a:r>
              <a:rPr lang="en-US" b="0" i="0" u="none" strike="noStrike" baseline="0" dirty="0">
                <a:latin typeface="Arial" panose="020B0604020202020204" pitchFamily="34" charset="0"/>
              </a:rPr>
              <a:t>+ </a:t>
            </a:r>
            <a:r>
              <a:rPr lang="en-US" b="0" i="1" u="none" strike="noStrike" baseline="0" dirty="0">
                <a:latin typeface="Times New Roman" panose="02020603050405020304" pitchFamily="18" charset="0"/>
              </a:rPr>
              <a:t>z </a:t>
            </a:r>
            <a:r>
              <a:rPr lang="en-US" b="0" i="0" u="none" strike="noStrike" baseline="0" dirty="0">
                <a:latin typeface="Times New Roman" panose="02020603050405020304" pitchFamily="18" charset="0"/>
              </a:rPr>
              <a:t>in </a:t>
            </a:r>
            <a:r>
              <a:rPr lang="en-US" b="0" i="1" u="none" strike="noStrike" baseline="0" dirty="0">
                <a:latin typeface="Courier"/>
              </a:rPr>
              <a:t>B, </a:t>
            </a:r>
            <a:r>
              <a:rPr lang="en-US" b="0" i="0" u="none" strike="noStrike" baseline="0" dirty="0">
                <a:latin typeface="Times New Roman" panose="02020603050405020304" pitchFamily="18" charset="0"/>
              </a:rPr>
              <a:t>we attach to </a:t>
            </a:r>
            <a:r>
              <a:rPr lang="en-US" b="0" i="0" u="none" strike="noStrike" baseline="0" dirty="0" err="1">
                <a:latin typeface="Times New Roman" panose="02020603050405020304" pitchFamily="18" charset="0"/>
              </a:rPr>
              <a:t>i</a:t>
            </a:r>
            <a:r>
              <a:rPr lang="en-US" b="0" i="0" u="none" strike="noStrike" baseline="0" dirty="0">
                <a:latin typeface="Times New Roman" panose="02020603050405020304" pitchFamily="18" charset="0"/>
              </a:rPr>
              <a:t> the liveness and next-use information of x, y, and </a:t>
            </a:r>
            <a:r>
              <a:rPr lang="en-US" b="0" i="1" u="none" strike="noStrike" baseline="0" dirty="0">
                <a:latin typeface="Times New Roman" panose="02020603050405020304" pitchFamily="18" charset="0"/>
              </a:rPr>
              <a:t>z.</a:t>
            </a:r>
          </a:p>
          <a:p>
            <a:pPr algn="l"/>
            <a:r>
              <a:rPr lang="en-US" b="0" i="0" u="none" strike="noStrike" baseline="0" dirty="0">
                <a:latin typeface="Times New Roman" panose="02020603050405020304" pitchFamily="18" charset="0"/>
              </a:rPr>
              <a:t>METHOD: We start at the last statement in </a:t>
            </a:r>
            <a:r>
              <a:rPr lang="en-US" b="0" i="1" u="none" strike="noStrike" baseline="0" dirty="0">
                <a:latin typeface="Times New Roman" panose="02020603050405020304" pitchFamily="18" charset="0"/>
              </a:rPr>
              <a:t>B </a:t>
            </a:r>
            <a:r>
              <a:rPr lang="en-US" b="0" i="0" u="none" strike="noStrike" baseline="0" dirty="0">
                <a:latin typeface="Times New Roman" panose="02020603050405020304" pitchFamily="18" charset="0"/>
              </a:rPr>
              <a:t>and scan backwards to the beginning of </a:t>
            </a:r>
            <a:r>
              <a:rPr lang="en-US" b="0" i="1" u="none" strike="noStrike" baseline="0" dirty="0">
                <a:latin typeface="Courier"/>
              </a:rPr>
              <a:t>B. </a:t>
            </a:r>
          </a:p>
          <a:p>
            <a:pPr algn="l"/>
            <a:r>
              <a:rPr lang="en-US" b="0" i="0" u="none" strike="noStrike" baseline="0" dirty="0">
                <a:latin typeface="Times New Roman" panose="02020603050405020304" pitchFamily="18" charset="0"/>
              </a:rPr>
              <a:t>At each statement </a:t>
            </a:r>
            <a:r>
              <a:rPr lang="en-US" b="0" i="1" u="none" strike="noStrike" baseline="0" dirty="0">
                <a:latin typeface="Arial" panose="020B0604020202020204" pitchFamily="34" charset="0"/>
              </a:rPr>
              <a:t>i: </a:t>
            </a:r>
            <a:r>
              <a:rPr lang="en-US" b="0" i="1" u="none" strike="noStrike" baseline="0" dirty="0">
                <a:latin typeface="Courier"/>
              </a:rPr>
              <a:t>x </a:t>
            </a:r>
            <a:r>
              <a:rPr lang="en-US" b="0" i="0" u="none" strike="noStrike" baseline="0" dirty="0">
                <a:latin typeface="Arial" panose="020B0604020202020204" pitchFamily="34" charset="0"/>
              </a:rPr>
              <a:t>= </a:t>
            </a:r>
            <a:r>
              <a:rPr lang="en-US" b="0" i="0" u="none" strike="noStrike" baseline="0" dirty="0">
                <a:latin typeface="Times New Roman" panose="02020603050405020304" pitchFamily="18" charset="0"/>
              </a:rPr>
              <a:t>y </a:t>
            </a:r>
            <a:r>
              <a:rPr lang="en-US" b="0" i="0" u="none" strike="noStrike" baseline="0" dirty="0">
                <a:latin typeface="Arial" panose="020B0604020202020204" pitchFamily="34" charset="0"/>
              </a:rPr>
              <a:t>+ </a:t>
            </a:r>
            <a:r>
              <a:rPr lang="en-US" b="0" i="1" u="none" strike="noStrike" baseline="0" dirty="0">
                <a:latin typeface="Times New Roman" panose="02020603050405020304" pitchFamily="18" charset="0"/>
              </a:rPr>
              <a:t>z </a:t>
            </a:r>
            <a:r>
              <a:rPr lang="en-US" b="0" i="0" u="none" strike="noStrike" baseline="0" dirty="0">
                <a:latin typeface="Times New Roman" panose="02020603050405020304" pitchFamily="18" charset="0"/>
              </a:rPr>
              <a:t>in </a:t>
            </a:r>
            <a:r>
              <a:rPr lang="en-US" b="0" i="1" u="none" strike="noStrike" baseline="0" dirty="0">
                <a:latin typeface="Courier"/>
              </a:rPr>
              <a:t>B, </a:t>
            </a:r>
            <a:r>
              <a:rPr lang="en-US" b="0" i="0" u="none" strike="noStrike" baseline="0" dirty="0">
                <a:latin typeface="Times New Roman" panose="02020603050405020304" pitchFamily="18" charset="0"/>
              </a:rPr>
              <a:t>we do the following:</a:t>
            </a:r>
          </a:p>
          <a:p>
            <a:pPr marL="0" indent="0" algn="l">
              <a:buNone/>
            </a:pPr>
            <a:r>
              <a:rPr lang="en-US" b="0" i="0" u="none" strike="noStrike" baseline="0" dirty="0">
                <a:latin typeface="Times New Roman" panose="02020603050405020304" pitchFamily="18" charset="0"/>
              </a:rPr>
              <a:t>1. Attach to statement </a:t>
            </a:r>
            <a:r>
              <a:rPr lang="en-US" b="0" i="0" u="none" strike="noStrike" baseline="0" dirty="0" err="1">
                <a:latin typeface="Times New Roman" panose="02020603050405020304" pitchFamily="18" charset="0"/>
              </a:rPr>
              <a:t>i</a:t>
            </a:r>
            <a:r>
              <a:rPr lang="en-US" b="0" i="0" u="none" strike="noStrike" baseline="0" dirty="0">
                <a:latin typeface="Times New Roman" panose="02020603050405020304" pitchFamily="18" charset="0"/>
              </a:rPr>
              <a:t> the information currently found in the symbol table regarding the next use and liveness of x, y, and z.</a:t>
            </a:r>
          </a:p>
          <a:p>
            <a:pPr marL="0" indent="0" algn="l">
              <a:buNone/>
            </a:pPr>
            <a:r>
              <a:rPr lang="en-US" b="0" i="0" u="none" strike="noStrike" baseline="0" dirty="0">
                <a:latin typeface="Times New Roman" panose="02020603050405020304" pitchFamily="18" charset="0"/>
              </a:rPr>
              <a:t>2. In the symbol table, set x to "not live" and "no next use."</a:t>
            </a:r>
          </a:p>
          <a:p>
            <a:pPr marL="0" indent="0" algn="l">
              <a:buNone/>
            </a:pPr>
            <a:r>
              <a:rPr lang="en-US" b="1" i="0" u="none" strike="noStrike" baseline="0" dirty="0">
                <a:latin typeface="Times New Roman" panose="02020603050405020304" pitchFamily="18" charset="0"/>
              </a:rPr>
              <a:t>3. </a:t>
            </a:r>
            <a:r>
              <a:rPr lang="en-US" b="0" i="0" u="none" strike="noStrike" baseline="0" dirty="0">
                <a:latin typeface="Times New Roman" panose="02020603050405020304" pitchFamily="18" charset="0"/>
              </a:rPr>
              <a:t>In the symbol table, set y and </a:t>
            </a:r>
            <a:r>
              <a:rPr lang="en-US" b="0" i="1" u="none" strike="noStrike" baseline="0" dirty="0">
                <a:latin typeface="Times New Roman" panose="02020603050405020304" pitchFamily="18" charset="0"/>
              </a:rPr>
              <a:t>z </a:t>
            </a:r>
            <a:r>
              <a:rPr lang="en-US" b="0" i="0" u="none" strike="noStrike" baseline="0" dirty="0">
                <a:latin typeface="Times New Roman" panose="02020603050405020304" pitchFamily="18" charset="0"/>
              </a:rPr>
              <a:t>to "live" and the next uses of y and </a:t>
            </a:r>
            <a:r>
              <a:rPr lang="en-US" b="0" i="1" u="none" strike="noStrike" baseline="0" dirty="0">
                <a:latin typeface="Times New Roman" panose="02020603050405020304" pitchFamily="18" charset="0"/>
              </a:rPr>
              <a:t>z </a:t>
            </a:r>
            <a:r>
              <a:rPr lang="en-US" b="0" i="0" u="none" strike="noStrike" baseline="0" dirty="0">
                <a:latin typeface="Times New Roman" panose="02020603050405020304" pitchFamily="18" charset="0"/>
              </a:rPr>
              <a:t>to </a:t>
            </a:r>
            <a:r>
              <a:rPr lang="en-US" b="0" i="0" u="none" strike="noStrike" baseline="0" dirty="0" err="1">
                <a:latin typeface="Times New Roman" panose="02020603050405020304" pitchFamily="18" charset="0"/>
              </a:rPr>
              <a:t>i</a:t>
            </a:r>
            <a:endParaRPr lang="en-US" b="0" i="0" u="none" strike="noStrike" baseline="0" dirty="0">
              <a:latin typeface="Times New Roman" panose="02020603050405020304" pitchFamily="18" charset="0"/>
            </a:endParaRPr>
          </a:p>
          <a:p>
            <a:pPr marL="0" indent="0" algn="l">
              <a:buNone/>
            </a:pPr>
            <a:endParaRPr lang="en-IN" dirty="0"/>
          </a:p>
        </p:txBody>
      </p:sp>
    </p:spTree>
    <p:extLst>
      <p:ext uri="{BB962C8B-B14F-4D97-AF65-F5344CB8AC3E}">
        <p14:creationId xmlns:p14="http://schemas.microsoft.com/office/powerpoint/2010/main" val="9405094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DEE0-46D9-EF76-E379-7280458A524A}"/>
              </a:ext>
            </a:extLst>
          </p:cNvPr>
          <p:cNvSpPr>
            <a:spLocks noGrp="1"/>
          </p:cNvSpPr>
          <p:nvPr>
            <p:ph type="title"/>
          </p:nvPr>
        </p:nvSpPr>
        <p:spPr>
          <a:xfrm>
            <a:off x="838200" y="88031"/>
            <a:ext cx="10515600" cy="621417"/>
          </a:xfrm>
        </p:spPr>
        <p:txBody>
          <a:bodyPr>
            <a:normAutofit fontScale="90000"/>
          </a:bodyPr>
          <a:lstStyle/>
          <a:p>
            <a:r>
              <a:rPr lang="en-IN" b="0" i="0" u="none" strike="noStrike" baseline="0" dirty="0">
                <a:latin typeface="Times New Roman" panose="02020603050405020304" pitchFamily="18" charset="0"/>
              </a:rPr>
              <a:t>Optimization of Basic Blocks</a:t>
            </a:r>
            <a:endParaRPr lang="en-IN" sz="8800" dirty="0"/>
          </a:p>
        </p:txBody>
      </p:sp>
      <p:sp>
        <p:nvSpPr>
          <p:cNvPr id="3" name="Content Placeholder 2">
            <a:extLst>
              <a:ext uri="{FF2B5EF4-FFF2-40B4-BE49-F238E27FC236}">
                <a16:creationId xmlns:a16="http://schemas.microsoft.com/office/drawing/2014/main" id="{9A8BB44B-BF4F-0BC2-8EC3-9F68A6968555}"/>
              </a:ext>
            </a:extLst>
          </p:cNvPr>
          <p:cNvSpPr>
            <a:spLocks noGrp="1"/>
          </p:cNvSpPr>
          <p:nvPr>
            <p:ph idx="1"/>
          </p:nvPr>
        </p:nvSpPr>
        <p:spPr>
          <a:xfrm>
            <a:off x="152399" y="851338"/>
            <a:ext cx="11873345" cy="5918631"/>
          </a:xfrm>
        </p:spPr>
        <p:txBody>
          <a:bodyPr>
            <a:normAutofit fontScale="92500" lnSpcReduction="10000"/>
          </a:bodyPr>
          <a:lstStyle/>
          <a:p>
            <a:pPr algn="l"/>
            <a:r>
              <a:rPr lang="en-US" b="1" i="0" u="none" strike="noStrike" baseline="0" dirty="0">
                <a:latin typeface="Times New Roman" panose="02020603050405020304" pitchFamily="18" charset="0"/>
              </a:rPr>
              <a:t>The DAG Representation of Basic Blocks</a:t>
            </a:r>
          </a:p>
          <a:p>
            <a:pPr algn="l"/>
            <a:r>
              <a:rPr lang="en-US" b="0" i="0" u="none" strike="noStrike" baseline="0" dirty="0">
                <a:latin typeface="Times New Roman" panose="02020603050405020304" pitchFamily="18" charset="0"/>
              </a:rPr>
              <a:t>Many important techniques for local optimization begin by transforming a basic block into a DAG (directed acyclic graph). </a:t>
            </a:r>
          </a:p>
          <a:p>
            <a:pPr algn="l"/>
            <a:r>
              <a:rPr lang="en-US" dirty="0">
                <a:latin typeface="Times New Roman" panose="02020603050405020304" pitchFamily="18" charset="0"/>
              </a:rPr>
              <a:t>C</a:t>
            </a:r>
            <a:r>
              <a:rPr lang="en-US" b="0" i="0" u="none" strike="noStrike" baseline="0" dirty="0">
                <a:latin typeface="Times New Roman" panose="02020603050405020304" pitchFamily="18" charset="0"/>
              </a:rPr>
              <a:t>onstruction of a DAG for a basic block is as follows:</a:t>
            </a:r>
          </a:p>
          <a:p>
            <a:pPr marL="342900" indent="-342900" algn="l">
              <a:buFont typeface="+mj-lt"/>
              <a:buAutoNum type="arabicPeriod"/>
            </a:pPr>
            <a:r>
              <a:rPr lang="en-US" b="0" i="0" u="none" strike="noStrike" baseline="0" dirty="0">
                <a:latin typeface="Times New Roman" panose="02020603050405020304" pitchFamily="18" charset="0"/>
              </a:rPr>
              <a:t>There is a node in the DAG for each of the initial values of the variables appearing in the basic block.</a:t>
            </a:r>
          </a:p>
          <a:p>
            <a:pPr marL="342900" indent="-342900" algn="l">
              <a:buFont typeface="+mj-lt"/>
              <a:buAutoNum type="arabicPeriod"/>
            </a:pPr>
            <a:r>
              <a:rPr lang="en-US" dirty="0">
                <a:latin typeface="Times New Roman" panose="02020603050405020304" pitchFamily="18" charset="0"/>
              </a:rPr>
              <a:t>T</a:t>
            </a:r>
            <a:r>
              <a:rPr lang="en-US" b="0" i="0" u="none" strike="noStrike" baseline="0" dirty="0">
                <a:latin typeface="Times New Roman" panose="02020603050405020304" pitchFamily="18" charset="0"/>
              </a:rPr>
              <a:t>here is a node N associated with each statement s within the block. The children of N are those nodes corresponding to statements that are the last definitions, prior to s, of the operands used by s.</a:t>
            </a:r>
          </a:p>
          <a:p>
            <a:pPr marL="342900" indent="-342900" algn="l">
              <a:buFont typeface="+mj-lt"/>
              <a:buAutoNum type="arabicPeriod"/>
            </a:pPr>
            <a:r>
              <a:rPr lang="en-US" b="0" i="0" u="none" strike="noStrike" baseline="0" dirty="0">
                <a:latin typeface="Times New Roman" panose="02020603050405020304" pitchFamily="18" charset="0"/>
              </a:rPr>
              <a:t>Node N is labeled by the operator applied at s, and also attached to N is the list of variables for which it is the last definition within the block.</a:t>
            </a:r>
          </a:p>
          <a:p>
            <a:pPr marL="342900" indent="-342900" algn="l">
              <a:buFont typeface="+mj-lt"/>
              <a:buAutoNum type="arabicPeriod"/>
            </a:pPr>
            <a:r>
              <a:rPr lang="en-US" b="0" i="0" u="none" strike="noStrike" baseline="0" dirty="0">
                <a:latin typeface="Times New Roman" panose="02020603050405020304" pitchFamily="18" charset="0"/>
              </a:rPr>
              <a:t>Certain nodes are designated </a:t>
            </a:r>
            <a:r>
              <a:rPr lang="en-US" b="0" i="1" u="none" strike="noStrike" baseline="0" dirty="0">
                <a:latin typeface="Times New Roman" panose="02020603050405020304" pitchFamily="18" charset="0"/>
              </a:rPr>
              <a:t>output nodes. </a:t>
            </a:r>
            <a:r>
              <a:rPr lang="en-US" b="0" i="0" u="none" strike="noStrike" baseline="0" dirty="0">
                <a:latin typeface="Times New Roman" panose="02020603050405020304" pitchFamily="18" charset="0"/>
              </a:rPr>
              <a:t>These are the nodes whose variables are </a:t>
            </a:r>
            <a:r>
              <a:rPr lang="en-US" b="0" i="1" u="none" strike="noStrike" baseline="0" dirty="0">
                <a:latin typeface="Times New Roman" panose="02020603050405020304" pitchFamily="18" charset="0"/>
              </a:rPr>
              <a:t>live on exit </a:t>
            </a:r>
            <a:r>
              <a:rPr lang="en-US" b="0" i="0" u="none" strike="noStrike" baseline="0" dirty="0">
                <a:latin typeface="Times New Roman" panose="02020603050405020304" pitchFamily="18" charset="0"/>
              </a:rPr>
              <a:t>from the block; that is, their values may be used later, in another block of the flow graph. Calculation of these "live variables" is a matter for global flow analysis</a:t>
            </a:r>
            <a:endParaRPr lang="en-IN" sz="4000" dirty="0"/>
          </a:p>
        </p:txBody>
      </p:sp>
    </p:spTree>
    <p:extLst>
      <p:ext uri="{BB962C8B-B14F-4D97-AF65-F5344CB8AC3E}">
        <p14:creationId xmlns:p14="http://schemas.microsoft.com/office/powerpoint/2010/main" val="4006375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E068B-C66B-5907-E32C-6D550BAB5EA9}"/>
              </a:ext>
            </a:extLst>
          </p:cNvPr>
          <p:cNvSpPr>
            <a:spLocks noGrp="1"/>
          </p:cNvSpPr>
          <p:nvPr>
            <p:ph type="title"/>
          </p:nvPr>
        </p:nvSpPr>
        <p:spPr/>
        <p:txBody>
          <a:bodyPr/>
          <a:lstStyle/>
          <a:p>
            <a:r>
              <a:rPr lang="en-US" dirty="0"/>
              <a:t>Advantages of DAG</a:t>
            </a:r>
            <a:endParaRPr lang="en-IN" dirty="0"/>
          </a:p>
        </p:txBody>
      </p:sp>
      <p:sp>
        <p:nvSpPr>
          <p:cNvPr id="3" name="Content Placeholder 2">
            <a:extLst>
              <a:ext uri="{FF2B5EF4-FFF2-40B4-BE49-F238E27FC236}">
                <a16:creationId xmlns:a16="http://schemas.microsoft.com/office/drawing/2014/main" id="{C164FAA5-8BCD-741E-ABBF-787C775DFBD2}"/>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rPr>
              <a:t>The DAG representation of a basic block lets us perform several code improving transformations on the code represented by the block.</a:t>
            </a:r>
          </a:p>
          <a:p>
            <a:pPr marL="342900" indent="-342900" algn="l">
              <a:buFont typeface="+mj-lt"/>
              <a:buAutoNum type="arabicPeriod"/>
            </a:pPr>
            <a:r>
              <a:rPr lang="en-US" b="0" i="0" u="none" strike="noStrike" baseline="0" dirty="0">
                <a:latin typeface="Times New Roman" panose="02020603050405020304" pitchFamily="18" charset="0"/>
              </a:rPr>
              <a:t>eliminate </a:t>
            </a:r>
            <a:r>
              <a:rPr lang="en-US" b="0" i="1" u="none" strike="noStrike" baseline="0" dirty="0">
                <a:latin typeface="Times New Roman" panose="02020603050405020304" pitchFamily="18" charset="0"/>
              </a:rPr>
              <a:t>local common subexpressions, </a:t>
            </a:r>
            <a:r>
              <a:rPr lang="en-US" b="0" i="0" u="none" strike="noStrike" baseline="0" dirty="0">
                <a:latin typeface="Times New Roman" panose="02020603050405020304" pitchFamily="18" charset="0"/>
              </a:rPr>
              <a:t>that is, instructions that compute a value that has already been computed.</a:t>
            </a:r>
          </a:p>
          <a:p>
            <a:pPr marL="342900" indent="-342900" algn="l">
              <a:buFont typeface="+mj-lt"/>
              <a:buAutoNum type="arabicPeriod"/>
            </a:pPr>
            <a:r>
              <a:rPr lang="en-US" b="0" i="0" u="none" strike="noStrike" baseline="0" dirty="0">
                <a:latin typeface="Times New Roman" panose="02020603050405020304" pitchFamily="18" charset="0"/>
              </a:rPr>
              <a:t>eliminate </a:t>
            </a:r>
            <a:r>
              <a:rPr lang="en-US" b="0" i="1" u="none" strike="noStrike" baseline="0" dirty="0">
                <a:latin typeface="Times New Roman" panose="02020603050405020304" pitchFamily="18" charset="0"/>
              </a:rPr>
              <a:t>dead code, </a:t>
            </a:r>
            <a:r>
              <a:rPr lang="en-US" b="0" i="0" u="none" strike="noStrike" baseline="0" dirty="0">
                <a:latin typeface="Times New Roman" panose="02020603050405020304" pitchFamily="18" charset="0"/>
              </a:rPr>
              <a:t>that is, instructions that compute a value </a:t>
            </a:r>
            <a:r>
              <a:rPr lang="en-IN" b="0" i="0" u="none" strike="noStrike" baseline="0" dirty="0">
                <a:latin typeface="Times New Roman" panose="02020603050405020304" pitchFamily="18" charset="0"/>
              </a:rPr>
              <a:t>that is never used.</a:t>
            </a:r>
          </a:p>
          <a:p>
            <a:pPr marL="342900" indent="-342900" algn="l">
              <a:buFont typeface="+mj-lt"/>
              <a:buAutoNum type="arabicPeriod"/>
            </a:pPr>
            <a:r>
              <a:rPr lang="en-US" b="0" i="0" u="none" strike="noStrike" baseline="0" dirty="0">
                <a:latin typeface="Times New Roman" panose="02020603050405020304" pitchFamily="18" charset="0"/>
              </a:rPr>
              <a:t>reorder statements that do not depend on one another; which may reduce the time a temporary value needs to be preserved </a:t>
            </a:r>
            <a:r>
              <a:rPr lang="en-IN" b="0" i="0" u="none" strike="noStrike" baseline="0" dirty="0">
                <a:latin typeface="Times New Roman" panose="02020603050405020304" pitchFamily="18" charset="0"/>
              </a:rPr>
              <a:t>in a register.</a:t>
            </a:r>
          </a:p>
          <a:p>
            <a:pPr marL="342900" indent="-342900" algn="l">
              <a:buFont typeface="+mj-lt"/>
              <a:buAutoNum type="arabicPeriod"/>
            </a:pPr>
            <a:r>
              <a:rPr lang="en-US" b="0" i="0" u="none" strike="noStrike" baseline="0" dirty="0">
                <a:latin typeface="Times New Roman" panose="02020603050405020304" pitchFamily="18" charset="0"/>
              </a:rPr>
              <a:t>apply algebraic laws to reorder operands of three-address instructions, and sometimes t hereby simplify t he computation.</a:t>
            </a:r>
            <a:endParaRPr lang="en-IN" sz="4000" dirty="0"/>
          </a:p>
        </p:txBody>
      </p:sp>
    </p:spTree>
    <p:extLst>
      <p:ext uri="{BB962C8B-B14F-4D97-AF65-F5344CB8AC3E}">
        <p14:creationId xmlns:p14="http://schemas.microsoft.com/office/powerpoint/2010/main" val="1448325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F9A76-6ADF-A090-A6D2-8D9EE7EC5614}"/>
              </a:ext>
            </a:extLst>
          </p:cNvPr>
          <p:cNvSpPr>
            <a:spLocks noGrp="1"/>
          </p:cNvSpPr>
          <p:nvPr>
            <p:ph type="title"/>
          </p:nvPr>
        </p:nvSpPr>
        <p:spPr/>
        <p:txBody>
          <a:bodyPr>
            <a:normAutofit/>
          </a:bodyPr>
          <a:lstStyle/>
          <a:p>
            <a:r>
              <a:rPr lang="en-IN" dirty="0">
                <a:latin typeface="Times New Roman" panose="02020603050405020304" pitchFamily="18" charset="0"/>
              </a:rPr>
              <a:t>Finding Local Common Subexpressions</a:t>
            </a:r>
            <a:endParaRPr lang="en-IN" dirty="0"/>
          </a:p>
        </p:txBody>
      </p:sp>
      <p:sp>
        <p:nvSpPr>
          <p:cNvPr id="3" name="Content Placeholder 2">
            <a:extLst>
              <a:ext uri="{FF2B5EF4-FFF2-40B4-BE49-F238E27FC236}">
                <a16:creationId xmlns:a16="http://schemas.microsoft.com/office/drawing/2014/main" id="{E4679146-DA01-826C-7D80-51CFCF5770D1}"/>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rPr>
              <a:t>Common subexpressions can be detected by noticing, as a new node M is about to be added, whether there is an existing node N with the same children, in the same order, and with the same operator. </a:t>
            </a:r>
          </a:p>
          <a:p>
            <a:pPr algn="l"/>
            <a:r>
              <a:rPr lang="en-US" b="0" i="0" u="none" strike="noStrike" baseline="0" dirty="0">
                <a:latin typeface="Times New Roman" panose="02020603050405020304" pitchFamily="18" charset="0"/>
              </a:rPr>
              <a:t>If so, N computes the same value as M and may be used in its place.</a:t>
            </a:r>
            <a:endParaRPr lang="en-IN" sz="4000" dirty="0"/>
          </a:p>
        </p:txBody>
      </p:sp>
      <p:pic>
        <p:nvPicPr>
          <p:cNvPr id="5" name="Picture 4">
            <a:extLst>
              <a:ext uri="{FF2B5EF4-FFF2-40B4-BE49-F238E27FC236}">
                <a16:creationId xmlns:a16="http://schemas.microsoft.com/office/drawing/2014/main" id="{19F7ACDA-A48E-509E-0D55-61BF56B3883A}"/>
              </a:ext>
            </a:extLst>
          </p:cNvPr>
          <p:cNvPicPr>
            <a:picLocks noChangeAspect="1"/>
          </p:cNvPicPr>
          <p:nvPr/>
        </p:nvPicPr>
        <p:blipFill>
          <a:blip r:embed="rId2"/>
          <a:stretch>
            <a:fillRect/>
          </a:stretch>
        </p:blipFill>
        <p:spPr>
          <a:xfrm>
            <a:off x="3554936" y="3597638"/>
            <a:ext cx="2285870" cy="1752928"/>
          </a:xfrm>
          <a:prstGeom prst="rect">
            <a:avLst/>
          </a:prstGeom>
        </p:spPr>
      </p:pic>
      <p:pic>
        <p:nvPicPr>
          <p:cNvPr id="7" name="Picture 6">
            <a:extLst>
              <a:ext uri="{FF2B5EF4-FFF2-40B4-BE49-F238E27FC236}">
                <a16:creationId xmlns:a16="http://schemas.microsoft.com/office/drawing/2014/main" id="{10D735F9-6DAE-692B-DA5D-D1B43DEA288F}"/>
              </a:ext>
            </a:extLst>
          </p:cNvPr>
          <p:cNvPicPr>
            <a:picLocks noChangeAspect="1"/>
          </p:cNvPicPr>
          <p:nvPr/>
        </p:nvPicPr>
        <p:blipFill>
          <a:blip r:embed="rId3"/>
          <a:stretch>
            <a:fillRect/>
          </a:stretch>
        </p:blipFill>
        <p:spPr>
          <a:xfrm>
            <a:off x="6351196" y="3039789"/>
            <a:ext cx="4848084" cy="2868626"/>
          </a:xfrm>
          <a:prstGeom prst="rect">
            <a:avLst/>
          </a:prstGeom>
        </p:spPr>
      </p:pic>
    </p:spTree>
    <p:extLst>
      <p:ext uri="{BB962C8B-B14F-4D97-AF65-F5344CB8AC3E}">
        <p14:creationId xmlns:p14="http://schemas.microsoft.com/office/powerpoint/2010/main" val="733637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43FC-E9C2-64CE-7AD4-63A34AAF800F}"/>
              </a:ext>
            </a:extLst>
          </p:cNvPr>
          <p:cNvSpPr>
            <a:spLocks noGrp="1"/>
          </p:cNvSpPr>
          <p:nvPr>
            <p:ph type="title"/>
          </p:nvPr>
        </p:nvSpPr>
        <p:spPr/>
        <p:txBody>
          <a:bodyPr>
            <a:normAutofit/>
          </a:bodyPr>
          <a:lstStyle/>
          <a:p>
            <a:r>
              <a:rPr lang="en-IN" dirty="0">
                <a:latin typeface="Times New Roman" panose="02020603050405020304" pitchFamily="18" charset="0"/>
              </a:rPr>
              <a:t>Dead Code Elimination</a:t>
            </a:r>
            <a:endParaRPr lang="en-IN" dirty="0"/>
          </a:p>
        </p:txBody>
      </p:sp>
      <p:sp>
        <p:nvSpPr>
          <p:cNvPr id="3" name="Content Placeholder 2">
            <a:extLst>
              <a:ext uri="{FF2B5EF4-FFF2-40B4-BE49-F238E27FC236}">
                <a16:creationId xmlns:a16="http://schemas.microsoft.com/office/drawing/2014/main" id="{A4382B90-7820-3505-AE07-A9CA62A295FA}"/>
              </a:ext>
            </a:extLst>
          </p:cNvPr>
          <p:cNvSpPr>
            <a:spLocks noGrp="1"/>
          </p:cNvSpPr>
          <p:nvPr>
            <p:ph idx="1"/>
          </p:nvPr>
        </p:nvSpPr>
        <p:spPr>
          <a:xfrm>
            <a:off x="152400" y="1246909"/>
            <a:ext cx="6942084" cy="5523060"/>
          </a:xfrm>
        </p:spPr>
        <p:txBody>
          <a:bodyPr>
            <a:normAutofit/>
          </a:bodyPr>
          <a:lstStyle/>
          <a:p>
            <a:pPr algn="l"/>
            <a:r>
              <a:rPr lang="en-US" b="0" i="0" u="none" strike="noStrike" baseline="0" dirty="0">
                <a:latin typeface="Times New Roman" panose="02020603050405020304" pitchFamily="18" charset="0"/>
              </a:rPr>
              <a:t>The operation on DAG's that corresponds to dead-code elimination can be implemented as follows;</a:t>
            </a:r>
          </a:p>
          <a:p>
            <a:pPr algn="l"/>
            <a:r>
              <a:rPr lang="en-US" dirty="0">
                <a:latin typeface="Times New Roman" panose="02020603050405020304" pitchFamily="18" charset="0"/>
              </a:rPr>
              <a:t>D</a:t>
            </a:r>
            <a:r>
              <a:rPr lang="en-US" b="0" i="0" u="none" strike="noStrike" baseline="0" dirty="0">
                <a:latin typeface="Times New Roman" panose="02020603050405020304" pitchFamily="18" charset="0"/>
              </a:rPr>
              <a:t>elete from a DAG any root (node with no ancestors) that has no live variables attached. </a:t>
            </a:r>
          </a:p>
          <a:p>
            <a:pPr algn="l"/>
            <a:r>
              <a:rPr lang="en-US" b="0" i="0" u="none" strike="noStrike" baseline="0" dirty="0">
                <a:latin typeface="Times New Roman" panose="02020603050405020304" pitchFamily="18" charset="0"/>
              </a:rPr>
              <a:t>Repeated application of this transformation will remove all nodes from the DAG that correspond to dead code.</a:t>
            </a:r>
          </a:p>
        </p:txBody>
      </p:sp>
      <p:sp>
        <p:nvSpPr>
          <p:cNvPr id="6" name="Rectangle 1">
            <a:extLst>
              <a:ext uri="{FF2B5EF4-FFF2-40B4-BE49-F238E27FC236}">
                <a16:creationId xmlns:a16="http://schemas.microsoft.com/office/drawing/2014/main" id="{1D3555D9-67D8-EB70-56BA-9CEFFB27087E}"/>
              </a:ext>
            </a:extLst>
          </p:cNvPr>
          <p:cNvSpPr>
            <a:spLocks noChangeArrowheads="1"/>
          </p:cNvSpPr>
          <p:nvPr/>
        </p:nvSpPr>
        <p:spPr bwMode="auto">
          <a:xfrm>
            <a:off x="7220607" y="1638560"/>
            <a:ext cx="4971393" cy="258532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B00040"/>
                </a:solidFill>
                <a:effectLst/>
                <a:latin typeface="Cambria Math" panose="02040503050406030204" pitchFamily="18" charset="0"/>
                <a:ea typeface="Cambria Math" panose="02040503050406030204" pitchFamily="18" charset="0"/>
              </a:rPr>
              <a:t>void</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rgbClr val="0000FF"/>
                </a:solidFill>
                <a:effectLst/>
                <a:latin typeface="Cambria Math" panose="02040503050406030204" pitchFamily="18" charset="0"/>
                <a:ea typeface="Cambria Math" panose="02040503050406030204" pitchFamily="18" charset="0"/>
              </a:rPr>
              <a:t>example1</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B00040"/>
                </a:solidFill>
                <a:effectLst/>
                <a:latin typeface="Cambria Math" panose="02040503050406030204" pitchFamily="18" charset="0"/>
                <a:ea typeface="Cambria Math" panose="02040503050406030204" pitchFamily="18" charset="0"/>
              </a:rPr>
              <a:t>    int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x</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rgbClr val="666666"/>
                </a:solidFill>
                <a:effectLst/>
                <a:latin typeface="Cambria Math" panose="02040503050406030204" pitchFamily="18" charset="0"/>
                <a:ea typeface="Cambria Math" panose="02040503050406030204" pitchFamily="18" charset="0"/>
              </a:rPr>
              <a: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rgbClr val="666666"/>
                </a:solidFill>
                <a:effectLst/>
                <a:latin typeface="Cambria Math" panose="02040503050406030204" pitchFamily="18" charset="0"/>
                <a:ea typeface="Cambria Math" panose="02040503050406030204" pitchFamily="18" charset="0"/>
              </a:rPr>
              <a:t>10</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8000"/>
                </a:solidFill>
                <a:effectLst/>
                <a:latin typeface="Cambria Math" panose="02040503050406030204" pitchFamily="18" charset="0"/>
                <a:ea typeface="Cambria Math" panose="02040503050406030204" pitchFamily="18" charset="0"/>
              </a:rPr>
              <a:t>    return</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1" u="none" strike="noStrike" cap="none" normalizeH="0" baseline="0" dirty="0">
                <a:ln>
                  <a:noFill/>
                </a:ln>
                <a:solidFill>
                  <a:srgbClr val="3D7B7B"/>
                </a:solidFill>
                <a:effectLst/>
                <a:latin typeface="Cambria Math" panose="02040503050406030204" pitchFamily="18" charset="0"/>
                <a:ea typeface="Cambria Math" panose="02040503050406030204" pitchFamily="18" charset="0"/>
              </a:rPr>
              <a:t>// Program exits   here</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x</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rgbClr val="666666"/>
                </a:solidFill>
                <a:effectLst/>
                <a:latin typeface="Cambria Math" panose="02040503050406030204" pitchFamily="18" charset="0"/>
                <a:ea typeface="Cambria Math" panose="02040503050406030204" pitchFamily="18" charset="0"/>
              </a:rPr>
              <a: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rgbClr val="666666"/>
                </a:solidFill>
                <a:effectLst/>
                <a:latin typeface="Cambria Math" panose="02040503050406030204" pitchFamily="18" charset="0"/>
                <a:ea typeface="Cambria Math" panose="02040503050406030204" pitchFamily="18" charset="0"/>
              </a:rPr>
              <a:t>20</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1" u="none" strike="noStrike" cap="none" normalizeH="0" baseline="0" dirty="0">
                <a:ln>
                  <a:noFill/>
                </a:ln>
                <a:solidFill>
                  <a:srgbClr val="3D7B7B"/>
                </a:solidFill>
                <a:effectLst/>
                <a:latin typeface="Cambria Math" panose="02040503050406030204" pitchFamily="18" charset="0"/>
                <a:ea typeface="Cambria Math" panose="02040503050406030204" pitchFamily="18" charset="0"/>
              </a:rPr>
              <a:t>// Dead code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p:txBody>
      </p:sp>
    </p:spTree>
    <p:extLst>
      <p:ext uri="{BB962C8B-B14F-4D97-AF65-F5344CB8AC3E}">
        <p14:creationId xmlns:p14="http://schemas.microsoft.com/office/powerpoint/2010/main" val="11205964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656E1-333C-38EC-D1F6-1B2E2B008EA0}"/>
              </a:ext>
            </a:extLst>
          </p:cNvPr>
          <p:cNvSpPr>
            <a:spLocks noGrp="1"/>
          </p:cNvSpPr>
          <p:nvPr>
            <p:ph type="title"/>
          </p:nvPr>
        </p:nvSpPr>
        <p:spPr>
          <a:xfrm>
            <a:off x="838200" y="88031"/>
            <a:ext cx="10515600" cy="621417"/>
          </a:xfrm>
        </p:spPr>
        <p:txBody>
          <a:bodyPr>
            <a:normAutofit fontScale="90000"/>
          </a:bodyPr>
          <a:lstStyle/>
          <a:p>
            <a:r>
              <a:rPr lang="en-US" dirty="0">
                <a:latin typeface="Times New Roman" panose="02020603050405020304" pitchFamily="18" charset="0"/>
              </a:rPr>
              <a:t>The Use of Algebraic Identities</a:t>
            </a:r>
            <a:endParaRPr lang="en-IN" dirty="0"/>
          </a:p>
        </p:txBody>
      </p:sp>
      <p:sp>
        <p:nvSpPr>
          <p:cNvPr id="3" name="Content Placeholder 2">
            <a:extLst>
              <a:ext uri="{FF2B5EF4-FFF2-40B4-BE49-F238E27FC236}">
                <a16:creationId xmlns:a16="http://schemas.microsoft.com/office/drawing/2014/main" id="{85DA1814-E1C8-97BA-D851-625587019C48}"/>
              </a:ext>
            </a:extLst>
          </p:cNvPr>
          <p:cNvSpPr>
            <a:spLocks noGrp="1"/>
          </p:cNvSpPr>
          <p:nvPr>
            <p:ph idx="1"/>
          </p:nvPr>
        </p:nvSpPr>
        <p:spPr>
          <a:xfrm>
            <a:off x="152399" y="997524"/>
            <a:ext cx="11873345" cy="5772445"/>
          </a:xfrm>
        </p:spPr>
        <p:txBody>
          <a:bodyPr>
            <a:normAutofit fontScale="92500" lnSpcReduction="20000"/>
          </a:bodyPr>
          <a:lstStyle/>
          <a:p>
            <a:pPr algn="l"/>
            <a:r>
              <a:rPr lang="en-US" b="0" i="0" u="none" strike="noStrike" baseline="0" dirty="0">
                <a:latin typeface="Cambria Math" panose="02040503050406030204" pitchFamily="18" charset="0"/>
                <a:ea typeface="Cambria Math" panose="02040503050406030204" pitchFamily="18" charset="0"/>
              </a:rPr>
              <a:t>Algebraic identities represent another important class of optimizations on basic blocks. </a:t>
            </a:r>
          </a:p>
          <a:p>
            <a:r>
              <a:rPr lang="en-US" b="0" i="0" u="none" strike="noStrike" baseline="0" dirty="0">
                <a:latin typeface="Cambria Math" panose="02040503050406030204" pitchFamily="18" charset="0"/>
                <a:ea typeface="Cambria Math" panose="02040503050406030204" pitchFamily="18" charset="0"/>
              </a:rPr>
              <a:t>For example</a:t>
            </a:r>
            <a:r>
              <a:rPr lang="en-US" dirty="0">
                <a:latin typeface="Cambria Math" panose="02040503050406030204" pitchFamily="18" charset="0"/>
                <a:ea typeface="Cambria Math" panose="02040503050406030204" pitchFamily="18" charset="0"/>
              </a:rPr>
              <a:t>, use identities to eliminate computations from a basic block </a:t>
            </a:r>
            <a:endParaRPr lang="en-US" b="0" i="0" u="none" strike="noStrike" baseline="0" dirty="0">
              <a:latin typeface="Cambria Math" panose="02040503050406030204" pitchFamily="18" charset="0"/>
              <a:ea typeface="Cambria Math" panose="02040503050406030204" pitchFamily="18" charset="0"/>
            </a:endParaRPr>
          </a:p>
          <a:p>
            <a:pPr algn="l"/>
            <a:endParaRPr lang="en-US" dirty="0">
              <a:latin typeface="Cambria Math" panose="02040503050406030204" pitchFamily="18" charset="0"/>
              <a:ea typeface="Cambria Math" panose="02040503050406030204" pitchFamily="18" charset="0"/>
            </a:endParaRPr>
          </a:p>
          <a:p>
            <a:pPr algn="l"/>
            <a:endParaRPr lang="en-US" b="0" i="0" u="none" strike="noStrike" baseline="0" dirty="0">
              <a:latin typeface="Cambria Math" panose="02040503050406030204" pitchFamily="18" charset="0"/>
              <a:ea typeface="Cambria Math" panose="02040503050406030204" pitchFamily="18" charset="0"/>
            </a:endParaRPr>
          </a:p>
          <a:p>
            <a:pPr algn="l"/>
            <a:endParaRPr lang="en-US" b="0" i="0" u="none" strike="noStrike" baseline="0" dirty="0">
              <a:latin typeface="Cambria Math" panose="02040503050406030204" pitchFamily="18" charset="0"/>
              <a:ea typeface="Cambria Math" panose="02040503050406030204" pitchFamily="18" charset="0"/>
            </a:endParaRPr>
          </a:p>
          <a:p>
            <a:pPr algn="l"/>
            <a:r>
              <a:rPr lang="en-US" b="0" i="0" u="none" strike="noStrike" baseline="0" dirty="0">
                <a:latin typeface="Cambria Math" panose="02040503050406030204" pitchFamily="18" charset="0"/>
                <a:ea typeface="Cambria Math" panose="02040503050406030204" pitchFamily="18" charset="0"/>
              </a:rPr>
              <a:t>Another class of algebraic optimizations includes replacing a more expensive operator by a cheaper one as in:</a:t>
            </a:r>
          </a:p>
          <a:p>
            <a:pPr algn="l"/>
            <a:endParaRPr lang="en-US" b="0" i="0" u="none" strike="noStrike" baseline="0" dirty="0">
              <a:latin typeface="Cambria Math" panose="02040503050406030204" pitchFamily="18" charset="0"/>
              <a:ea typeface="Cambria Math" panose="02040503050406030204" pitchFamily="18" charset="0"/>
            </a:endParaRPr>
          </a:p>
          <a:p>
            <a:pPr algn="l"/>
            <a:endParaRPr lang="en-US" dirty="0">
              <a:latin typeface="Cambria Math" panose="02040503050406030204" pitchFamily="18" charset="0"/>
              <a:ea typeface="Cambria Math" panose="02040503050406030204" pitchFamily="18" charset="0"/>
            </a:endParaRPr>
          </a:p>
          <a:p>
            <a:pPr algn="l"/>
            <a:endParaRPr lang="en-US" b="0" i="0" u="none" strike="noStrike" baseline="0" dirty="0">
              <a:latin typeface="Cambria Math" panose="02040503050406030204" pitchFamily="18" charset="0"/>
              <a:ea typeface="Cambria Math" panose="02040503050406030204" pitchFamily="18" charset="0"/>
            </a:endParaRPr>
          </a:p>
          <a:p>
            <a:pPr algn="l"/>
            <a:endParaRPr lang="en-US" b="0" i="0" u="none" strike="noStrike" baseline="0" dirty="0">
              <a:latin typeface="Cambria Math" panose="02040503050406030204" pitchFamily="18" charset="0"/>
              <a:ea typeface="Cambria Math" panose="02040503050406030204" pitchFamily="18" charset="0"/>
            </a:endParaRPr>
          </a:p>
          <a:p>
            <a:pPr algn="l"/>
            <a:r>
              <a:rPr lang="en-US" b="0" i="0" u="none" strike="noStrike" baseline="0" dirty="0">
                <a:latin typeface="Cambria Math" panose="02040503050406030204" pitchFamily="18" charset="0"/>
                <a:ea typeface="Cambria Math" panose="02040503050406030204" pitchFamily="18" charset="0"/>
              </a:rPr>
              <a:t>A third class of related optimizations is </a:t>
            </a:r>
            <a:r>
              <a:rPr lang="en-US" b="1" i="0" u="none" strike="noStrike" baseline="0" dirty="0">
                <a:latin typeface="Cambria Math" panose="02040503050406030204" pitchFamily="18" charset="0"/>
                <a:ea typeface="Cambria Math" panose="02040503050406030204" pitchFamily="18" charset="0"/>
              </a:rPr>
              <a:t>constant folding. </a:t>
            </a:r>
            <a:r>
              <a:rPr lang="en-US" b="0" i="0" u="none" strike="noStrike" baseline="0" dirty="0">
                <a:latin typeface="Cambria Math" panose="02040503050406030204" pitchFamily="18" charset="0"/>
                <a:ea typeface="Cambria Math" panose="02040503050406030204" pitchFamily="18" charset="0"/>
              </a:rPr>
              <a:t>Here we evaluate constant expressions at compile time and replace the constant expressions by their values. Thus the expression </a:t>
            </a:r>
            <a:r>
              <a:rPr lang="en-US" b="0" u="none" strike="noStrike" baseline="0" dirty="0">
                <a:latin typeface="Cambria Math" panose="02040503050406030204" pitchFamily="18" charset="0"/>
                <a:ea typeface="Cambria Math" panose="02040503050406030204" pitchFamily="18" charset="0"/>
              </a:rPr>
              <a:t>2</a:t>
            </a:r>
            <a:r>
              <a:rPr lang="en-US" b="0" i="1" u="none" strike="noStrike" baseline="0" dirty="0">
                <a:latin typeface="Cambria Math" panose="02040503050406030204" pitchFamily="18" charset="0"/>
                <a:ea typeface="Cambria Math" panose="02040503050406030204" pitchFamily="18" charset="0"/>
              </a:rPr>
              <a:t> </a:t>
            </a:r>
            <a:r>
              <a:rPr lang="en-US" b="0" i="0" u="none" strike="noStrike" baseline="0" dirty="0">
                <a:latin typeface="Cambria Math" panose="02040503050406030204" pitchFamily="18" charset="0"/>
                <a:ea typeface="Cambria Math" panose="02040503050406030204" pitchFamily="18" charset="0"/>
              </a:rPr>
              <a:t>* 3.14 would be replaced by 6.28. </a:t>
            </a:r>
          </a:p>
        </p:txBody>
      </p:sp>
      <p:pic>
        <p:nvPicPr>
          <p:cNvPr id="5" name="Picture 4">
            <a:extLst>
              <a:ext uri="{FF2B5EF4-FFF2-40B4-BE49-F238E27FC236}">
                <a16:creationId xmlns:a16="http://schemas.microsoft.com/office/drawing/2014/main" id="{49677410-3A45-18D2-246A-87795AF7D3C5}"/>
              </a:ext>
            </a:extLst>
          </p:cNvPr>
          <p:cNvPicPr>
            <a:picLocks noChangeAspect="1"/>
          </p:cNvPicPr>
          <p:nvPr/>
        </p:nvPicPr>
        <p:blipFill>
          <a:blip r:embed="rId2"/>
          <a:stretch>
            <a:fillRect/>
          </a:stretch>
        </p:blipFill>
        <p:spPr>
          <a:xfrm>
            <a:off x="2320533" y="2039119"/>
            <a:ext cx="7937871" cy="1161281"/>
          </a:xfrm>
          <a:prstGeom prst="rect">
            <a:avLst/>
          </a:prstGeom>
        </p:spPr>
      </p:pic>
      <p:pic>
        <p:nvPicPr>
          <p:cNvPr id="7" name="Picture 6">
            <a:extLst>
              <a:ext uri="{FF2B5EF4-FFF2-40B4-BE49-F238E27FC236}">
                <a16:creationId xmlns:a16="http://schemas.microsoft.com/office/drawing/2014/main" id="{1FDA831C-8C92-EA47-4386-29E9F0BEC97D}"/>
              </a:ext>
            </a:extLst>
          </p:cNvPr>
          <p:cNvPicPr>
            <a:picLocks noChangeAspect="1"/>
          </p:cNvPicPr>
          <p:nvPr/>
        </p:nvPicPr>
        <p:blipFill>
          <a:blip r:embed="rId3"/>
          <a:stretch>
            <a:fillRect/>
          </a:stretch>
        </p:blipFill>
        <p:spPr>
          <a:xfrm>
            <a:off x="5670963" y="3851008"/>
            <a:ext cx="4374300" cy="1657101"/>
          </a:xfrm>
          <a:prstGeom prst="rect">
            <a:avLst/>
          </a:prstGeom>
        </p:spPr>
      </p:pic>
    </p:spTree>
    <p:extLst>
      <p:ext uri="{BB962C8B-B14F-4D97-AF65-F5344CB8AC3E}">
        <p14:creationId xmlns:p14="http://schemas.microsoft.com/office/powerpoint/2010/main" val="25257860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10E82-7E44-E898-A95F-FD69CCB24222}"/>
              </a:ext>
            </a:extLst>
          </p:cNvPr>
          <p:cNvSpPr>
            <a:spLocks noGrp="1"/>
          </p:cNvSpPr>
          <p:nvPr>
            <p:ph type="title"/>
          </p:nvPr>
        </p:nvSpPr>
        <p:spPr/>
        <p:txBody>
          <a:bodyPr>
            <a:normAutofit/>
          </a:bodyPr>
          <a:lstStyle/>
          <a:p>
            <a:r>
              <a:rPr lang="en-IN" b="0" i="0" u="none" strike="noStrike" baseline="0" dirty="0">
                <a:latin typeface="Times New Roman" panose="02020603050405020304" pitchFamily="18" charset="0"/>
              </a:rPr>
              <a:t>Representation of Array References</a:t>
            </a:r>
            <a:endParaRPr lang="en-IN" sz="8800" dirty="0"/>
          </a:p>
        </p:txBody>
      </p:sp>
      <p:sp>
        <p:nvSpPr>
          <p:cNvPr id="3" name="Content Placeholder 2">
            <a:extLst>
              <a:ext uri="{FF2B5EF4-FFF2-40B4-BE49-F238E27FC236}">
                <a16:creationId xmlns:a16="http://schemas.microsoft.com/office/drawing/2014/main" id="{2AE492D9-5D03-40E5-8EE6-A52AAEAB3C9C}"/>
              </a:ext>
            </a:extLst>
          </p:cNvPr>
          <p:cNvSpPr>
            <a:spLocks noGrp="1"/>
          </p:cNvSpPr>
          <p:nvPr>
            <p:ph idx="1"/>
          </p:nvPr>
        </p:nvSpPr>
        <p:spPr>
          <a:xfrm>
            <a:off x="152399" y="1246909"/>
            <a:ext cx="11873345" cy="5390374"/>
          </a:xfrm>
        </p:spPr>
        <p:txBody>
          <a:bodyPr>
            <a:normAutofit/>
          </a:bodyPr>
          <a:lstStyle/>
          <a:p>
            <a:pPr algn="l"/>
            <a:r>
              <a:rPr lang="en-US" b="0" i="0" u="none" strike="noStrike" baseline="0" dirty="0">
                <a:latin typeface="Times New Roman" panose="02020603050405020304" pitchFamily="18" charset="0"/>
              </a:rPr>
              <a:t>Consider for instance the sequence of three address </a:t>
            </a:r>
            <a:r>
              <a:rPr lang="en-IN" b="0" i="0" u="none" strike="noStrike" baseline="0" dirty="0">
                <a:latin typeface="Times New Roman" panose="02020603050405020304" pitchFamily="18" charset="0"/>
              </a:rPr>
              <a:t>statements:</a:t>
            </a:r>
          </a:p>
          <a:p>
            <a:pPr algn="l"/>
            <a:endParaRPr lang="en-IN" dirty="0">
              <a:latin typeface="Times New Roman" panose="02020603050405020304" pitchFamily="18" charset="0"/>
            </a:endParaRPr>
          </a:p>
          <a:p>
            <a:pPr algn="l"/>
            <a:endParaRPr lang="en-IN" dirty="0">
              <a:latin typeface="Times New Roman" panose="02020603050405020304" pitchFamily="18" charset="0"/>
            </a:endParaRPr>
          </a:p>
          <a:p>
            <a:pPr algn="l"/>
            <a:endParaRPr lang="en-US" b="0" i="0" u="none" strike="noStrike" baseline="0" dirty="0">
              <a:latin typeface="Times New Roman" panose="02020603050405020304" pitchFamily="18" charset="0"/>
            </a:endParaRPr>
          </a:p>
          <a:p>
            <a:pPr algn="l"/>
            <a:r>
              <a:rPr lang="en-US" b="0" i="0" u="none" strike="noStrike" baseline="0" dirty="0">
                <a:latin typeface="Times New Roman" panose="02020603050405020304" pitchFamily="18" charset="0"/>
              </a:rPr>
              <a:t>The proper way to represent array accesses in a DAG is as follows.</a:t>
            </a:r>
          </a:p>
          <a:p>
            <a:pPr algn="l"/>
            <a:r>
              <a:rPr lang="en-US" b="0" i="0" u="none" strike="noStrike" baseline="0" dirty="0">
                <a:latin typeface="Times New Roman" panose="02020603050405020304" pitchFamily="18" charset="0"/>
              </a:rPr>
              <a:t>1. An assignment from an array, like x </a:t>
            </a:r>
            <a:r>
              <a:rPr lang="en-US" b="0" i="0" u="none" strike="noStrike" baseline="0" dirty="0">
                <a:latin typeface="Arial" panose="020B0604020202020204" pitchFamily="34" charset="0"/>
              </a:rPr>
              <a:t>= </a:t>
            </a:r>
            <a:r>
              <a:rPr lang="en-US" b="0" i="0" u="none" strike="noStrike" baseline="0" dirty="0">
                <a:latin typeface="Times New Roman" panose="02020603050405020304" pitchFamily="18" charset="0"/>
              </a:rPr>
              <a:t>a[</a:t>
            </a:r>
            <a:r>
              <a:rPr lang="en-US" b="0" i="0" u="none" strike="noStrike" baseline="0" dirty="0" err="1">
                <a:latin typeface="Times New Roman" panose="02020603050405020304" pitchFamily="18" charset="0"/>
              </a:rPr>
              <a:t>i</a:t>
            </a:r>
            <a:r>
              <a:rPr lang="en-US" b="0" i="0" u="none" strike="noStrike" baseline="0" dirty="0">
                <a:latin typeface="Times New Roman" panose="02020603050405020304" pitchFamily="18" charset="0"/>
              </a:rPr>
              <a:t>]</a:t>
            </a:r>
            <a:r>
              <a:rPr lang="en-US" b="0" i="0" u="none" strike="noStrike" baseline="0" dirty="0">
                <a:latin typeface="Arial" panose="020B0604020202020204" pitchFamily="34" charset="0"/>
              </a:rPr>
              <a:t>, </a:t>
            </a:r>
            <a:r>
              <a:rPr lang="en-US" b="0" i="0" u="none" strike="noStrike" baseline="0" dirty="0">
                <a:latin typeface="Times New Roman" panose="02020603050405020304" pitchFamily="18" charset="0"/>
              </a:rPr>
              <a:t>is represented by creating a node with operator </a:t>
            </a:r>
            <a:r>
              <a:rPr lang="en-US" b="0" i="0" u="none" strike="noStrike" baseline="0" dirty="0">
                <a:latin typeface="Arial" panose="020B0604020202020204" pitchFamily="34" charset="0"/>
              </a:rPr>
              <a:t>=[ ] </a:t>
            </a:r>
            <a:r>
              <a:rPr lang="en-US" b="0" i="0" u="none" strike="noStrike" baseline="0" dirty="0">
                <a:latin typeface="Times New Roman" panose="02020603050405020304" pitchFamily="18" charset="0"/>
              </a:rPr>
              <a:t>and two children representing the initial value of the array, a0 in this case, and the index </a:t>
            </a:r>
            <a:r>
              <a:rPr lang="en-US" b="0" i="0" u="none" strike="noStrike" baseline="0" dirty="0" err="1">
                <a:latin typeface="Times New Roman" panose="02020603050405020304" pitchFamily="18" charset="0"/>
              </a:rPr>
              <a:t>i</a:t>
            </a:r>
            <a:r>
              <a:rPr lang="en-US" b="0" i="0" u="none" strike="noStrike" baseline="0" dirty="0">
                <a:latin typeface="Times New Roman" panose="02020603050405020304" pitchFamily="18" charset="0"/>
              </a:rPr>
              <a:t>. Variable x becomes a label of </a:t>
            </a:r>
            <a:r>
              <a:rPr lang="en-IN" b="0" i="0" u="none" strike="noStrike" baseline="0" dirty="0">
                <a:latin typeface="Times New Roman" panose="02020603050405020304" pitchFamily="18" charset="0"/>
              </a:rPr>
              <a:t>this new node.</a:t>
            </a:r>
          </a:p>
          <a:p>
            <a:pPr algn="l"/>
            <a:r>
              <a:rPr lang="en-US" b="0" i="0" u="none" strike="noStrike" baseline="0" dirty="0">
                <a:latin typeface="Times New Roman" panose="02020603050405020304" pitchFamily="18" charset="0"/>
              </a:rPr>
              <a:t>2. An assignment to an array, like a[j] </a:t>
            </a:r>
            <a:r>
              <a:rPr lang="en-US" b="0" i="0" u="none" strike="noStrike" baseline="0" dirty="0">
                <a:latin typeface="Arial" panose="020B0604020202020204" pitchFamily="34" charset="0"/>
              </a:rPr>
              <a:t>= </a:t>
            </a:r>
            <a:r>
              <a:rPr lang="en-US" b="0" i="0" u="none" strike="noStrike" baseline="0" dirty="0">
                <a:latin typeface="Times New Roman" panose="02020603050405020304" pitchFamily="18" charset="0"/>
              </a:rPr>
              <a:t>y, is represented by a new node with operator </a:t>
            </a:r>
            <a:r>
              <a:rPr lang="en-US" b="0" i="0" u="none" strike="noStrike" baseline="0" dirty="0">
                <a:latin typeface="Courier"/>
              </a:rPr>
              <a:t>[]= </a:t>
            </a:r>
            <a:r>
              <a:rPr lang="en-US" b="0" i="0" u="none" strike="noStrike" baseline="0" dirty="0">
                <a:latin typeface="Times New Roman" panose="02020603050405020304" pitchFamily="18" charset="0"/>
              </a:rPr>
              <a:t>and three children representing a0, j and y. There is no variable labeling this node. </a:t>
            </a:r>
            <a:endParaRPr lang="en-IN" dirty="0"/>
          </a:p>
        </p:txBody>
      </p:sp>
      <p:pic>
        <p:nvPicPr>
          <p:cNvPr id="5" name="Picture 4">
            <a:extLst>
              <a:ext uri="{FF2B5EF4-FFF2-40B4-BE49-F238E27FC236}">
                <a16:creationId xmlns:a16="http://schemas.microsoft.com/office/drawing/2014/main" id="{CE270431-4236-A40E-B00E-BA9D1438D425}"/>
              </a:ext>
            </a:extLst>
          </p:cNvPr>
          <p:cNvPicPr>
            <a:picLocks noChangeAspect="1"/>
          </p:cNvPicPr>
          <p:nvPr/>
        </p:nvPicPr>
        <p:blipFill>
          <a:blip r:embed="rId2"/>
          <a:stretch>
            <a:fillRect/>
          </a:stretch>
        </p:blipFill>
        <p:spPr>
          <a:xfrm>
            <a:off x="1450427" y="1813034"/>
            <a:ext cx="2079005" cy="1458004"/>
          </a:xfrm>
          <a:prstGeom prst="rect">
            <a:avLst/>
          </a:prstGeom>
        </p:spPr>
      </p:pic>
    </p:spTree>
    <p:extLst>
      <p:ext uri="{BB962C8B-B14F-4D97-AF65-F5344CB8AC3E}">
        <p14:creationId xmlns:p14="http://schemas.microsoft.com/office/powerpoint/2010/main" val="2639803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80D281-D4CA-D38A-EAA1-37CB6025A998}"/>
              </a:ext>
            </a:extLst>
          </p:cNvPr>
          <p:cNvPicPr>
            <a:picLocks noChangeAspect="1"/>
          </p:cNvPicPr>
          <p:nvPr/>
        </p:nvPicPr>
        <p:blipFill>
          <a:blip r:embed="rId2"/>
          <a:stretch>
            <a:fillRect/>
          </a:stretch>
        </p:blipFill>
        <p:spPr>
          <a:xfrm>
            <a:off x="3994892" y="-37515"/>
            <a:ext cx="5955777" cy="3306967"/>
          </a:xfrm>
          <a:prstGeom prst="rect">
            <a:avLst/>
          </a:prstGeom>
        </p:spPr>
      </p:pic>
      <p:pic>
        <p:nvPicPr>
          <p:cNvPr id="4" name="Content Placeholder 3">
            <a:extLst>
              <a:ext uri="{FF2B5EF4-FFF2-40B4-BE49-F238E27FC236}">
                <a16:creationId xmlns:a16="http://schemas.microsoft.com/office/drawing/2014/main" id="{5D9180FC-E603-8E2D-C125-EB131496118D}"/>
              </a:ext>
            </a:extLst>
          </p:cNvPr>
          <p:cNvPicPr>
            <a:picLocks noGrp="1" noChangeAspect="1"/>
          </p:cNvPicPr>
          <p:nvPr>
            <p:ph idx="1"/>
          </p:nvPr>
        </p:nvPicPr>
        <p:blipFill>
          <a:blip r:embed="rId3"/>
          <a:stretch>
            <a:fillRect/>
          </a:stretch>
        </p:blipFill>
        <p:spPr>
          <a:xfrm>
            <a:off x="1015562" y="734226"/>
            <a:ext cx="2514600" cy="1763486"/>
          </a:xfrm>
          <a:prstGeom prst="rect">
            <a:avLst/>
          </a:prstGeom>
        </p:spPr>
      </p:pic>
      <p:pic>
        <p:nvPicPr>
          <p:cNvPr id="6" name="Picture 5">
            <a:extLst>
              <a:ext uri="{FF2B5EF4-FFF2-40B4-BE49-F238E27FC236}">
                <a16:creationId xmlns:a16="http://schemas.microsoft.com/office/drawing/2014/main" id="{CE053039-D2D2-43FD-C083-2E4B70BE656B}"/>
              </a:ext>
            </a:extLst>
          </p:cNvPr>
          <p:cNvPicPr>
            <a:picLocks noChangeAspect="1"/>
          </p:cNvPicPr>
          <p:nvPr/>
        </p:nvPicPr>
        <p:blipFill>
          <a:blip r:embed="rId4"/>
          <a:stretch>
            <a:fillRect/>
          </a:stretch>
        </p:blipFill>
        <p:spPr>
          <a:xfrm>
            <a:off x="770634" y="4854047"/>
            <a:ext cx="2193284" cy="1335042"/>
          </a:xfrm>
          <a:prstGeom prst="rect">
            <a:avLst/>
          </a:prstGeom>
        </p:spPr>
      </p:pic>
      <p:pic>
        <p:nvPicPr>
          <p:cNvPr id="9" name="Picture 8">
            <a:extLst>
              <a:ext uri="{FF2B5EF4-FFF2-40B4-BE49-F238E27FC236}">
                <a16:creationId xmlns:a16="http://schemas.microsoft.com/office/drawing/2014/main" id="{751A9E9F-926D-C562-E146-261A4A710914}"/>
              </a:ext>
            </a:extLst>
          </p:cNvPr>
          <p:cNvPicPr>
            <a:picLocks noChangeAspect="1"/>
          </p:cNvPicPr>
          <p:nvPr/>
        </p:nvPicPr>
        <p:blipFill>
          <a:blip r:embed="rId5"/>
          <a:stretch>
            <a:fillRect/>
          </a:stretch>
        </p:blipFill>
        <p:spPr>
          <a:xfrm>
            <a:off x="3571441" y="3234005"/>
            <a:ext cx="5974950" cy="3586936"/>
          </a:xfrm>
          <a:prstGeom prst="rect">
            <a:avLst/>
          </a:prstGeom>
        </p:spPr>
      </p:pic>
    </p:spTree>
    <p:extLst>
      <p:ext uri="{BB962C8B-B14F-4D97-AF65-F5344CB8AC3E}">
        <p14:creationId xmlns:p14="http://schemas.microsoft.com/office/powerpoint/2010/main" val="3118286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2A726-BB30-8FDF-7AC3-738591134942}"/>
              </a:ext>
            </a:extLst>
          </p:cNvPr>
          <p:cNvSpPr>
            <a:spLocks noGrp="1"/>
          </p:cNvSpPr>
          <p:nvPr>
            <p:ph type="title"/>
          </p:nvPr>
        </p:nvSpPr>
        <p:spPr/>
        <p:txBody>
          <a:bodyPr>
            <a:normAutofit/>
          </a:bodyPr>
          <a:lstStyle/>
          <a:p>
            <a:r>
              <a:rPr lang="en-IN" sz="4000" b="1" i="0" u="none" strike="noStrike" baseline="0" dirty="0">
                <a:latin typeface="Times New Roman" panose="02020603050405020304" pitchFamily="18" charset="0"/>
              </a:rPr>
              <a:t>A Simple Code Generator</a:t>
            </a:r>
            <a:endParaRPr lang="en-IN" sz="8000" dirty="0"/>
          </a:p>
        </p:txBody>
      </p:sp>
      <p:sp>
        <p:nvSpPr>
          <p:cNvPr id="3" name="Content Placeholder 2">
            <a:extLst>
              <a:ext uri="{FF2B5EF4-FFF2-40B4-BE49-F238E27FC236}">
                <a16:creationId xmlns:a16="http://schemas.microsoft.com/office/drawing/2014/main" id="{602B0637-276C-5FAD-CF0E-BF58B8F0A6CB}"/>
              </a:ext>
            </a:extLst>
          </p:cNvPr>
          <p:cNvSpPr>
            <a:spLocks noGrp="1"/>
          </p:cNvSpPr>
          <p:nvPr>
            <p:ph idx="1"/>
          </p:nvPr>
        </p:nvSpPr>
        <p:spPr>
          <a:xfrm>
            <a:off x="152399" y="1246909"/>
            <a:ext cx="11873345" cy="5523060"/>
          </a:xfrm>
        </p:spPr>
        <p:txBody>
          <a:bodyPr>
            <a:normAutofit fontScale="92500" lnSpcReduction="10000"/>
          </a:bodyPr>
          <a:lstStyle/>
          <a:p>
            <a:pPr algn="l"/>
            <a:r>
              <a:rPr lang="en-US" b="0" i="0" u="none" strike="noStrike" baseline="0" dirty="0">
                <a:latin typeface="Cambria Math" panose="02040503050406030204" pitchFamily="18" charset="0"/>
                <a:ea typeface="Cambria Math" panose="02040503050406030204" pitchFamily="18" charset="0"/>
              </a:rPr>
              <a:t>One of the primary issues during code generation is deciding how to use registers to best advantage. </a:t>
            </a:r>
          </a:p>
          <a:p>
            <a:pPr algn="l"/>
            <a:r>
              <a:rPr lang="en-US" b="0" i="0" u="none" strike="noStrike" baseline="0" dirty="0">
                <a:latin typeface="Cambria Math" panose="02040503050406030204" pitchFamily="18" charset="0"/>
                <a:ea typeface="Cambria Math" panose="02040503050406030204" pitchFamily="18" charset="0"/>
              </a:rPr>
              <a:t>There are four principal uses of registers:</a:t>
            </a:r>
          </a:p>
          <a:p>
            <a:pPr marL="514350" indent="-514350" algn="l">
              <a:buFont typeface="+mj-lt"/>
              <a:buAutoNum type="arabicPeriod"/>
            </a:pPr>
            <a:r>
              <a:rPr lang="en-US" b="0" i="0" u="none" strike="noStrike" baseline="0" dirty="0">
                <a:latin typeface="Cambria Math" panose="02040503050406030204" pitchFamily="18" charset="0"/>
                <a:ea typeface="Cambria Math" panose="02040503050406030204" pitchFamily="18" charset="0"/>
              </a:rPr>
              <a:t>In most machine architectures, some or all of the operands of an operation must be in registers in order to perform the operation.</a:t>
            </a:r>
          </a:p>
          <a:p>
            <a:pPr marL="514350" indent="-514350" algn="l">
              <a:buFont typeface="+mj-lt"/>
              <a:buAutoNum type="arabicPeriod"/>
            </a:pPr>
            <a:r>
              <a:rPr lang="en-US" b="0" i="0" u="none" strike="noStrike" baseline="0" dirty="0">
                <a:latin typeface="Cambria Math" panose="02040503050406030204" pitchFamily="18" charset="0"/>
                <a:ea typeface="Cambria Math" panose="02040503050406030204" pitchFamily="18" charset="0"/>
              </a:rPr>
              <a:t>Registers make good temporaries - places to hold the result of a subexpression while a larger expression is being evaluated, or more generally, a place to hold a variable that is used only within a single basic block.</a:t>
            </a:r>
          </a:p>
          <a:p>
            <a:pPr marL="514350" indent="-514350" algn="l">
              <a:buFont typeface="+mj-lt"/>
              <a:buAutoNum type="arabicPeriod"/>
            </a:pPr>
            <a:r>
              <a:rPr lang="en-US" b="0" i="0" u="none" strike="noStrike" baseline="0" dirty="0">
                <a:latin typeface="Cambria Math" panose="02040503050406030204" pitchFamily="18" charset="0"/>
                <a:ea typeface="Cambria Math" panose="02040503050406030204" pitchFamily="18" charset="0"/>
              </a:rPr>
              <a:t>Registers are used to hold (global) values that are computed in one basic block and used in other blocks, for example, a loop index that is incremented going around the loop and is used several times within the loop.</a:t>
            </a:r>
          </a:p>
          <a:p>
            <a:pPr marL="514350" indent="-514350" algn="l">
              <a:buFont typeface="+mj-lt"/>
              <a:buAutoNum type="arabicPeriod"/>
            </a:pPr>
            <a:r>
              <a:rPr lang="en-US" b="0" i="0" u="none" strike="noStrike" baseline="0" dirty="0">
                <a:latin typeface="Cambria Math" panose="02040503050406030204" pitchFamily="18" charset="0"/>
                <a:ea typeface="Cambria Math" panose="02040503050406030204" pitchFamily="18" charset="0"/>
              </a:rPr>
              <a:t>Registers are often used to help with run-time storage management, for example, to manage the run-time stack, including the maintenance of stack pointers and possibly the top elements of the stack itself.</a:t>
            </a:r>
            <a:endParaRPr lang="en-IN" sz="4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455373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2176B-43A7-5BED-7CCA-CC3A7733D1D4}"/>
              </a:ext>
            </a:extLst>
          </p:cNvPr>
          <p:cNvSpPr>
            <a:spLocks noGrp="1"/>
          </p:cNvSpPr>
          <p:nvPr>
            <p:ph type="title"/>
          </p:nvPr>
        </p:nvSpPr>
        <p:spPr>
          <a:xfrm>
            <a:off x="152399" y="88031"/>
            <a:ext cx="11201401" cy="909493"/>
          </a:xfrm>
        </p:spPr>
        <p:txBody>
          <a:bodyPr>
            <a:normAutofit/>
          </a:bodyPr>
          <a:lstStyle/>
          <a:p>
            <a:r>
              <a:rPr lang="en-US" sz="3200" dirty="0">
                <a:latin typeface="Times New Roman" panose="02020603050405020304" pitchFamily="18" charset="0"/>
              </a:rPr>
              <a:t>T</a:t>
            </a:r>
            <a:r>
              <a:rPr lang="en-US" sz="3200" b="0" i="0" u="none" strike="noStrike" baseline="0" dirty="0">
                <a:latin typeface="Times New Roman" panose="02020603050405020304" pitchFamily="18" charset="0"/>
              </a:rPr>
              <a:t>ranslate the basic block consisting of the three-address </a:t>
            </a:r>
            <a:r>
              <a:rPr lang="en-IN" sz="3200" b="0" i="0" u="none" strike="noStrike" baseline="0" dirty="0">
                <a:latin typeface="Times New Roman" panose="02020603050405020304" pitchFamily="18" charset="0"/>
              </a:rPr>
              <a:t>statements</a:t>
            </a:r>
            <a:endParaRPr lang="en-IN" sz="6600" dirty="0"/>
          </a:p>
        </p:txBody>
      </p:sp>
      <p:sp>
        <p:nvSpPr>
          <p:cNvPr id="3" name="Content Placeholder 2">
            <a:extLst>
              <a:ext uri="{FF2B5EF4-FFF2-40B4-BE49-F238E27FC236}">
                <a16:creationId xmlns:a16="http://schemas.microsoft.com/office/drawing/2014/main" id="{7A2BEE91-E845-9CF5-A3F9-01D91E9FDA90}"/>
              </a:ext>
            </a:extLst>
          </p:cNvPr>
          <p:cNvSpPr>
            <a:spLocks noGrp="1"/>
          </p:cNvSpPr>
          <p:nvPr>
            <p:ph idx="1"/>
          </p:nvPr>
        </p:nvSpPr>
        <p:spPr>
          <a:xfrm>
            <a:off x="152399" y="1215378"/>
            <a:ext cx="11873345" cy="4930054"/>
          </a:xfrm>
        </p:spPr>
        <p:txBody>
          <a:bodyPr>
            <a:normAutofit/>
          </a:bodyPr>
          <a:lstStyle/>
          <a:p>
            <a:pPr algn="l"/>
            <a:r>
              <a:rPr lang="en-US" i="0" u="none" strike="noStrike" baseline="0" dirty="0">
                <a:latin typeface="Cambria Math" panose="02040503050406030204" pitchFamily="18" charset="0"/>
                <a:ea typeface="Cambria Math" panose="02040503050406030204" pitchFamily="18" charset="0"/>
              </a:rPr>
              <a:t>Assume that t, u, and v are temporaries, local to the block, while a, b, c, and d are variables that are live on exit from the block.</a:t>
            </a:r>
          </a:p>
          <a:p>
            <a:pPr algn="l"/>
            <a:r>
              <a:rPr lang="en-US" dirty="0">
                <a:latin typeface="Cambria Math" panose="02040503050406030204" pitchFamily="18" charset="0"/>
                <a:ea typeface="Cambria Math" panose="02040503050406030204" pitchFamily="18" charset="0"/>
              </a:rPr>
              <a:t>Restrict the use of registers based on reusability, </a:t>
            </a:r>
            <a:r>
              <a:rPr lang="en-US">
                <a:latin typeface="Cambria Math" panose="02040503050406030204" pitchFamily="18" charset="0"/>
                <a:ea typeface="Cambria Math" panose="02040503050406030204" pitchFamily="18" charset="0"/>
              </a:rPr>
              <a:t>hence only </a:t>
            </a:r>
            <a:r>
              <a:rPr lang="en-US" dirty="0">
                <a:latin typeface="Cambria Math" panose="02040503050406030204" pitchFamily="18" charset="0"/>
                <a:ea typeface="Cambria Math" panose="02040503050406030204" pitchFamily="18" charset="0"/>
              </a:rPr>
              <a:t>3 registers are sufficient</a:t>
            </a:r>
            <a:endParaRPr lang="en-IN" dirty="0">
              <a:latin typeface="Cambria Math" panose="02040503050406030204" pitchFamily="18" charset="0"/>
              <a:ea typeface="Cambria Math" panose="02040503050406030204" pitchFamily="18" charset="0"/>
            </a:endParaRPr>
          </a:p>
        </p:txBody>
      </p:sp>
      <p:pic>
        <p:nvPicPr>
          <p:cNvPr id="7" name="Picture 6">
            <a:extLst>
              <a:ext uri="{FF2B5EF4-FFF2-40B4-BE49-F238E27FC236}">
                <a16:creationId xmlns:a16="http://schemas.microsoft.com/office/drawing/2014/main" id="{9C6E0EE0-74DE-EDFC-EA0D-AE7D6F6401EA}"/>
              </a:ext>
            </a:extLst>
          </p:cNvPr>
          <p:cNvPicPr>
            <a:picLocks noChangeAspect="1"/>
          </p:cNvPicPr>
          <p:nvPr/>
        </p:nvPicPr>
        <p:blipFill>
          <a:blip r:embed="rId2"/>
          <a:stretch>
            <a:fillRect/>
          </a:stretch>
        </p:blipFill>
        <p:spPr>
          <a:xfrm>
            <a:off x="4045638" y="2772449"/>
            <a:ext cx="2812361" cy="2715384"/>
          </a:xfrm>
          <a:prstGeom prst="rect">
            <a:avLst/>
          </a:prstGeom>
        </p:spPr>
      </p:pic>
    </p:spTree>
    <p:extLst>
      <p:ext uri="{BB962C8B-B14F-4D97-AF65-F5344CB8AC3E}">
        <p14:creationId xmlns:p14="http://schemas.microsoft.com/office/powerpoint/2010/main" val="37512793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7FCD71-02EF-C31F-847A-5FD682EABEC0}"/>
              </a:ext>
            </a:extLst>
          </p:cNvPr>
          <p:cNvPicPr>
            <a:picLocks noChangeAspect="1"/>
          </p:cNvPicPr>
          <p:nvPr/>
        </p:nvPicPr>
        <p:blipFill>
          <a:blip r:embed="rId2"/>
          <a:stretch>
            <a:fillRect/>
          </a:stretch>
        </p:blipFill>
        <p:spPr>
          <a:xfrm>
            <a:off x="2126218" y="0"/>
            <a:ext cx="7939563" cy="6858000"/>
          </a:xfrm>
          <a:prstGeom prst="rect">
            <a:avLst/>
          </a:prstGeom>
        </p:spPr>
      </p:pic>
    </p:spTree>
    <p:extLst>
      <p:ext uri="{BB962C8B-B14F-4D97-AF65-F5344CB8AC3E}">
        <p14:creationId xmlns:p14="http://schemas.microsoft.com/office/powerpoint/2010/main" val="12798722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0A8ED-F02F-FD1E-D899-1843B2D67C5C}"/>
              </a:ext>
            </a:extLst>
          </p:cNvPr>
          <p:cNvSpPr>
            <a:spLocks noGrp="1"/>
          </p:cNvSpPr>
          <p:nvPr>
            <p:ph type="title"/>
          </p:nvPr>
        </p:nvSpPr>
        <p:spPr>
          <a:xfrm>
            <a:off x="4599589" y="57192"/>
            <a:ext cx="2992821" cy="416467"/>
          </a:xfrm>
        </p:spPr>
        <p:txBody>
          <a:bodyPr>
            <a:noAutofit/>
          </a:bodyPr>
          <a:lstStyle/>
          <a:p>
            <a:r>
              <a:rPr lang="en-US" sz="2400" b="1" dirty="0"/>
              <a:t>x= a/(</a:t>
            </a:r>
            <a:r>
              <a:rPr lang="en-US" sz="2400" b="1" dirty="0" err="1"/>
              <a:t>b+c</a:t>
            </a:r>
            <a:r>
              <a:rPr lang="en-US" sz="2400" b="1" dirty="0"/>
              <a:t>)-d*e</a:t>
            </a:r>
            <a:endParaRPr lang="en-IN" sz="2400" b="1" dirty="0"/>
          </a:p>
        </p:txBody>
      </p:sp>
      <p:graphicFrame>
        <p:nvGraphicFramePr>
          <p:cNvPr id="4" name="Content Placeholder 3">
            <a:extLst>
              <a:ext uri="{FF2B5EF4-FFF2-40B4-BE49-F238E27FC236}">
                <a16:creationId xmlns:a16="http://schemas.microsoft.com/office/drawing/2014/main" id="{71878D94-0F18-99D6-3BDD-DA86DFA561BC}"/>
              </a:ext>
            </a:extLst>
          </p:cNvPr>
          <p:cNvGraphicFramePr>
            <a:graphicFrameLocks noGrp="1"/>
          </p:cNvGraphicFramePr>
          <p:nvPr>
            <p:ph idx="1"/>
            <p:extLst>
              <p:ext uri="{D42A27DB-BD31-4B8C-83A1-F6EECF244321}">
                <p14:modId xmlns:p14="http://schemas.microsoft.com/office/powerpoint/2010/main" val="1527216799"/>
              </p:ext>
            </p:extLst>
          </p:nvPr>
        </p:nvGraphicFramePr>
        <p:xfrm>
          <a:off x="152399" y="473659"/>
          <a:ext cx="11766331" cy="6359382"/>
        </p:xfrm>
        <a:graphic>
          <a:graphicData uri="http://schemas.openxmlformats.org/drawingml/2006/table">
            <a:tbl>
              <a:tblPr firstRow="1" bandRow="1">
                <a:tableStyleId>{5940675A-B579-460E-94D1-54222C63F5DA}</a:tableStyleId>
              </a:tblPr>
              <a:tblGrid>
                <a:gridCol w="3622583">
                  <a:extLst>
                    <a:ext uri="{9D8B030D-6E8A-4147-A177-3AD203B41FA5}">
                      <a16:colId xmlns:a16="http://schemas.microsoft.com/office/drawing/2014/main" val="3961368962"/>
                    </a:ext>
                  </a:extLst>
                </a:gridCol>
                <a:gridCol w="630292">
                  <a:extLst>
                    <a:ext uri="{9D8B030D-6E8A-4147-A177-3AD203B41FA5}">
                      <a16:colId xmlns:a16="http://schemas.microsoft.com/office/drawing/2014/main" val="378224013"/>
                    </a:ext>
                  </a:extLst>
                </a:gridCol>
                <a:gridCol w="630292">
                  <a:extLst>
                    <a:ext uri="{9D8B030D-6E8A-4147-A177-3AD203B41FA5}">
                      <a16:colId xmlns:a16="http://schemas.microsoft.com/office/drawing/2014/main" val="2606263414"/>
                    </a:ext>
                  </a:extLst>
                </a:gridCol>
                <a:gridCol w="642298">
                  <a:extLst>
                    <a:ext uri="{9D8B030D-6E8A-4147-A177-3AD203B41FA5}">
                      <a16:colId xmlns:a16="http://schemas.microsoft.com/office/drawing/2014/main" val="3833187826"/>
                    </a:ext>
                  </a:extLst>
                </a:gridCol>
                <a:gridCol w="227168">
                  <a:extLst>
                    <a:ext uri="{9D8B030D-6E8A-4147-A177-3AD203B41FA5}">
                      <a16:colId xmlns:a16="http://schemas.microsoft.com/office/drawing/2014/main" val="2247128287"/>
                    </a:ext>
                  </a:extLst>
                </a:gridCol>
                <a:gridCol w="828405">
                  <a:extLst>
                    <a:ext uri="{9D8B030D-6E8A-4147-A177-3AD203B41FA5}">
                      <a16:colId xmlns:a16="http://schemas.microsoft.com/office/drawing/2014/main" val="2270982184"/>
                    </a:ext>
                  </a:extLst>
                </a:gridCol>
                <a:gridCol w="677971">
                  <a:extLst>
                    <a:ext uri="{9D8B030D-6E8A-4147-A177-3AD203B41FA5}">
                      <a16:colId xmlns:a16="http://schemas.microsoft.com/office/drawing/2014/main" val="3079753494"/>
                    </a:ext>
                  </a:extLst>
                </a:gridCol>
                <a:gridCol w="677326">
                  <a:extLst>
                    <a:ext uri="{9D8B030D-6E8A-4147-A177-3AD203B41FA5}">
                      <a16:colId xmlns:a16="http://schemas.microsoft.com/office/drawing/2014/main" val="2189735963"/>
                    </a:ext>
                  </a:extLst>
                </a:gridCol>
                <a:gridCol w="744870">
                  <a:extLst>
                    <a:ext uri="{9D8B030D-6E8A-4147-A177-3AD203B41FA5}">
                      <a16:colId xmlns:a16="http://schemas.microsoft.com/office/drawing/2014/main" val="326132012"/>
                    </a:ext>
                  </a:extLst>
                </a:gridCol>
                <a:gridCol w="687571">
                  <a:extLst>
                    <a:ext uri="{9D8B030D-6E8A-4147-A177-3AD203B41FA5}">
                      <a16:colId xmlns:a16="http://schemas.microsoft.com/office/drawing/2014/main" val="1302584919"/>
                    </a:ext>
                  </a:extLst>
                </a:gridCol>
                <a:gridCol w="687571">
                  <a:extLst>
                    <a:ext uri="{9D8B030D-6E8A-4147-A177-3AD203B41FA5}">
                      <a16:colId xmlns:a16="http://schemas.microsoft.com/office/drawing/2014/main" val="746365052"/>
                    </a:ext>
                  </a:extLst>
                </a:gridCol>
                <a:gridCol w="478050">
                  <a:extLst>
                    <a:ext uri="{9D8B030D-6E8A-4147-A177-3AD203B41FA5}">
                      <a16:colId xmlns:a16="http://schemas.microsoft.com/office/drawing/2014/main" val="1127727181"/>
                    </a:ext>
                  </a:extLst>
                </a:gridCol>
                <a:gridCol w="572992">
                  <a:extLst>
                    <a:ext uri="{9D8B030D-6E8A-4147-A177-3AD203B41FA5}">
                      <a16:colId xmlns:a16="http://schemas.microsoft.com/office/drawing/2014/main" val="2634126052"/>
                    </a:ext>
                  </a:extLst>
                </a:gridCol>
                <a:gridCol w="658942">
                  <a:extLst>
                    <a:ext uri="{9D8B030D-6E8A-4147-A177-3AD203B41FA5}">
                      <a16:colId xmlns:a16="http://schemas.microsoft.com/office/drawing/2014/main" val="2656709496"/>
                    </a:ext>
                  </a:extLst>
                </a:gridCol>
              </a:tblGrid>
              <a:tr h="353299">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R3</a:t>
                      </a:r>
                      <a:endParaRPr lang="en-IN" sz="1600" b="1" dirty="0">
                        <a:latin typeface="Times New Roman" panose="02020603050405020304" pitchFamily="18" charset="0"/>
                        <a:cs typeface="Times New Roman" panose="02020603050405020304" pitchFamily="18" charset="0"/>
                      </a:endParaRPr>
                    </a:p>
                  </a:txBody>
                  <a:tcPr/>
                </a:tc>
                <a:tc rowSpan="17">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x</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t1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t3</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022314"/>
                  </a:ext>
                </a:extLst>
              </a:tr>
              <a:tr h="353299">
                <a:tc>
                  <a:txBody>
                    <a:bodyPr/>
                    <a:lstStyle/>
                    <a:p>
                      <a:r>
                        <a:rPr lang="en-US" sz="1600" b="1" dirty="0">
                          <a:latin typeface="Times New Roman" panose="02020603050405020304" pitchFamily="18" charset="0"/>
                          <a:cs typeface="Times New Roman" panose="02020603050405020304" pitchFamily="18" charset="0"/>
                        </a:rPr>
                        <a:t>t1 = b + c</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5330938"/>
                  </a:ext>
                </a:extLst>
              </a:tr>
              <a:tr h="353299">
                <a:tc>
                  <a:txBody>
                    <a:bodyPr/>
                    <a:lstStyle/>
                    <a:p>
                      <a:r>
                        <a:rPr lang="en-US" sz="1600" b="1" dirty="0">
                          <a:latin typeface="Times New Roman" panose="02020603050405020304" pitchFamily="18" charset="0"/>
                          <a:cs typeface="Times New Roman" panose="02020603050405020304" pitchFamily="18" charset="0"/>
                        </a:rPr>
                        <a:t>      LD   R1, 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b,R1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52752937"/>
                  </a:ext>
                </a:extLst>
              </a:tr>
              <a:tr h="353299">
                <a:tc>
                  <a:txBody>
                    <a:bodyPr/>
                    <a:lstStyle/>
                    <a:p>
                      <a:r>
                        <a:rPr lang="en-US" sz="1600" b="1" dirty="0">
                          <a:latin typeface="Times New Roman" panose="02020603050405020304" pitchFamily="18" charset="0"/>
                          <a:cs typeface="Times New Roman" panose="02020603050405020304" pitchFamily="18" charset="0"/>
                        </a:rPr>
                        <a:t>      LD   R2,  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b,R1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 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65857806"/>
                  </a:ext>
                </a:extLst>
              </a:tr>
              <a:tr h="353299">
                <a:tc>
                  <a:txBody>
                    <a:bodyPr/>
                    <a:lstStyle/>
                    <a:p>
                      <a:r>
                        <a:rPr lang="en-US" sz="1600" b="1" dirty="0">
                          <a:latin typeface="Times New Roman" panose="02020603050405020304" pitchFamily="18" charset="0"/>
                          <a:cs typeface="Times New Roman" panose="02020603050405020304" pitchFamily="18" charset="0"/>
                        </a:rPr>
                        <a:t>      ADD R1, R1, 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 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03371371"/>
                  </a:ext>
                </a:extLst>
              </a:tr>
              <a:tr h="353299">
                <a:tc gridSpan="4">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vMerge="1">
                  <a:txBody>
                    <a:bodyPr/>
                    <a:lstStyle/>
                    <a:p>
                      <a:endParaRPr lang="en-IN"/>
                    </a:p>
                  </a:txBody>
                  <a:tcPr/>
                </a:tc>
                <a:tc gridSpan="9">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tc hMerge="1">
                  <a:txBody>
                    <a:bodyPr/>
                    <a:lstStyle/>
                    <a:p>
                      <a:endParaRPr lang="en-IN"/>
                    </a:p>
                  </a:txBody>
                  <a:tcPr/>
                </a:tc>
                <a:tc hMerge="1">
                  <a:txBody>
                    <a:bodyPr/>
                    <a:lstStyle/>
                    <a:p>
                      <a:endParaRPr lang="en-IN"/>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229691946"/>
                  </a:ext>
                </a:extLst>
              </a:tr>
              <a:tr h="353299">
                <a:tc>
                  <a:txBody>
                    <a:bodyPr/>
                    <a:lstStyle/>
                    <a:p>
                      <a:r>
                        <a:rPr lang="en-US" sz="1600" b="1" dirty="0">
                          <a:latin typeface="Times New Roman" panose="02020603050405020304" pitchFamily="18" charset="0"/>
                          <a:cs typeface="Times New Roman" panose="02020603050405020304" pitchFamily="18" charset="0"/>
                        </a:rPr>
                        <a:t>t2  = a / t1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9384957"/>
                  </a:ext>
                </a:extLst>
              </a:tr>
              <a:tr h="353299">
                <a:tc>
                  <a:txBody>
                    <a:bodyPr/>
                    <a:lstStyle/>
                    <a:p>
                      <a:r>
                        <a:rPr lang="en-US" sz="1600" b="1" dirty="0">
                          <a:latin typeface="Times New Roman" panose="02020603050405020304" pitchFamily="18" charset="0"/>
                          <a:cs typeface="Times New Roman" panose="02020603050405020304" pitchFamily="18" charset="0"/>
                        </a:rPr>
                        <a:t>      LD  R2, 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tc>
                  <a:txBody>
                    <a:bodyPr/>
                    <a:lstStyle/>
                    <a:p>
                      <a:r>
                        <a:rPr lang="en-US" sz="1600" b="1" dirty="0">
                          <a:latin typeface="Times New Roman" panose="02020603050405020304" pitchFamily="18" charset="0"/>
                          <a:cs typeface="Times New Roman" panose="02020603050405020304" pitchFamily="18" charset="0"/>
                        </a:rPr>
                        <a:t>a, 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266401"/>
                  </a:ext>
                </a:extLst>
              </a:tr>
              <a:tr h="353299">
                <a:tc>
                  <a:txBody>
                    <a:bodyPr/>
                    <a:lstStyle/>
                    <a:p>
                      <a:r>
                        <a:rPr lang="en-US" sz="1600" b="1" dirty="0">
                          <a:latin typeface="Times New Roman" panose="02020603050405020304" pitchFamily="18" charset="0"/>
                          <a:cs typeface="Times New Roman" panose="02020603050405020304" pitchFamily="18" charset="0"/>
                        </a:rPr>
                        <a:t>      DIV R1, R2, R1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tc>
                  <a:txBody>
                    <a:bodyPr/>
                    <a:lstStyle/>
                    <a:p>
                      <a:r>
                        <a:rPr lang="en-US" sz="1600" b="1" dirty="0">
                          <a:latin typeface="Times New Roman" panose="02020603050405020304" pitchFamily="18" charset="0"/>
                          <a:cs typeface="Times New Roman" panose="02020603050405020304" pitchFamily="18" charset="0"/>
                        </a:rPr>
                        <a:t>a, 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92378945"/>
                  </a:ext>
                </a:extLst>
              </a:tr>
              <a:tr h="353299">
                <a:tc gridSpan="4">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vMerge="1">
                  <a:txBody>
                    <a:bodyPr/>
                    <a:lstStyle/>
                    <a:p>
                      <a:endParaRPr lang="en-IN"/>
                    </a:p>
                  </a:txBody>
                  <a:tcPr/>
                </a:tc>
                <a:tc gridSpan="9">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tc hMerge="1">
                  <a:txBody>
                    <a:bodyPr/>
                    <a:lstStyle/>
                    <a:p>
                      <a:endParaRPr lang="en-IN"/>
                    </a:p>
                  </a:txBody>
                  <a:tcPr/>
                </a:tc>
                <a:tc hMerge="1">
                  <a:txBody>
                    <a:bodyPr/>
                    <a:lstStyle/>
                    <a:p>
                      <a:endParaRPr lang="en-IN"/>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4048474861"/>
                  </a:ext>
                </a:extLst>
              </a:tr>
              <a:tr h="353299">
                <a:tc>
                  <a:txBody>
                    <a:bodyPr/>
                    <a:lstStyle/>
                    <a:p>
                      <a:r>
                        <a:rPr lang="en-US" sz="1600" b="1" dirty="0">
                          <a:latin typeface="Times New Roman" panose="02020603050405020304" pitchFamily="18" charset="0"/>
                          <a:cs typeface="Times New Roman" panose="02020603050405020304" pitchFamily="18" charset="0"/>
                        </a:rPr>
                        <a:t>t3 = d*e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3512605"/>
                  </a:ext>
                </a:extLst>
              </a:tr>
              <a:tr h="353299">
                <a:tc>
                  <a:txBody>
                    <a:bodyPr/>
                    <a:lstStyle/>
                    <a:p>
                      <a:r>
                        <a:rPr lang="en-US" sz="1600" b="1" dirty="0">
                          <a:latin typeface="Times New Roman" panose="02020603050405020304" pitchFamily="18" charset="0"/>
                          <a:cs typeface="Times New Roman" panose="02020603050405020304" pitchFamily="18" charset="0"/>
                        </a:rPr>
                        <a:t>        LD R2, 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19367996"/>
                  </a:ext>
                </a:extLst>
              </a:tr>
              <a:tr h="353299">
                <a:tc>
                  <a:txBody>
                    <a:bodyPr/>
                    <a:lstStyle/>
                    <a:p>
                      <a:r>
                        <a:rPr lang="en-US" sz="1600" b="1" dirty="0">
                          <a:latin typeface="Times New Roman" panose="02020603050405020304" pitchFamily="18" charset="0"/>
                          <a:cs typeface="Times New Roman" panose="02020603050405020304" pitchFamily="18" charset="0"/>
                        </a:rPr>
                        <a:t>        LD  R3, e</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e,R3</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31646410"/>
                  </a:ext>
                </a:extLst>
              </a:tr>
              <a:tr h="353299">
                <a:tc>
                  <a:txBody>
                    <a:bodyPr/>
                    <a:lstStyle/>
                    <a:p>
                      <a:r>
                        <a:rPr lang="en-US" sz="1600" b="1" dirty="0">
                          <a:latin typeface="Times New Roman" panose="02020603050405020304" pitchFamily="18" charset="0"/>
                          <a:cs typeface="Times New Roman" panose="02020603050405020304" pitchFamily="18" charset="0"/>
                        </a:rPr>
                        <a:t>        MUL  R2, R2, R3</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t3</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e,R3</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R2</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1348936"/>
                  </a:ext>
                </a:extLst>
              </a:tr>
              <a:tr h="353299">
                <a:tc gridSpan="4">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vMerge="1">
                  <a:txBody>
                    <a:bodyPr/>
                    <a:lstStyle/>
                    <a:p>
                      <a:endParaRPr lang="en-IN" dirty="0"/>
                    </a:p>
                  </a:txBody>
                  <a:tcPr/>
                </a:tc>
                <a:tc gridSpan="9">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438542533"/>
                  </a:ext>
                </a:extLst>
              </a:tr>
              <a:tr h="353299">
                <a:tc>
                  <a:txBody>
                    <a:bodyPr/>
                    <a:lstStyle/>
                    <a:p>
                      <a:r>
                        <a:rPr lang="en-US" sz="1600" b="1" dirty="0">
                          <a:latin typeface="Times New Roman" panose="02020603050405020304" pitchFamily="18" charset="0"/>
                          <a:cs typeface="Times New Roman" panose="02020603050405020304" pitchFamily="18" charset="0"/>
                        </a:rPr>
                        <a:t>  x = t2 – t3</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64374112"/>
                  </a:ext>
                </a:extLst>
              </a:tr>
              <a:tr h="353299">
                <a:tc>
                  <a:txBody>
                    <a:bodyPr/>
                    <a:lstStyle/>
                    <a:p>
                      <a:r>
                        <a:rPr lang="en-US" sz="1600" b="1" dirty="0">
                          <a:latin typeface="Times New Roman" panose="02020603050405020304" pitchFamily="18" charset="0"/>
                          <a:cs typeface="Times New Roman" panose="02020603050405020304" pitchFamily="18" charset="0"/>
                        </a:rPr>
                        <a:t>        SUB R2, R2, R3</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x</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e,R3</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R2</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4228605"/>
                  </a:ext>
                </a:extLst>
              </a:tr>
              <a:tr h="353299">
                <a:tc>
                  <a:txBody>
                    <a:bodyPr/>
                    <a:lstStyle/>
                    <a:p>
                      <a:r>
                        <a:rPr lang="en-US" sz="1600" b="1" dirty="0">
                          <a:latin typeface="Times New Roman" panose="02020603050405020304" pitchFamily="18" charset="0"/>
                          <a:cs typeface="Times New Roman" panose="02020603050405020304" pitchFamily="18" charset="0"/>
                        </a:rPr>
                        <a:t>         ST x, R2</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x</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e,R3</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x, R2</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7448708"/>
                  </a:ext>
                </a:extLst>
              </a:tr>
            </a:tbl>
          </a:graphicData>
        </a:graphic>
      </p:graphicFrame>
    </p:spTree>
    <p:extLst>
      <p:ext uri="{BB962C8B-B14F-4D97-AF65-F5344CB8AC3E}">
        <p14:creationId xmlns:p14="http://schemas.microsoft.com/office/powerpoint/2010/main" val="39995035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15AEE-2E41-CF59-575B-C782601F1F48}"/>
              </a:ext>
            </a:extLst>
          </p:cNvPr>
          <p:cNvSpPr>
            <a:spLocks noGrp="1"/>
          </p:cNvSpPr>
          <p:nvPr>
            <p:ph type="title"/>
          </p:nvPr>
        </p:nvSpPr>
        <p:spPr/>
        <p:txBody>
          <a:bodyPr/>
          <a:lstStyle/>
          <a:p>
            <a:r>
              <a:rPr lang="en-US" dirty="0"/>
              <a:t>Introduction to System Software</a:t>
            </a:r>
            <a:endParaRPr lang="en-IN" dirty="0"/>
          </a:p>
        </p:txBody>
      </p:sp>
      <p:sp>
        <p:nvSpPr>
          <p:cNvPr id="3" name="Content Placeholder 2">
            <a:extLst>
              <a:ext uri="{FF2B5EF4-FFF2-40B4-BE49-F238E27FC236}">
                <a16:creationId xmlns:a16="http://schemas.microsoft.com/office/drawing/2014/main" id="{84059F79-C6A8-7B6E-4BEF-B1942D0D7C57}"/>
              </a:ext>
            </a:extLst>
          </p:cNvPr>
          <p:cNvSpPr>
            <a:spLocks noGrp="1"/>
          </p:cNvSpPr>
          <p:nvPr>
            <p:ph idx="1"/>
          </p:nvPr>
        </p:nvSpPr>
        <p:spPr/>
        <p:txBody>
          <a:bodyPr>
            <a:normAutofit/>
          </a:bodyPr>
          <a:lstStyle/>
          <a:p>
            <a:r>
              <a:rPr lang="en-US" dirty="0"/>
              <a:t>System software consists of a variety of programs that support the operation of a computer</a:t>
            </a:r>
          </a:p>
          <a:p>
            <a:r>
              <a:rPr lang="en-US" dirty="0"/>
              <a:t>Ex., - Text editor, compiler, loader or linker, debugger, macro processors, operating system, database management systems, software engineering tools, ….</a:t>
            </a:r>
          </a:p>
          <a:p>
            <a:r>
              <a:rPr lang="en-US" dirty="0"/>
              <a:t>System software differs from application software in machine dependency </a:t>
            </a:r>
          </a:p>
          <a:p>
            <a:r>
              <a:rPr lang="en-US" dirty="0"/>
              <a:t>System programs are intended to support the operation and use of the computer itself, rather than any particular application. </a:t>
            </a:r>
          </a:p>
          <a:p>
            <a:endParaRPr lang="en-IN" dirty="0"/>
          </a:p>
        </p:txBody>
      </p:sp>
    </p:spTree>
    <p:extLst>
      <p:ext uri="{BB962C8B-B14F-4D97-AF65-F5344CB8AC3E}">
        <p14:creationId xmlns:p14="http://schemas.microsoft.com/office/powerpoint/2010/main" val="18690500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0E549-4CAD-92BE-43AF-23E24542B328}"/>
              </a:ext>
            </a:extLst>
          </p:cNvPr>
          <p:cNvSpPr>
            <a:spLocks noGrp="1"/>
          </p:cNvSpPr>
          <p:nvPr>
            <p:ph type="title"/>
          </p:nvPr>
        </p:nvSpPr>
        <p:spPr/>
        <p:txBody>
          <a:bodyPr/>
          <a:lstStyle/>
          <a:p>
            <a:r>
              <a:rPr lang="en-US" dirty="0"/>
              <a:t>Simplified Instructional Computer (SIC) </a:t>
            </a:r>
            <a:endParaRPr lang="en-IN" dirty="0"/>
          </a:p>
        </p:txBody>
      </p:sp>
      <p:sp>
        <p:nvSpPr>
          <p:cNvPr id="3" name="Content Placeholder 2">
            <a:extLst>
              <a:ext uri="{FF2B5EF4-FFF2-40B4-BE49-F238E27FC236}">
                <a16:creationId xmlns:a16="http://schemas.microsoft.com/office/drawing/2014/main" id="{28EBA484-C3B4-82C2-28C0-7222A5C4B656}"/>
              </a:ext>
            </a:extLst>
          </p:cNvPr>
          <p:cNvSpPr>
            <a:spLocks noGrp="1"/>
          </p:cNvSpPr>
          <p:nvPr>
            <p:ph idx="1"/>
          </p:nvPr>
        </p:nvSpPr>
        <p:spPr/>
        <p:txBody>
          <a:bodyPr/>
          <a:lstStyle/>
          <a:p>
            <a:r>
              <a:rPr lang="en-US" dirty="0"/>
              <a:t>SIC is a computer that includes the hardware features most often found on real machines, while avoiding unusual or irrelevant complexities</a:t>
            </a:r>
          </a:p>
          <a:p>
            <a:r>
              <a:rPr lang="en-US" dirty="0"/>
              <a:t>Like many other products, SIC comes in two versions </a:t>
            </a:r>
          </a:p>
          <a:p>
            <a:pPr lvl="1"/>
            <a:r>
              <a:rPr lang="en-US" dirty="0"/>
              <a:t>The standard model (SIC)</a:t>
            </a:r>
          </a:p>
          <a:p>
            <a:pPr lvl="1"/>
            <a:r>
              <a:rPr lang="en-US" dirty="0"/>
              <a:t>SIC/XE version‒ “extra equipment”, “extra expensive” </a:t>
            </a:r>
          </a:p>
          <a:p>
            <a:r>
              <a:rPr lang="en-US" dirty="0"/>
              <a:t>The two versions have been designed to be upward compatible</a:t>
            </a:r>
          </a:p>
          <a:p>
            <a:endParaRPr lang="en-IN" dirty="0"/>
          </a:p>
        </p:txBody>
      </p:sp>
    </p:spTree>
    <p:extLst>
      <p:ext uri="{BB962C8B-B14F-4D97-AF65-F5344CB8AC3E}">
        <p14:creationId xmlns:p14="http://schemas.microsoft.com/office/powerpoint/2010/main" val="5471136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D5F9A-F596-BD5C-B88C-FF4DFAF7CB15}"/>
              </a:ext>
            </a:extLst>
          </p:cNvPr>
          <p:cNvSpPr>
            <a:spLocks noGrp="1"/>
          </p:cNvSpPr>
          <p:nvPr>
            <p:ph type="title"/>
          </p:nvPr>
        </p:nvSpPr>
        <p:spPr>
          <a:xfrm>
            <a:off x="838200" y="88032"/>
            <a:ext cx="10515600" cy="779072"/>
          </a:xfrm>
        </p:spPr>
        <p:txBody>
          <a:bodyPr/>
          <a:lstStyle/>
          <a:p>
            <a:r>
              <a:rPr lang="en-US" dirty="0"/>
              <a:t>SIC Machine Architecture</a:t>
            </a:r>
            <a:endParaRPr lang="en-IN" dirty="0"/>
          </a:p>
        </p:txBody>
      </p:sp>
      <p:sp>
        <p:nvSpPr>
          <p:cNvPr id="3" name="Content Placeholder 2">
            <a:extLst>
              <a:ext uri="{FF2B5EF4-FFF2-40B4-BE49-F238E27FC236}">
                <a16:creationId xmlns:a16="http://schemas.microsoft.com/office/drawing/2014/main" id="{A2D55A82-ED6E-E908-29C8-9DCD1147998E}"/>
              </a:ext>
            </a:extLst>
          </p:cNvPr>
          <p:cNvSpPr>
            <a:spLocks noGrp="1"/>
          </p:cNvSpPr>
          <p:nvPr>
            <p:ph idx="1"/>
          </p:nvPr>
        </p:nvSpPr>
        <p:spPr>
          <a:xfrm>
            <a:off x="152399" y="997524"/>
            <a:ext cx="11873345" cy="5772445"/>
          </a:xfrm>
        </p:spPr>
        <p:txBody>
          <a:bodyPr/>
          <a:lstStyle/>
          <a:p>
            <a:r>
              <a:rPr lang="en-US" dirty="0"/>
              <a:t> Memory –  Memory consists of 8-bit bytes, 15-bit addresses, Any 3 consecutive bytes form a word (24 bits) </a:t>
            </a:r>
          </a:p>
          <a:p>
            <a:pPr lvl="1"/>
            <a:r>
              <a:rPr lang="en-US" dirty="0"/>
              <a:t>Total of 32768 (215) bytes in the computer memory </a:t>
            </a:r>
          </a:p>
          <a:p>
            <a:r>
              <a:rPr lang="en-US" dirty="0"/>
              <a:t>Registers – Five registers, each is 24 bits in length</a:t>
            </a:r>
            <a:endParaRPr lang="en-IN" dirty="0"/>
          </a:p>
        </p:txBody>
      </p:sp>
      <p:pic>
        <p:nvPicPr>
          <p:cNvPr id="5" name="Picture 4">
            <a:extLst>
              <a:ext uri="{FF2B5EF4-FFF2-40B4-BE49-F238E27FC236}">
                <a16:creationId xmlns:a16="http://schemas.microsoft.com/office/drawing/2014/main" id="{46A46217-D9B3-A4E0-8278-C2DC00D8E13A}"/>
              </a:ext>
            </a:extLst>
          </p:cNvPr>
          <p:cNvPicPr>
            <a:picLocks noChangeAspect="1"/>
          </p:cNvPicPr>
          <p:nvPr/>
        </p:nvPicPr>
        <p:blipFill>
          <a:blip r:embed="rId2"/>
          <a:stretch>
            <a:fillRect/>
          </a:stretch>
        </p:blipFill>
        <p:spPr>
          <a:xfrm>
            <a:off x="1434662" y="2885090"/>
            <a:ext cx="8855044" cy="3972910"/>
          </a:xfrm>
          <a:prstGeom prst="rect">
            <a:avLst/>
          </a:prstGeom>
        </p:spPr>
      </p:pic>
    </p:spTree>
    <p:extLst>
      <p:ext uri="{BB962C8B-B14F-4D97-AF65-F5344CB8AC3E}">
        <p14:creationId xmlns:p14="http://schemas.microsoft.com/office/powerpoint/2010/main" val="32846575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F2610-273C-C5BE-5450-59F158A0CB7C}"/>
              </a:ext>
            </a:extLst>
          </p:cNvPr>
          <p:cNvSpPr>
            <a:spLocks noGrp="1"/>
          </p:cNvSpPr>
          <p:nvPr>
            <p:ph type="title"/>
          </p:nvPr>
        </p:nvSpPr>
        <p:spPr/>
        <p:txBody>
          <a:bodyPr/>
          <a:lstStyle/>
          <a:p>
            <a:r>
              <a:rPr lang="en-IN" dirty="0"/>
              <a:t>SIC</a:t>
            </a:r>
          </a:p>
        </p:txBody>
      </p:sp>
      <p:sp>
        <p:nvSpPr>
          <p:cNvPr id="3" name="Content Placeholder 2">
            <a:extLst>
              <a:ext uri="{FF2B5EF4-FFF2-40B4-BE49-F238E27FC236}">
                <a16:creationId xmlns:a16="http://schemas.microsoft.com/office/drawing/2014/main" id="{BBADFE40-FA61-5E1C-5244-CA1BE5845698}"/>
              </a:ext>
            </a:extLst>
          </p:cNvPr>
          <p:cNvSpPr>
            <a:spLocks noGrp="1"/>
          </p:cNvSpPr>
          <p:nvPr>
            <p:ph idx="1"/>
          </p:nvPr>
        </p:nvSpPr>
        <p:spPr/>
        <p:txBody>
          <a:bodyPr>
            <a:normAutofit/>
          </a:bodyPr>
          <a:lstStyle/>
          <a:p>
            <a:r>
              <a:rPr lang="en-IN" sz="3200" dirty="0"/>
              <a:t>Data Formats - </a:t>
            </a:r>
          </a:p>
          <a:p>
            <a:pPr lvl="1"/>
            <a:r>
              <a:rPr lang="en-IN" sz="2800" dirty="0"/>
              <a:t>24-bit integer representation in 2’s complement </a:t>
            </a:r>
          </a:p>
          <a:p>
            <a:pPr lvl="1"/>
            <a:r>
              <a:rPr lang="en-IN" sz="2800" dirty="0"/>
              <a:t>8-bit ASCII code for characters </a:t>
            </a:r>
          </a:p>
          <a:p>
            <a:pPr lvl="1"/>
            <a:r>
              <a:rPr lang="en-IN" sz="2800" dirty="0"/>
              <a:t>No floating-point on standard version of SIC</a:t>
            </a:r>
          </a:p>
          <a:p>
            <a:r>
              <a:rPr lang="en-IN" sz="3200" dirty="0"/>
              <a:t>Instruction formats </a:t>
            </a:r>
          </a:p>
          <a:p>
            <a:pPr lvl="1"/>
            <a:r>
              <a:rPr lang="en-IN" sz="2800" dirty="0"/>
              <a:t>Standard version of SIC</a:t>
            </a:r>
          </a:p>
          <a:p>
            <a:pPr lvl="1"/>
            <a:endParaRPr lang="en-US" sz="2800" dirty="0"/>
          </a:p>
          <a:p>
            <a:pPr lvl="1"/>
            <a:endParaRPr lang="en-US" sz="2800" dirty="0"/>
          </a:p>
          <a:p>
            <a:pPr lvl="1"/>
            <a:endParaRPr lang="en-US" sz="2800" dirty="0"/>
          </a:p>
          <a:p>
            <a:pPr lvl="1"/>
            <a:r>
              <a:rPr lang="en-US" sz="2800" dirty="0"/>
              <a:t>The flag bit x is used to indicate indexed addressing mode</a:t>
            </a:r>
            <a:endParaRPr lang="en-IN" sz="2800" dirty="0"/>
          </a:p>
        </p:txBody>
      </p:sp>
      <p:pic>
        <p:nvPicPr>
          <p:cNvPr id="5" name="Picture 4">
            <a:extLst>
              <a:ext uri="{FF2B5EF4-FFF2-40B4-BE49-F238E27FC236}">
                <a16:creationId xmlns:a16="http://schemas.microsoft.com/office/drawing/2014/main" id="{50905CB0-56BF-5EF9-728A-D389F0DEBBFB}"/>
              </a:ext>
            </a:extLst>
          </p:cNvPr>
          <p:cNvPicPr>
            <a:picLocks noChangeAspect="1"/>
          </p:cNvPicPr>
          <p:nvPr/>
        </p:nvPicPr>
        <p:blipFill>
          <a:blip r:embed="rId2"/>
          <a:stretch>
            <a:fillRect/>
          </a:stretch>
        </p:blipFill>
        <p:spPr>
          <a:xfrm>
            <a:off x="3440210" y="4121839"/>
            <a:ext cx="7913590" cy="1278556"/>
          </a:xfrm>
          <a:prstGeom prst="rect">
            <a:avLst/>
          </a:prstGeom>
        </p:spPr>
      </p:pic>
    </p:spTree>
    <p:extLst>
      <p:ext uri="{BB962C8B-B14F-4D97-AF65-F5344CB8AC3E}">
        <p14:creationId xmlns:p14="http://schemas.microsoft.com/office/powerpoint/2010/main" val="34987275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A882-CD0F-3BE8-B3AE-E69FDBB459A9}"/>
              </a:ext>
            </a:extLst>
          </p:cNvPr>
          <p:cNvSpPr>
            <a:spLocks noGrp="1"/>
          </p:cNvSpPr>
          <p:nvPr>
            <p:ph type="title"/>
          </p:nvPr>
        </p:nvSpPr>
        <p:spPr/>
        <p:txBody>
          <a:bodyPr/>
          <a:lstStyle/>
          <a:p>
            <a:r>
              <a:rPr lang="en-US" dirty="0"/>
              <a:t>SIC-</a:t>
            </a:r>
            <a:endParaRPr lang="en-IN" dirty="0"/>
          </a:p>
        </p:txBody>
      </p:sp>
      <p:sp>
        <p:nvSpPr>
          <p:cNvPr id="3" name="Content Placeholder 2">
            <a:extLst>
              <a:ext uri="{FF2B5EF4-FFF2-40B4-BE49-F238E27FC236}">
                <a16:creationId xmlns:a16="http://schemas.microsoft.com/office/drawing/2014/main" id="{EF8BAAC7-9498-4879-952F-7D7DA73FCCEF}"/>
              </a:ext>
            </a:extLst>
          </p:cNvPr>
          <p:cNvSpPr>
            <a:spLocks noGrp="1"/>
          </p:cNvSpPr>
          <p:nvPr>
            <p:ph idx="1"/>
          </p:nvPr>
        </p:nvSpPr>
        <p:spPr/>
        <p:txBody>
          <a:bodyPr/>
          <a:lstStyle/>
          <a:p>
            <a:r>
              <a:rPr lang="en-US" dirty="0"/>
              <a:t>Addressing modes - Two addressing modes ‒ Indicated by the x bit in the instruction</a:t>
            </a:r>
          </a:p>
          <a:p>
            <a:endParaRPr lang="en-US" dirty="0"/>
          </a:p>
          <a:p>
            <a:endParaRPr lang="en-US" dirty="0"/>
          </a:p>
          <a:p>
            <a:endParaRPr lang="en-US" dirty="0"/>
          </a:p>
          <a:p>
            <a:endParaRPr lang="en-US" dirty="0"/>
          </a:p>
          <a:p>
            <a:r>
              <a:rPr lang="en-US" dirty="0"/>
              <a:t>(X): the contents of register X</a:t>
            </a:r>
          </a:p>
          <a:p>
            <a:endParaRPr lang="en-US" dirty="0"/>
          </a:p>
          <a:p>
            <a:endParaRPr lang="en-IN" dirty="0"/>
          </a:p>
        </p:txBody>
      </p:sp>
      <p:pic>
        <p:nvPicPr>
          <p:cNvPr id="5" name="Picture 4">
            <a:extLst>
              <a:ext uri="{FF2B5EF4-FFF2-40B4-BE49-F238E27FC236}">
                <a16:creationId xmlns:a16="http://schemas.microsoft.com/office/drawing/2014/main" id="{12702867-C96A-D174-D8AB-F9CB509C67C1}"/>
              </a:ext>
            </a:extLst>
          </p:cNvPr>
          <p:cNvPicPr>
            <a:picLocks noChangeAspect="1"/>
          </p:cNvPicPr>
          <p:nvPr/>
        </p:nvPicPr>
        <p:blipFill>
          <a:blip r:embed="rId2"/>
          <a:stretch>
            <a:fillRect/>
          </a:stretch>
        </p:blipFill>
        <p:spPr>
          <a:xfrm>
            <a:off x="3007504" y="2002220"/>
            <a:ext cx="8507197" cy="2033752"/>
          </a:xfrm>
          <a:prstGeom prst="rect">
            <a:avLst/>
          </a:prstGeom>
        </p:spPr>
      </p:pic>
    </p:spTree>
    <p:extLst>
      <p:ext uri="{BB962C8B-B14F-4D97-AF65-F5344CB8AC3E}">
        <p14:creationId xmlns:p14="http://schemas.microsoft.com/office/powerpoint/2010/main" val="776475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50637-6B9B-86C1-2122-60E23B5E337C}"/>
              </a:ext>
            </a:extLst>
          </p:cNvPr>
          <p:cNvSpPr>
            <a:spLocks noGrp="1"/>
          </p:cNvSpPr>
          <p:nvPr>
            <p:ph type="title"/>
          </p:nvPr>
        </p:nvSpPr>
        <p:spPr>
          <a:xfrm>
            <a:off x="152399" y="88031"/>
            <a:ext cx="11873345" cy="909493"/>
          </a:xfrm>
        </p:spPr>
        <p:txBody>
          <a:bodyPr>
            <a:normAutofit fontScale="90000"/>
          </a:bodyPr>
          <a:lstStyle/>
          <a:p>
            <a:r>
              <a:rPr lang="en-US" dirty="0"/>
              <a:t>SIC -</a:t>
            </a:r>
            <a:r>
              <a:rPr lang="en-IN" dirty="0"/>
              <a:t>Instruction set: (Textbook-Appendix A, Page 495) </a:t>
            </a:r>
          </a:p>
        </p:txBody>
      </p:sp>
      <p:sp>
        <p:nvSpPr>
          <p:cNvPr id="3" name="Content Placeholder 2">
            <a:extLst>
              <a:ext uri="{FF2B5EF4-FFF2-40B4-BE49-F238E27FC236}">
                <a16:creationId xmlns:a16="http://schemas.microsoft.com/office/drawing/2014/main" id="{81362B30-A27C-A889-F303-EDCAAC1BE1BD}"/>
              </a:ext>
            </a:extLst>
          </p:cNvPr>
          <p:cNvSpPr>
            <a:spLocks noGrp="1"/>
          </p:cNvSpPr>
          <p:nvPr>
            <p:ph idx="1"/>
          </p:nvPr>
        </p:nvSpPr>
        <p:spPr/>
        <p:txBody>
          <a:bodyPr/>
          <a:lstStyle/>
          <a:p>
            <a:r>
              <a:rPr lang="en-IN" dirty="0"/>
              <a:t>Load/store registers: LDA, LDX, STA, STX </a:t>
            </a:r>
          </a:p>
          <a:p>
            <a:r>
              <a:rPr lang="en-IN" dirty="0"/>
              <a:t>Integer arithmetic: ADD, SUB, MUL, DIV </a:t>
            </a:r>
          </a:p>
          <a:p>
            <a:r>
              <a:rPr lang="en-IN" dirty="0"/>
              <a:t>All involve register A and a word in memory, result stored in register A </a:t>
            </a:r>
          </a:p>
          <a:p>
            <a:r>
              <a:rPr lang="en-IN" dirty="0"/>
              <a:t>COMP - Compare value in register A with a word in memory </a:t>
            </a:r>
          </a:p>
          <a:p>
            <a:r>
              <a:rPr lang="en-IN" dirty="0"/>
              <a:t>Set a condition code CC (&lt;, =, &gt;) </a:t>
            </a:r>
          </a:p>
          <a:p>
            <a:r>
              <a:rPr lang="en-IN" dirty="0"/>
              <a:t>Conditional jump instructions - JLT, JEQ, JGT: test CC and jump</a:t>
            </a:r>
          </a:p>
          <a:p>
            <a:r>
              <a:rPr lang="en-US" dirty="0"/>
              <a:t>Subroutine linkage - JSUB, RSUB: return address in register L</a:t>
            </a:r>
            <a:endParaRPr lang="en-IN" dirty="0"/>
          </a:p>
        </p:txBody>
      </p:sp>
    </p:spTree>
    <p:extLst>
      <p:ext uri="{BB962C8B-B14F-4D97-AF65-F5344CB8AC3E}">
        <p14:creationId xmlns:p14="http://schemas.microsoft.com/office/powerpoint/2010/main" val="11777645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CDD58-7319-4FD2-FF10-4EF5909F7D80}"/>
              </a:ext>
            </a:extLst>
          </p:cNvPr>
          <p:cNvSpPr>
            <a:spLocks noGrp="1"/>
          </p:cNvSpPr>
          <p:nvPr>
            <p:ph type="title"/>
          </p:nvPr>
        </p:nvSpPr>
        <p:spPr/>
        <p:txBody>
          <a:bodyPr/>
          <a:lstStyle/>
          <a:p>
            <a:r>
              <a:rPr lang="en-US" dirty="0"/>
              <a:t>SIC -Input and output </a:t>
            </a:r>
            <a:endParaRPr lang="en-IN" dirty="0"/>
          </a:p>
        </p:txBody>
      </p:sp>
      <p:sp>
        <p:nvSpPr>
          <p:cNvPr id="3" name="Content Placeholder 2">
            <a:extLst>
              <a:ext uri="{FF2B5EF4-FFF2-40B4-BE49-F238E27FC236}">
                <a16:creationId xmlns:a16="http://schemas.microsoft.com/office/drawing/2014/main" id="{61844564-29F5-6B5C-8146-ACCBC38EF11F}"/>
              </a:ext>
            </a:extLst>
          </p:cNvPr>
          <p:cNvSpPr>
            <a:spLocks noGrp="1"/>
          </p:cNvSpPr>
          <p:nvPr>
            <p:ph idx="1"/>
          </p:nvPr>
        </p:nvSpPr>
        <p:spPr/>
        <p:txBody>
          <a:bodyPr/>
          <a:lstStyle/>
          <a:p>
            <a:r>
              <a:rPr lang="en-US" dirty="0"/>
              <a:t>Performed by transferring 1 byte at a time to or from the rightmost 8 bits of register A </a:t>
            </a:r>
          </a:p>
          <a:p>
            <a:r>
              <a:rPr lang="en-US" dirty="0"/>
              <a:t>Each device is assigned a unique 8-bit code, as an operand of I/O instructions </a:t>
            </a:r>
          </a:p>
          <a:p>
            <a:r>
              <a:rPr lang="en-US" dirty="0"/>
              <a:t>Test Device (TD): &lt; (ready), = (not ready) </a:t>
            </a:r>
          </a:p>
          <a:p>
            <a:r>
              <a:rPr lang="en-US" dirty="0"/>
              <a:t>Read Data (RD), Write Data (WD)</a:t>
            </a:r>
            <a:endParaRPr lang="en-IN" dirty="0"/>
          </a:p>
        </p:txBody>
      </p:sp>
    </p:spTree>
    <p:extLst>
      <p:ext uri="{BB962C8B-B14F-4D97-AF65-F5344CB8AC3E}">
        <p14:creationId xmlns:p14="http://schemas.microsoft.com/office/powerpoint/2010/main" val="16407421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FD2C3-256E-FEE6-7494-89D69148F947}"/>
              </a:ext>
            </a:extLst>
          </p:cNvPr>
          <p:cNvSpPr>
            <a:spLocks noGrp="1"/>
          </p:cNvSpPr>
          <p:nvPr>
            <p:ph type="title"/>
          </p:nvPr>
        </p:nvSpPr>
        <p:spPr>
          <a:xfrm>
            <a:off x="394139" y="88031"/>
            <a:ext cx="11620140" cy="652948"/>
          </a:xfrm>
        </p:spPr>
        <p:txBody>
          <a:bodyPr>
            <a:normAutofit fontScale="90000"/>
          </a:bodyPr>
          <a:lstStyle/>
          <a:p>
            <a:r>
              <a:rPr lang="en-US" dirty="0"/>
              <a:t>SIC – program example - </a:t>
            </a:r>
            <a:r>
              <a:rPr lang="en-IN" b="1" dirty="0"/>
              <a:t>Data movement</a:t>
            </a:r>
            <a:endParaRPr lang="en-IN" dirty="0"/>
          </a:p>
        </p:txBody>
      </p:sp>
      <p:sp>
        <p:nvSpPr>
          <p:cNvPr id="3" name="Content Placeholder 2">
            <a:extLst>
              <a:ext uri="{FF2B5EF4-FFF2-40B4-BE49-F238E27FC236}">
                <a16:creationId xmlns:a16="http://schemas.microsoft.com/office/drawing/2014/main" id="{4D472EA9-B8C8-14C9-ABF6-0986720FFC8C}"/>
              </a:ext>
            </a:extLst>
          </p:cNvPr>
          <p:cNvSpPr>
            <a:spLocks noGrp="1"/>
          </p:cNvSpPr>
          <p:nvPr>
            <p:ph idx="1"/>
          </p:nvPr>
        </p:nvSpPr>
        <p:spPr>
          <a:xfrm>
            <a:off x="152399" y="961697"/>
            <a:ext cx="11873345" cy="5808272"/>
          </a:xfrm>
        </p:spPr>
        <p:txBody>
          <a:bodyPr/>
          <a:lstStyle/>
          <a:p>
            <a:pPr marL="0" indent="0">
              <a:buNone/>
            </a:pPr>
            <a:r>
              <a:rPr lang="en-IN" dirty="0"/>
              <a:t>		LDA 	 FIVE         load 5 into A reg </a:t>
            </a:r>
          </a:p>
          <a:p>
            <a:pPr marL="0" indent="0">
              <a:buNone/>
            </a:pPr>
            <a:r>
              <a:rPr lang="en-IN" dirty="0"/>
              <a:t>		STA 	 ALPHA     store in ALPHA from reg A</a:t>
            </a:r>
          </a:p>
          <a:p>
            <a:pPr marL="0" indent="0">
              <a:buNone/>
            </a:pPr>
            <a:r>
              <a:rPr lang="en-IN" dirty="0"/>
              <a:t>		LDCH    CHARZ     load ‘Z’ into A </a:t>
            </a:r>
          </a:p>
          <a:p>
            <a:pPr marL="0" indent="0">
              <a:buNone/>
            </a:pPr>
            <a:r>
              <a:rPr lang="en-IN" dirty="0"/>
              <a:t>		STCH     C1              store in C1 </a:t>
            </a:r>
          </a:p>
          <a:p>
            <a:pPr marL="0" indent="0">
              <a:buNone/>
            </a:pPr>
            <a:r>
              <a:rPr lang="en-IN" dirty="0"/>
              <a:t>                     	. </a:t>
            </a:r>
          </a:p>
          <a:p>
            <a:pPr marL="0" indent="0">
              <a:buNone/>
            </a:pPr>
            <a:r>
              <a:rPr lang="en-IN" dirty="0"/>
              <a:t>		. </a:t>
            </a:r>
          </a:p>
          <a:p>
            <a:pPr marL="0" indent="0">
              <a:buNone/>
            </a:pPr>
            <a:r>
              <a:rPr lang="en-IN" dirty="0"/>
              <a:t>		. </a:t>
            </a:r>
          </a:p>
          <a:p>
            <a:pPr marL="0" indent="0">
              <a:buNone/>
            </a:pPr>
            <a:r>
              <a:rPr lang="en-IN" dirty="0"/>
              <a:t>ALPHA 	RESW 	1 	reserve one word space for variable ALPHA</a:t>
            </a:r>
          </a:p>
          <a:p>
            <a:pPr marL="0" indent="0">
              <a:buNone/>
            </a:pPr>
            <a:r>
              <a:rPr lang="en-IN" dirty="0"/>
              <a:t>FIVE 		WORD	 5 	one word holding 5 </a:t>
            </a:r>
          </a:p>
          <a:p>
            <a:pPr marL="0" indent="0">
              <a:buNone/>
            </a:pPr>
            <a:r>
              <a:rPr lang="en-IN" dirty="0"/>
              <a:t>CHARZ 	BYTE 		’Z’ 	one-byte constant </a:t>
            </a:r>
          </a:p>
          <a:p>
            <a:pPr marL="0" indent="0">
              <a:buNone/>
            </a:pPr>
            <a:r>
              <a:rPr lang="en-IN" dirty="0"/>
              <a:t>C1 		RESB 		1 	one-byte variable </a:t>
            </a:r>
          </a:p>
        </p:txBody>
      </p:sp>
    </p:spTree>
    <p:extLst>
      <p:ext uri="{BB962C8B-B14F-4D97-AF65-F5344CB8AC3E}">
        <p14:creationId xmlns:p14="http://schemas.microsoft.com/office/powerpoint/2010/main" val="31096118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7685-F817-0636-002F-7AE8705F2FEE}"/>
              </a:ext>
            </a:extLst>
          </p:cNvPr>
          <p:cNvSpPr>
            <a:spLocks noGrp="1"/>
          </p:cNvSpPr>
          <p:nvPr>
            <p:ph type="title"/>
          </p:nvPr>
        </p:nvSpPr>
        <p:spPr/>
        <p:txBody>
          <a:bodyPr>
            <a:normAutofit fontScale="90000"/>
          </a:bodyPr>
          <a:lstStyle/>
          <a:p>
            <a:r>
              <a:rPr lang="en-US" dirty="0"/>
              <a:t>Arithmetic operations: </a:t>
            </a:r>
            <a:r>
              <a:rPr lang="en-US" sz="3100" dirty="0"/>
              <a:t>BETA = ALPHA + INCR - 1</a:t>
            </a:r>
            <a:br>
              <a:rPr lang="en-US" sz="3100" dirty="0"/>
            </a:br>
            <a:r>
              <a:rPr lang="en-US" sz="3100" dirty="0"/>
              <a:t>                                                                DELTA = GAMMA + INCR -1</a:t>
            </a:r>
            <a:endParaRPr lang="en-IN" dirty="0"/>
          </a:p>
        </p:txBody>
      </p:sp>
      <p:pic>
        <p:nvPicPr>
          <p:cNvPr id="5" name="Picture 4">
            <a:extLst>
              <a:ext uri="{FF2B5EF4-FFF2-40B4-BE49-F238E27FC236}">
                <a16:creationId xmlns:a16="http://schemas.microsoft.com/office/drawing/2014/main" id="{429AE9CA-2EBA-238A-FB2E-D534A278E741}"/>
              </a:ext>
            </a:extLst>
          </p:cNvPr>
          <p:cNvPicPr>
            <a:picLocks noChangeAspect="1"/>
          </p:cNvPicPr>
          <p:nvPr/>
        </p:nvPicPr>
        <p:blipFill>
          <a:blip r:embed="rId2"/>
          <a:stretch>
            <a:fillRect/>
          </a:stretch>
        </p:blipFill>
        <p:spPr>
          <a:xfrm>
            <a:off x="551793" y="997523"/>
            <a:ext cx="8718331" cy="5820407"/>
          </a:xfrm>
          <a:prstGeom prst="rect">
            <a:avLst/>
          </a:prstGeom>
        </p:spPr>
      </p:pic>
    </p:spTree>
    <p:extLst>
      <p:ext uri="{BB962C8B-B14F-4D97-AF65-F5344CB8AC3E}">
        <p14:creationId xmlns:p14="http://schemas.microsoft.com/office/powerpoint/2010/main" val="29758138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B484-96AC-7998-DA97-E95D9E46E058}"/>
              </a:ext>
            </a:extLst>
          </p:cNvPr>
          <p:cNvSpPr>
            <a:spLocks noGrp="1"/>
          </p:cNvSpPr>
          <p:nvPr>
            <p:ph type="title"/>
          </p:nvPr>
        </p:nvSpPr>
        <p:spPr>
          <a:xfrm>
            <a:off x="152399" y="88031"/>
            <a:ext cx="11873345" cy="909493"/>
          </a:xfrm>
        </p:spPr>
        <p:txBody>
          <a:bodyPr>
            <a:normAutofit/>
          </a:bodyPr>
          <a:lstStyle/>
          <a:p>
            <a:r>
              <a:rPr lang="en-US" dirty="0"/>
              <a:t>Looping and indexing: copy one string to another</a:t>
            </a:r>
            <a:endParaRPr lang="en-IN" dirty="0"/>
          </a:p>
        </p:txBody>
      </p:sp>
      <p:sp>
        <p:nvSpPr>
          <p:cNvPr id="3" name="Content Placeholder 2">
            <a:extLst>
              <a:ext uri="{FF2B5EF4-FFF2-40B4-BE49-F238E27FC236}">
                <a16:creationId xmlns:a16="http://schemas.microsoft.com/office/drawing/2014/main" id="{746F1515-D5BE-D108-7AD1-316CA1CD30EB}"/>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2178209B-4D2B-7A7D-A696-56A3A82BF6A6}"/>
              </a:ext>
            </a:extLst>
          </p:cNvPr>
          <p:cNvPicPr>
            <a:picLocks noChangeAspect="1"/>
          </p:cNvPicPr>
          <p:nvPr/>
        </p:nvPicPr>
        <p:blipFill>
          <a:blip r:embed="rId2"/>
          <a:stretch>
            <a:fillRect/>
          </a:stretch>
        </p:blipFill>
        <p:spPr>
          <a:xfrm>
            <a:off x="166256" y="997524"/>
            <a:ext cx="11720944" cy="5808080"/>
          </a:xfrm>
          <a:prstGeom prst="rect">
            <a:avLst/>
          </a:prstGeom>
        </p:spPr>
      </p:pic>
    </p:spTree>
    <p:extLst>
      <p:ext uri="{BB962C8B-B14F-4D97-AF65-F5344CB8AC3E}">
        <p14:creationId xmlns:p14="http://schemas.microsoft.com/office/powerpoint/2010/main" val="40750533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6D8DEB-1725-0410-699F-64CF5A98D666}"/>
              </a:ext>
            </a:extLst>
          </p:cNvPr>
          <p:cNvPicPr>
            <a:picLocks noChangeAspect="1"/>
          </p:cNvPicPr>
          <p:nvPr/>
        </p:nvPicPr>
        <p:blipFill>
          <a:blip r:embed="rId2"/>
          <a:stretch>
            <a:fillRect/>
          </a:stretch>
        </p:blipFill>
        <p:spPr>
          <a:xfrm>
            <a:off x="0" y="0"/>
            <a:ext cx="9853448" cy="6747741"/>
          </a:xfrm>
          <a:prstGeom prst="rect">
            <a:avLst/>
          </a:prstGeom>
        </p:spPr>
      </p:pic>
    </p:spTree>
    <p:extLst>
      <p:ext uri="{BB962C8B-B14F-4D97-AF65-F5344CB8AC3E}">
        <p14:creationId xmlns:p14="http://schemas.microsoft.com/office/powerpoint/2010/main" val="26059711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847DB-9AC7-A3DF-AD24-4A5F989E9CD3}"/>
              </a:ext>
            </a:extLst>
          </p:cNvPr>
          <p:cNvSpPr>
            <a:spLocks noGrp="1"/>
          </p:cNvSpPr>
          <p:nvPr>
            <p:ph type="title"/>
          </p:nvPr>
        </p:nvSpPr>
        <p:spPr/>
        <p:txBody>
          <a:bodyPr/>
          <a:lstStyle/>
          <a:p>
            <a:r>
              <a:rPr lang="en-US" dirty="0"/>
              <a:t>SIC/XE Machine Architecture </a:t>
            </a:r>
            <a:endParaRPr lang="en-IN" dirty="0"/>
          </a:p>
        </p:txBody>
      </p:sp>
      <p:sp>
        <p:nvSpPr>
          <p:cNvPr id="3" name="Content Placeholder 2">
            <a:extLst>
              <a:ext uri="{FF2B5EF4-FFF2-40B4-BE49-F238E27FC236}">
                <a16:creationId xmlns:a16="http://schemas.microsoft.com/office/drawing/2014/main" id="{66A3A9FA-F4FE-50BB-79D9-92FC4FD282B0}"/>
              </a:ext>
            </a:extLst>
          </p:cNvPr>
          <p:cNvSpPr>
            <a:spLocks noGrp="1"/>
          </p:cNvSpPr>
          <p:nvPr>
            <p:ph idx="1"/>
          </p:nvPr>
        </p:nvSpPr>
        <p:spPr/>
        <p:txBody>
          <a:bodyPr/>
          <a:lstStyle/>
          <a:p>
            <a:r>
              <a:rPr lang="en-US" dirty="0"/>
              <a:t>Memory - Maximum memory available on a SIC/XE system is 1 megabyte (220 bytes) </a:t>
            </a:r>
          </a:p>
          <a:p>
            <a:r>
              <a:rPr lang="en-US" dirty="0"/>
              <a:t>An address (20 bits) cannot be fitted into a 15-bit field as in SIC Standard </a:t>
            </a:r>
          </a:p>
          <a:p>
            <a:r>
              <a:rPr lang="en-US" dirty="0"/>
              <a:t>Must change instruction formats and addressing modes</a:t>
            </a:r>
          </a:p>
          <a:p>
            <a:r>
              <a:rPr lang="en-US" dirty="0"/>
              <a:t>Registers - Additional registers are provided by SIC/XE</a:t>
            </a:r>
            <a:endParaRPr lang="en-IN" dirty="0"/>
          </a:p>
        </p:txBody>
      </p:sp>
      <p:pic>
        <p:nvPicPr>
          <p:cNvPr id="5" name="Picture 4">
            <a:extLst>
              <a:ext uri="{FF2B5EF4-FFF2-40B4-BE49-F238E27FC236}">
                <a16:creationId xmlns:a16="http://schemas.microsoft.com/office/drawing/2014/main" id="{36EDDFE1-703D-AB45-1046-6B8E27B51D6E}"/>
              </a:ext>
            </a:extLst>
          </p:cNvPr>
          <p:cNvPicPr>
            <a:picLocks noChangeAspect="1"/>
          </p:cNvPicPr>
          <p:nvPr/>
        </p:nvPicPr>
        <p:blipFill>
          <a:blip r:embed="rId2"/>
          <a:stretch>
            <a:fillRect/>
          </a:stretch>
        </p:blipFill>
        <p:spPr>
          <a:xfrm>
            <a:off x="985720" y="3711936"/>
            <a:ext cx="9825007" cy="3058033"/>
          </a:xfrm>
          <a:prstGeom prst="rect">
            <a:avLst/>
          </a:prstGeom>
        </p:spPr>
      </p:pic>
    </p:spTree>
    <p:extLst>
      <p:ext uri="{BB962C8B-B14F-4D97-AF65-F5344CB8AC3E}">
        <p14:creationId xmlns:p14="http://schemas.microsoft.com/office/powerpoint/2010/main" val="6149467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C018-20BC-476F-2A4A-72E9E2E6D85E}"/>
              </a:ext>
            </a:extLst>
          </p:cNvPr>
          <p:cNvSpPr>
            <a:spLocks noGrp="1"/>
          </p:cNvSpPr>
          <p:nvPr>
            <p:ph type="title"/>
          </p:nvPr>
        </p:nvSpPr>
        <p:spPr/>
        <p:txBody>
          <a:bodyPr/>
          <a:lstStyle/>
          <a:p>
            <a:r>
              <a:rPr lang="en-US" dirty="0"/>
              <a:t>SIC/XE</a:t>
            </a:r>
            <a:endParaRPr lang="en-IN" dirty="0"/>
          </a:p>
        </p:txBody>
      </p:sp>
      <p:sp>
        <p:nvSpPr>
          <p:cNvPr id="3" name="Content Placeholder 2">
            <a:extLst>
              <a:ext uri="{FF2B5EF4-FFF2-40B4-BE49-F238E27FC236}">
                <a16:creationId xmlns:a16="http://schemas.microsoft.com/office/drawing/2014/main" id="{10A0E968-3577-9DF0-3006-6A711405D169}"/>
              </a:ext>
            </a:extLst>
          </p:cNvPr>
          <p:cNvSpPr>
            <a:spLocks noGrp="1"/>
          </p:cNvSpPr>
          <p:nvPr>
            <p:ph idx="1"/>
          </p:nvPr>
        </p:nvSpPr>
        <p:spPr/>
        <p:txBody>
          <a:bodyPr/>
          <a:lstStyle/>
          <a:p>
            <a:r>
              <a:rPr lang="en-US" dirty="0"/>
              <a:t>Data formats - There is a 48-bit floating-point data type</a:t>
            </a:r>
          </a:p>
          <a:p>
            <a:r>
              <a:rPr lang="en-US" i="1" dirty="0"/>
              <a:t>fraction</a:t>
            </a:r>
            <a:r>
              <a:rPr lang="en-US" dirty="0"/>
              <a:t> is a value between 0 and 1 </a:t>
            </a:r>
          </a:p>
          <a:p>
            <a:r>
              <a:rPr lang="en-US" i="1" dirty="0"/>
              <a:t>exponent</a:t>
            </a:r>
            <a:r>
              <a:rPr lang="en-US" dirty="0"/>
              <a:t> is an unsigned binary number between 0 and 2047 </a:t>
            </a:r>
          </a:p>
          <a:p>
            <a:r>
              <a:rPr lang="en-US" dirty="0"/>
              <a:t>zero is represented as all 0</a:t>
            </a:r>
          </a:p>
          <a:p>
            <a:endParaRPr lang="en-US" dirty="0"/>
          </a:p>
          <a:p>
            <a:endParaRPr lang="en-US" dirty="0"/>
          </a:p>
          <a:p>
            <a:endParaRPr lang="en-US" dirty="0"/>
          </a:p>
          <a:p>
            <a:r>
              <a:rPr lang="en-IN" dirty="0"/>
              <a:t>2</a:t>
            </a:r>
            <a:r>
              <a:rPr lang="en-IN" baseline="30000" dirty="0"/>
              <a:t>(e-1024)</a:t>
            </a:r>
          </a:p>
        </p:txBody>
      </p:sp>
      <p:pic>
        <p:nvPicPr>
          <p:cNvPr id="5" name="Picture 4">
            <a:extLst>
              <a:ext uri="{FF2B5EF4-FFF2-40B4-BE49-F238E27FC236}">
                <a16:creationId xmlns:a16="http://schemas.microsoft.com/office/drawing/2014/main" id="{AF70D250-9BE0-5A78-2A4D-0AB1FBECDBD5}"/>
              </a:ext>
            </a:extLst>
          </p:cNvPr>
          <p:cNvPicPr>
            <a:picLocks noChangeAspect="1"/>
          </p:cNvPicPr>
          <p:nvPr/>
        </p:nvPicPr>
        <p:blipFill>
          <a:blip r:embed="rId2"/>
          <a:stretch>
            <a:fillRect/>
          </a:stretch>
        </p:blipFill>
        <p:spPr>
          <a:xfrm>
            <a:off x="1878396" y="3429000"/>
            <a:ext cx="7731128" cy="1292586"/>
          </a:xfrm>
          <a:prstGeom prst="rect">
            <a:avLst/>
          </a:prstGeom>
        </p:spPr>
      </p:pic>
    </p:spTree>
    <p:extLst>
      <p:ext uri="{BB962C8B-B14F-4D97-AF65-F5344CB8AC3E}">
        <p14:creationId xmlns:p14="http://schemas.microsoft.com/office/powerpoint/2010/main" val="23365642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F32F59-8C93-900E-4ACF-819709EE20C6}"/>
              </a:ext>
            </a:extLst>
          </p:cNvPr>
          <p:cNvSpPr>
            <a:spLocks noGrp="1"/>
          </p:cNvSpPr>
          <p:nvPr>
            <p:ph idx="1"/>
          </p:nvPr>
        </p:nvSpPr>
        <p:spPr>
          <a:xfrm>
            <a:off x="159327" y="5809488"/>
            <a:ext cx="11873345" cy="1048512"/>
          </a:xfrm>
        </p:spPr>
        <p:txBody>
          <a:bodyPr/>
          <a:lstStyle/>
          <a:p>
            <a:r>
              <a:rPr lang="en-US" dirty="0"/>
              <a:t>Formats 1 and 2 do not refer memory  </a:t>
            </a:r>
          </a:p>
          <a:p>
            <a:r>
              <a:rPr lang="en-US" dirty="0"/>
              <a:t>Bit e distinguishes between format 3 and 4</a:t>
            </a:r>
            <a:endParaRPr lang="en-IN" dirty="0"/>
          </a:p>
        </p:txBody>
      </p:sp>
      <p:pic>
        <p:nvPicPr>
          <p:cNvPr id="5" name="Picture 4">
            <a:extLst>
              <a:ext uri="{FF2B5EF4-FFF2-40B4-BE49-F238E27FC236}">
                <a16:creationId xmlns:a16="http://schemas.microsoft.com/office/drawing/2014/main" id="{D2088BA9-C79D-1539-17C3-E75BE80ACA0B}"/>
              </a:ext>
            </a:extLst>
          </p:cNvPr>
          <p:cNvPicPr>
            <a:picLocks noChangeAspect="1"/>
          </p:cNvPicPr>
          <p:nvPr/>
        </p:nvPicPr>
        <p:blipFill>
          <a:blip r:embed="rId2"/>
          <a:stretch>
            <a:fillRect/>
          </a:stretch>
        </p:blipFill>
        <p:spPr>
          <a:xfrm>
            <a:off x="191426" y="41194"/>
            <a:ext cx="10664654" cy="5569897"/>
          </a:xfrm>
          <a:prstGeom prst="rect">
            <a:avLst/>
          </a:prstGeom>
        </p:spPr>
      </p:pic>
    </p:spTree>
    <p:extLst>
      <p:ext uri="{BB962C8B-B14F-4D97-AF65-F5344CB8AC3E}">
        <p14:creationId xmlns:p14="http://schemas.microsoft.com/office/powerpoint/2010/main" val="8492508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A66152-FF82-191C-970F-CE55A411F592}"/>
              </a:ext>
            </a:extLst>
          </p:cNvPr>
          <p:cNvPicPr>
            <a:picLocks noChangeAspect="1"/>
          </p:cNvPicPr>
          <p:nvPr/>
        </p:nvPicPr>
        <p:blipFill>
          <a:blip r:embed="rId2"/>
          <a:stretch>
            <a:fillRect/>
          </a:stretch>
        </p:blipFill>
        <p:spPr>
          <a:xfrm>
            <a:off x="266985" y="1187115"/>
            <a:ext cx="11728990" cy="4957011"/>
          </a:xfrm>
          <a:prstGeom prst="rect">
            <a:avLst/>
          </a:prstGeom>
        </p:spPr>
      </p:pic>
    </p:spTree>
    <p:extLst>
      <p:ext uri="{BB962C8B-B14F-4D97-AF65-F5344CB8AC3E}">
        <p14:creationId xmlns:p14="http://schemas.microsoft.com/office/powerpoint/2010/main" val="24061447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BF67F5F-A884-6195-4DA0-2757A9F0C608}"/>
              </a:ext>
            </a:extLst>
          </p:cNvPr>
          <p:cNvPicPr>
            <a:picLocks noGrp="1" noChangeAspect="1"/>
          </p:cNvPicPr>
          <p:nvPr>
            <p:ph idx="1"/>
          </p:nvPr>
        </p:nvPicPr>
        <p:blipFill>
          <a:blip r:embed="rId2"/>
          <a:stretch>
            <a:fillRect/>
          </a:stretch>
        </p:blipFill>
        <p:spPr>
          <a:xfrm>
            <a:off x="208547" y="778214"/>
            <a:ext cx="11824192" cy="5430078"/>
          </a:xfrm>
        </p:spPr>
      </p:pic>
    </p:spTree>
    <p:extLst>
      <p:ext uri="{BB962C8B-B14F-4D97-AF65-F5344CB8AC3E}">
        <p14:creationId xmlns:p14="http://schemas.microsoft.com/office/powerpoint/2010/main" val="38420458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DC34E9-07C3-13FF-1332-01576BEA8953}"/>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F8BE4702-10B3-11CB-D8B4-8E80C4DB0605}"/>
              </a:ext>
            </a:extLst>
          </p:cNvPr>
          <p:cNvPicPr>
            <a:picLocks noChangeAspect="1"/>
          </p:cNvPicPr>
          <p:nvPr/>
        </p:nvPicPr>
        <p:blipFill>
          <a:blip r:embed="rId2"/>
          <a:stretch>
            <a:fillRect/>
          </a:stretch>
        </p:blipFill>
        <p:spPr>
          <a:xfrm>
            <a:off x="866274" y="110980"/>
            <a:ext cx="9416715" cy="5974471"/>
          </a:xfrm>
          <a:prstGeom prst="rect">
            <a:avLst/>
          </a:prstGeom>
        </p:spPr>
      </p:pic>
    </p:spTree>
    <p:extLst>
      <p:ext uri="{BB962C8B-B14F-4D97-AF65-F5344CB8AC3E}">
        <p14:creationId xmlns:p14="http://schemas.microsoft.com/office/powerpoint/2010/main" val="28229969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4580D7-7A66-AB73-68BB-A46592AE2B8A}"/>
              </a:ext>
            </a:extLst>
          </p:cNvPr>
          <p:cNvPicPr>
            <a:picLocks noChangeAspect="1"/>
          </p:cNvPicPr>
          <p:nvPr/>
        </p:nvPicPr>
        <p:blipFill>
          <a:blip r:embed="rId2"/>
          <a:stretch>
            <a:fillRect/>
          </a:stretch>
        </p:blipFill>
        <p:spPr>
          <a:xfrm>
            <a:off x="186309" y="0"/>
            <a:ext cx="10515600" cy="6835140"/>
          </a:xfrm>
          <a:prstGeom prst="rect">
            <a:avLst/>
          </a:prstGeom>
        </p:spPr>
      </p:pic>
    </p:spTree>
    <p:extLst>
      <p:ext uri="{BB962C8B-B14F-4D97-AF65-F5344CB8AC3E}">
        <p14:creationId xmlns:p14="http://schemas.microsoft.com/office/powerpoint/2010/main" val="39769723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BAEACF-8F1A-27F1-B9B3-5586A7FD9BF2}"/>
              </a:ext>
            </a:extLst>
          </p:cNvPr>
          <p:cNvPicPr>
            <a:picLocks noChangeAspect="1"/>
          </p:cNvPicPr>
          <p:nvPr/>
        </p:nvPicPr>
        <p:blipFill>
          <a:blip r:embed="rId2"/>
          <a:stretch>
            <a:fillRect/>
          </a:stretch>
        </p:blipFill>
        <p:spPr>
          <a:xfrm>
            <a:off x="1074822" y="193446"/>
            <a:ext cx="9946104" cy="6409083"/>
          </a:xfrm>
          <a:prstGeom prst="rect">
            <a:avLst/>
          </a:prstGeom>
        </p:spPr>
      </p:pic>
    </p:spTree>
    <p:extLst>
      <p:ext uri="{BB962C8B-B14F-4D97-AF65-F5344CB8AC3E}">
        <p14:creationId xmlns:p14="http://schemas.microsoft.com/office/powerpoint/2010/main" val="24255531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41620A-BDC8-AF74-2EF2-D91AA81A722A}"/>
              </a:ext>
            </a:extLst>
          </p:cNvPr>
          <p:cNvPicPr>
            <a:picLocks noChangeAspect="1"/>
          </p:cNvPicPr>
          <p:nvPr/>
        </p:nvPicPr>
        <p:blipFill>
          <a:blip r:embed="rId2"/>
          <a:stretch>
            <a:fillRect/>
          </a:stretch>
        </p:blipFill>
        <p:spPr>
          <a:xfrm>
            <a:off x="802105" y="275538"/>
            <a:ext cx="10336685" cy="6157346"/>
          </a:xfrm>
          <a:prstGeom prst="rect">
            <a:avLst/>
          </a:prstGeom>
        </p:spPr>
      </p:pic>
    </p:spTree>
    <p:extLst>
      <p:ext uri="{BB962C8B-B14F-4D97-AF65-F5344CB8AC3E}">
        <p14:creationId xmlns:p14="http://schemas.microsoft.com/office/powerpoint/2010/main" val="11937274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35E254-FF25-EF47-BC50-61A507FD48EB}"/>
              </a:ext>
            </a:extLst>
          </p:cNvPr>
          <p:cNvPicPr>
            <a:picLocks noChangeAspect="1"/>
          </p:cNvPicPr>
          <p:nvPr/>
        </p:nvPicPr>
        <p:blipFill>
          <a:blip r:embed="rId2"/>
          <a:stretch>
            <a:fillRect/>
          </a:stretch>
        </p:blipFill>
        <p:spPr>
          <a:xfrm>
            <a:off x="176463" y="0"/>
            <a:ext cx="9657348" cy="6955816"/>
          </a:xfrm>
          <a:prstGeom prst="rect">
            <a:avLst/>
          </a:prstGeom>
        </p:spPr>
      </p:pic>
    </p:spTree>
    <p:extLst>
      <p:ext uri="{BB962C8B-B14F-4D97-AF65-F5344CB8AC3E}">
        <p14:creationId xmlns:p14="http://schemas.microsoft.com/office/powerpoint/2010/main" val="31490887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6B8E1B-B8FC-E97F-FAC3-5CBE165D356B}"/>
              </a:ext>
            </a:extLst>
          </p:cNvPr>
          <p:cNvPicPr>
            <a:picLocks noChangeAspect="1"/>
          </p:cNvPicPr>
          <p:nvPr/>
        </p:nvPicPr>
        <p:blipFill>
          <a:blip r:embed="rId2"/>
          <a:stretch>
            <a:fillRect/>
          </a:stretch>
        </p:blipFill>
        <p:spPr>
          <a:xfrm>
            <a:off x="256672" y="240632"/>
            <a:ext cx="11730721" cy="5967663"/>
          </a:xfrm>
          <a:prstGeom prst="rect">
            <a:avLst/>
          </a:prstGeom>
        </p:spPr>
      </p:pic>
    </p:spTree>
    <p:extLst>
      <p:ext uri="{BB962C8B-B14F-4D97-AF65-F5344CB8AC3E}">
        <p14:creationId xmlns:p14="http://schemas.microsoft.com/office/powerpoint/2010/main" val="37352170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11E577-C5A9-CAB4-98D6-3B55B501CC1A}"/>
              </a:ext>
            </a:extLst>
          </p:cNvPr>
          <p:cNvPicPr>
            <a:picLocks noChangeAspect="1"/>
          </p:cNvPicPr>
          <p:nvPr/>
        </p:nvPicPr>
        <p:blipFill>
          <a:blip r:embed="rId2"/>
          <a:stretch>
            <a:fillRect/>
          </a:stretch>
        </p:blipFill>
        <p:spPr>
          <a:xfrm>
            <a:off x="548917" y="529389"/>
            <a:ext cx="11170887" cy="5839327"/>
          </a:xfrm>
          <a:prstGeom prst="rect">
            <a:avLst/>
          </a:prstGeom>
        </p:spPr>
      </p:pic>
    </p:spTree>
    <p:extLst>
      <p:ext uri="{BB962C8B-B14F-4D97-AF65-F5344CB8AC3E}">
        <p14:creationId xmlns:p14="http://schemas.microsoft.com/office/powerpoint/2010/main" val="14065149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21BAD-D743-17A7-CBFD-E95ACEC6EC82}"/>
              </a:ext>
            </a:extLst>
          </p:cNvPr>
          <p:cNvSpPr>
            <a:spLocks noGrp="1"/>
          </p:cNvSpPr>
          <p:nvPr>
            <p:ph type="title"/>
          </p:nvPr>
        </p:nvSpPr>
        <p:spPr>
          <a:xfrm>
            <a:off x="0" y="0"/>
            <a:ext cx="10515600" cy="730116"/>
          </a:xfrm>
        </p:spPr>
        <p:txBody>
          <a:bodyPr/>
          <a:lstStyle/>
          <a:p>
            <a:r>
              <a:rPr lang="en-US" dirty="0"/>
              <a:t>SIC/XE Program</a:t>
            </a:r>
            <a:endParaRPr lang="en-IN" dirty="0"/>
          </a:p>
        </p:txBody>
      </p:sp>
      <p:pic>
        <p:nvPicPr>
          <p:cNvPr id="5" name="Content Placeholder 4">
            <a:extLst>
              <a:ext uri="{FF2B5EF4-FFF2-40B4-BE49-F238E27FC236}">
                <a16:creationId xmlns:a16="http://schemas.microsoft.com/office/drawing/2014/main" id="{D7D80318-5C37-8BDB-3941-C46B43AE8760}"/>
              </a:ext>
            </a:extLst>
          </p:cNvPr>
          <p:cNvPicPr>
            <a:picLocks noGrp="1" noChangeAspect="1"/>
          </p:cNvPicPr>
          <p:nvPr>
            <p:ph idx="1"/>
          </p:nvPr>
        </p:nvPicPr>
        <p:blipFill>
          <a:blip r:embed="rId2"/>
          <a:stretch>
            <a:fillRect/>
          </a:stretch>
        </p:blipFill>
        <p:spPr>
          <a:xfrm>
            <a:off x="887704" y="730116"/>
            <a:ext cx="9186737" cy="6027974"/>
          </a:xfrm>
        </p:spPr>
      </p:pic>
    </p:spTree>
    <p:extLst>
      <p:ext uri="{BB962C8B-B14F-4D97-AF65-F5344CB8AC3E}">
        <p14:creationId xmlns:p14="http://schemas.microsoft.com/office/powerpoint/2010/main" val="18938276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D5EC4-1903-D22F-29FE-EBF014170BA9}"/>
              </a:ext>
            </a:extLst>
          </p:cNvPr>
          <p:cNvSpPr>
            <a:spLocks noGrp="1"/>
          </p:cNvSpPr>
          <p:nvPr>
            <p:ph type="title"/>
          </p:nvPr>
        </p:nvSpPr>
        <p:spPr>
          <a:xfrm>
            <a:off x="116310" y="23863"/>
            <a:ext cx="10515600" cy="649905"/>
          </a:xfrm>
        </p:spPr>
        <p:txBody>
          <a:bodyPr>
            <a:normAutofit fontScale="90000"/>
          </a:bodyPr>
          <a:lstStyle/>
          <a:p>
            <a:r>
              <a:rPr lang="en-US" dirty="0"/>
              <a:t>SIC/XE example program</a:t>
            </a:r>
            <a:endParaRPr lang="en-IN" dirty="0"/>
          </a:p>
        </p:txBody>
      </p:sp>
      <p:pic>
        <p:nvPicPr>
          <p:cNvPr id="5" name="Picture 4">
            <a:extLst>
              <a:ext uri="{FF2B5EF4-FFF2-40B4-BE49-F238E27FC236}">
                <a16:creationId xmlns:a16="http://schemas.microsoft.com/office/drawing/2014/main" id="{10A93EF8-8C39-F8A7-C798-759ED18661DC}"/>
              </a:ext>
            </a:extLst>
          </p:cNvPr>
          <p:cNvPicPr>
            <a:picLocks noChangeAspect="1"/>
          </p:cNvPicPr>
          <p:nvPr/>
        </p:nvPicPr>
        <p:blipFill>
          <a:blip r:embed="rId2"/>
          <a:stretch>
            <a:fillRect/>
          </a:stretch>
        </p:blipFill>
        <p:spPr>
          <a:xfrm>
            <a:off x="116310" y="800417"/>
            <a:ext cx="9577890" cy="6057583"/>
          </a:xfrm>
          <a:prstGeom prst="rect">
            <a:avLst/>
          </a:prstGeom>
        </p:spPr>
      </p:pic>
    </p:spTree>
    <p:extLst>
      <p:ext uri="{BB962C8B-B14F-4D97-AF65-F5344CB8AC3E}">
        <p14:creationId xmlns:p14="http://schemas.microsoft.com/office/powerpoint/2010/main" val="23553948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0A22F-34EE-5FE2-7F03-FE3412077D7F}"/>
              </a:ext>
            </a:extLst>
          </p:cNvPr>
          <p:cNvSpPr>
            <a:spLocks noGrp="1"/>
          </p:cNvSpPr>
          <p:nvPr>
            <p:ph type="title"/>
          </p:nvPr>
        </p:nvSpPr>
        <p:spPr/>
        <p:txBody>
          <a:bodyPr/>
          <a:lstStyle/>
          <a:p>
            <a:r>
              <a:rPr lang="en-US" dirty="0"/>
              <a:t>BASIC ASSEMBLER FUNCTIONS </a:t>
            </a:r>
            <a:endParaRPr lang="en-IN" dirty="0"/>
          </a:p>
        </p:txBody>
      </p:sp>
      <p:sp>
        <p:nvSpPr>
          <p:cNvPr id="3" name="Content Placeholder 2">
            <a:extLst>
              <a:ext uri="{FF2B5EF4-FFF2-40B4-BE49-F238E27FC236}">
                <a16:creationId xmlns:a16="http://schemas.microsoft.com/office/drawing/2014/main" id="{823B7C64-D6C8-6C8D-64BE-C5A414A0CFCF}"/>
              </a:ext>
            </a:extLst>
          </p:cNvPr>
          <p:cNvSpPr>
            <a:spLocks noGrp="1"/>
          </p:cNvSpPr>
          <p:nvPr>
            <p:ph idx="1"/>
          </p:nvPr>
        </p:nvSpPr>
        <p:spPr>
          <a:xfrm>
            <a:off x="152399" y="1246908"/>
            <a:ext cx="11873345" cy="5611091"/>
          </a:xfrm>
        </p:spPr>
        <p:txBody>
          <a:bodyPr/>
          <a:lstStyle/>
          <a:p>
            <a:r>
              <a:rPr lang="en-US" dirty="0"/>
              <a:t>Fundamental functions of an assembler: </a:t>
            </a:r>
          </a:p>
          <a:p>
            <a:pPr lvl="1"/>
            <a:r>
              <a:rPr lang="en-US" dirty="0"/>
              <a:t>Translating mnemonic operation codes to their machine language equivalents. </a:t>
            </a:r>
          </a:p>
          <a:p>
            <a:pPr lvl="1"/>
            <a:r>
              <a:rPr lang="en-US" dirty="0"/>
              <a:t>Assigning machine addresses to symbolic labels used by the programmer</a:t>
            </a:r>
          </a:p>
          <a:p>
            <a:pPr lvl="1"/>
            <a:r>
              <a:rPr lang="en-US" dirty="0"/>
              <a:t>Along with the instructions the following assembler directives are used: </a:t>
            </a:r>
          </a:p>
          <a:p>
            <a:pPr lvl="1"/>
            <a:r>
              <a:rPr lang="en-US" dirty="0"/>
              <a:t>START: Specify name and starting address for the program. </a:t>
            </a:r>
          </a:p>
          <a:p>
            <a:pPr lvl="1"/>
            <a:r>
              <a:rPr lang="en-US" dirty="0"/>
              <a:t>END : Indicate the end of the source program and specify the first executable instruction in the program. </a:t>
            </a:r>
          </a:p>
          <a:p>
            <a:pPr lvl="1"/>
            <a:r>
              <a:rPr lang="en-US" dirty="0"/>
              <a:t>BYTE: Generate character or hexadecimal constant, occupying as many bytes as needed to represent the constant. </a:t>
            </a:r>
          </a:p>
          <a:p>
            <a:pPr lvl="1"/>
            <a:r>
              <a:rPr lang="en-US" dirty="0"/>
              <a:t>WORD: Generate one- word integer constant. </a:t>
            </a:r>
          </a:p>
          <a:p>
            <a:pPr lvl="1"/>
            <a:r>
              <a:rPr lang="en-US" dirty="0"/>
              <a:t>RESB: Reserve the indicated number of bytes for a data area. </a:t>
            </a:r>
          </a:p>
          <a:p>
            <a:pPr lvl="1"/>
            <a:r>
              <a:rPr lang="en-US" dirty="0"/>
              <a:t>RESW: Reserve the indicated number of words for a data area</a:t>
            </a:r>
            <a:endParaRPr lang="en-IN" dirty="0"/>
          </a:p>
        </p:txBody>
      </p:sp>
    </p:spTree>
    <p:extLst>
      <p:ext uri="{BB962C8B-B14F-4D97-AF65-F5344CB8AC3E}">
        <p14:creationId xmlns:p14="http://schemas.microsoft.com/office/powerpoint/2010/main" val="28017160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0F5B-7ABA-A4E8-FB28-722705A76D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D62C5C-5D57-7A8A-274A-54E6CD109AD9}"/>
              </a:ext>
            </a:extLst>
          </p:cNvPr>
          <p:cNvSpPr>
            <a:spLocks noGrp="1"/>
          </p:cNvSpPr>
          <p:nvPr>
            <p:ph idx="1"/>
          </p:nvPr>
        </p:nvSpPr>
        <p:spPr/>
        <p:txBody>
          <a:bodyPr/>
          <a:lstStyle/>
          <a:p>
            <a:r>
              <a:rPr lang="en-US" dirty="0"/>
              <a:t>The program contains a main routine that reads records from an input device( code F1) and copies them to an output device(code 05). </a:t>
            </a:r>
          </a:p>
          <a:p>
            <a:r>
              <a:rPr lang="en-US" dirty="0"/>
              <a:t>The main routine calls subroutines: </a:t>
            </a:r>
          </a:p>
          <a:p>
            <a:pPr lvl="1"/>
            <a:r>
              <a:rPr lang="en-US" dirty="0"/>
              <a:t>RDREC – To read a record into a buffer. </a:t>
            </a:r>
          </a:p>
          <a:p>
            <a:pPr lvl="1"/>
            <a:r>
              <a:rPr lang="en-US" dirty="0"/>
              <a:t>WRREC – To write the record from the buffer to the output device. </a:t>
            </a:r>
          </a:p>
          <a:p>
            <a:r>
              <a:rPr lang="en-US" dirty="0"/>
              <a:t>The end of each record is marked with a null character (hexadecimal 00).</a:t>
            </a:r>
            <a:endParaRPr lang="en-IN" dirty="0"/>
          </a:p>
        </p:txBody>
      </p:sp>
    </p:spTree>
    <p:extLst>
      <p:ext uri="{BB962C8B-B14F-4D97-AF65-F5344CB8AC3E}">
        <p14:creationId xmlns:p14="http://schemas.microsoft.com/office/powerpoint/2010/main" val="33451877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44BDA-7510-2C19-C5D0-B88BE70D4701}"/>
              </a:ext>
            </a:extLst>
          </p:cNvPr>
          <p:cNvSpPr>
            <a:spLocks noGrp="1"/>
          </p:cNvSpPr>
          <p:nvPr>
            <p:ph type="title"/>
          </p:nvPr>
        </p:nvSpPr>
        <p:spPr/>
        <p:txBody>
          <a:bodyPr/>
          <a:lstStyle/>
          <a:p>
            <a:r>
              <a:rPr lang="en-US" dirty="0"/>
              <a:t>A Simple SIC Assembler </a:t>
            </a:r>
            <a:endParaRPr lang="en-IN" dirty="0"/>
          </a:p>
        </p:txBody>
      </p:sp>
      <p:sp>
        <p:nvSpPr>
          <p:cNvPr id="3" name="Content Placeholder 2">
            <a:extLst>
              <a:ext uri="{FF2B5EF4-FFF2-40B4-BE49-F238E27FC236}">
                <a16:creationId xmlns:a16="http://schemas.microsoft.com/office/drawing/2014/main" id="{978998EB-953E-978A-7164-FE083EBEFE14}"/>
              </a:ext>
            </a:extLst>
          </p:cNvPr>
          <p:cNvSpPr>
            <a:spLocks noGrp="1"/>
          </p:cNvSpPr>
          <p:nvPr>
            <p:ph idx="1"/>
          </p:nvPr>
        </p:nvSpPr>
        <p:spPr/>
        <p:txBody>
          <a:bodyPr>
            <a:normAutofit lnSpcReduction="10000"/>
          </a:bodyPr>
          <a:lstStyle/>
          <a:p>
            <a:r>
              <a:rPr lang="en-US" dirty="0"/>
              <a:t>The translation of source program to object code requires the following functions: </a:t>
            </a:r>
          </a:p>
          <a:p>
            <a:pPr marL="514350" indent="-514350">
              <a:buFont typeface="+mj-lt"/>
              <a:buAutoNum type="arabicPeriod"/>
            </a:pPr>
            <a:r>
              <a:rPr lang="en-US" dirty="0"/>
              <a:t>1. Convert mnemonic operation codes to their machine language equivalents. </a:t>
            </a:r>
            <a:r>
              <a:rPr lang="en-US" dirty="0" err="1"/>
              <a:t>Eg</a:t>
            </a:r>
            <a:r>
              <a:rPr lang="en-US" dirty="0"/>
              <a:t>: Translate STL to 14 (line 10). </a:t>
            </a:r>
          </a:p>
          <a:p>
            <a:pPr marL="514350" indent="-514350">
              <a:buFont typeface="+mj-lt"/>
              <a:buAutoNum type="arabicPeriod"/>
            </a:pPr>
            <a:r>
              <a:rPr lang="en-US" dirty="0"/>
              <a:t>Convert symbolic operands to their equivalent machine addresses. </a:t>
            </a:r>
            <a:r>
              <a:rPr lang="en-US" dirty="0" err="1"/>
              <a:t>Eg:Translate</a:t>
            </a:r>
            <a:r>
              <a:rPr lang="en-US" dirty="0"/>
              <a:t> RETADR to 1033 (line 10). </a:t>
            </a:r>
          </a:p>
          <a:p>
            <a:pPr marL="514350" indent="-514350">
              <a:buFont typeface="+mj-lt"/>
              <a:buAutoNum type="arabicPeriod"/>
            </a:pPr>
            <a:r>
              <a:rPr lang="en-US" dirty="0"/>
              <a:t>Build the machine instructions in the proper format. </a:t>
            </a:r>
          </a:p>
          <a:p>
            <a:pPr marL="514350" indent="-514350">
              <a:buFont typeface="+mj-lt"/>
              <a:buAutoNum type="arabicPeriod"/>
            </a:pPr>
            <a:r>
              <a:rPr lang="en-US" dirty="0"/>
              <a:t>Convert the data constants specified in the source program into their internal machine representations. </a:t>
            </a:r>
            <a:r>
              <a:rPr lang="en-US" dirty="0" err="1"/>
              <a:t>Eg</a:t>
            </a:r>
            <a:r>
              <a:rPr lang="en-US" dirty="0"/>
              <a:t>: Translate EOF to 454F46(line 80). </a:t>
            </a:r>
          </a:p>
          <a:p>
            <a:pPr marL="514350" indent="-514350">
              <a:buFont typeface="+mj-lt"/>
              <a:buAutoNum type="arabicPeriod"/>
            </a:pPr>
            <a:r>
              <a:rPr lang="en-US" dirty="0"/>
              <a:t> Write the object program and the assembly listing. All functions except function 2 can be established by sequential processing of source program one line at a time.</a:t>
            </a:r>
            <a:endParaRPr lang="en-IN" dirty="0"/>
          </a:p>
        </p:txBody>
      </p:sp>
    </p:spTree>
    <p:extLst>
      <p:ext uri="{BB962C8B-B14F-4D97-AF65-F5344CB8AC3E}">
        <p14:creationId xmlns:p14="http://schemas.microsoft.com/office/powerpoint/2010/main" val="38068716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64B7EC-5F07-91C9-E038-DBA8D59F2051}"/>
              </a:ext>
            </a:extLst>
          </p:cNvPr>
          <p:cNvSpPr>
            <a:spLocks noGrp="1"/>
          </p:cNvSpPr>
          <p:nvPr>
            <p:ph idx="1"/>
          </p:nvPr>
        </p:nvSpPr>
        <p:spPr>
          <a:xfrm>
            <a:off x="152399" y="0"/>
            <a:ext cx="11873345" cy="6673516"/>
          </a:xfrm>
        </p:spPr>
        <p:txBody>
          <a:bodyPr>
            <a:normAutofit fontScale="92500"/>
          </a:bodyPr>
          <a:lstStyle/>
          <a:p>
            <a:r>
              <a:rPr lang="en-US" dirty="0"/>
              <a:t>Consider the statement </a:t>
            </a:r>
          </a:p>
          <a:p>
            <a:pPr marL="514350" indent="-514350">
              <a:buAutoNum type="arabicPlain" startAt="10"/>
            </a:pPr>
            <a:r>
              <a:rPr lang="en-US" dirty="0"/>
              <a:t>1000 	FIRST 	STL 	RETADR 	141033 </a:t>
            </a:r>
          </a:p>
          <a:p>
            <a:r>
              <a:rPr lang="en-US" dirty="0"/>
              <a:t>This instruction contains a forward reference (i.e.) a reference to a label (RETADR) that is defined later in the program. </a:t>
            </a:r>
          </a:p>
          <a:p>
            <a:r>
              <a:rPr lang="en-US" dirty="0"/>
              <a:t>It is unable to process this line because the address that will be assigned to RETADR is not known. </a:t>
            </a:r>
          </a:p>
          <a:p>
            <a:r>
              <a:rPr lang="en-US" dirty="0"/>
              <a:t>Hence most assemblers make two passes over the source program where the second pass does the actual translation. </a:t>
            </a:r>
          </a:p>
          <a:p>
            <a:r>
              <a:rPr lang="en-US" dirty="0"/>
              <a:t>The assembler must also process statements called assembler directives or pseudo instructions which are not translated into machine instructions. </a:t>
            </a:r>
          </a:p>
          <a:p>
            <a:r>
              <a:rPr lang="en-US" dirty="0"/>
              <a:t>Instead they provide instructions to the assembler itself. </a:t>
            </a:r>
          </a:p>
          <a:p>
            <a:r>
              <a:rPr lang="en-US" dirty="0"/>
              <a:t>Examples: RESB and RESW instruct the assembler to reserve memory locations without generating data values. </a:t>
            </a:r>
          </a:p>
          <a:p>
            <a:r>
              <a:rPr lang="en-US" dirty="0"/>
              <a:t>The assembler must write the generated object code onto some output device. </a:t>
            </a:r>
          </a:p>
          <a:p>
            <a:r>
              <a:rPr lang="en-US" dirty="0"/>
              <a:t>This object program will later be loaded into memory for execution.</a:t>
            </a:r>
            <a:endParaRPr lang="en-IN" dirty="0"/>
          </a:p>
        </p:txBody>
      </p:sp>
    </p:spTree>
    <p:extLst>
      <p:ext uri="{BB962C8B-B14F-4D97-AF65-F5344CB8AC3E}">
        <p14:creationId xmlns:p14="http://schemas.microsoft.com/office/powerpoint/2010/main" val="23523435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9AF70-552B-35BE-06F5-9C7987F205EC}"/>
              </a:ext>
            </a:extLst>
          </p:cNvPr>
          <p:cNvSpPr>
            <a:spLocks noGrp="1"/>
          </p:cNvSpPr>
          <p:nvPr>
            <p:ph type="title"/>
          </p:nvPr>
        </p:nvSpPr>
        <p:spPr/>
        <p:txBody>
          <a:bodyPr/>
          <a:lstStyle/>
          <a:p>
            <a:r>
              <a:rPr lang="en-US" dirty="0"/>
              <a:t>Object Program</a:t>
            </a:r>
            <a:endParaRPr lang="en-IN" dirty="0"/>
          </a:p>
        </p:txBody>
      </p:sp>
      <p:sp>
        <p:nvSpPr>
          <p:cNvPr id="3" name="Content Placeholder 2">
            <a:extLst>
              <a:ext uri="{FF2B5EF4-FFF2-40B4-BE49-F238E27FC236}">
                <a16:creationId xmlns:a16="http://schemas.microsoft.com/office/drawing/2014/main" id="{C0AC6596-0D00-630B-F3C2-D403113F8A6D}"/>
              </a:ext>
            </a:extLst>
          </p:cNvPr>
          <p:cNvSpPr>
            <a:spLocks noGrp="1"/>
          </p:cNvSpPr>
          <p:nvPr>
            <p:ph idx="1"/>
          </p:nvPr>
        </p:nvSpPr>
        <p:spPr>
          <a:xfrm>
            <a:off x="152399" y="1246909"/>
            <a:ext cx="11873345" cy="5523060"/>
          </a:xfrm>
        </p:spPr>
        <p:txBody>
          <a:bodyPr/>
          <a:lstStyle/>
          <a:p>
            <a:r>
              <a:rPr lang="en-US" dirty="0"/>
              <a:t>Object program format contains three types of records: </a:t>
            </a:r>
          </a:p>
          <a:p>
            <a:r>
              <a:rPr lang="en-US" b="1" dirty="0"/>
              <a:t>Header record</a:t>
            </a:r>
            <a:r>
              <a:rPr lang="en-US" dirty="0"/>
              <a:t>: Contains the program name, starting address and length. </a:t>
            </a:r>
          </a:p>
          <a:p>
            <a:r>
              <a:rPr lang="en-US" b="1" dirty="0"/>
              <a:t>Text record:</a:t>
            </a:r>
            <a:r>
              <a:rPr lang="en-US" dirty="0"/>
              <a:t> Contains the machine code and data of the program. </a:t>
            </a:r>
          </a:p>
          <a:p>
            <a:r>
              <a:rPr lang="en-US" b="1" dirty="0"/>
              <a:t>End record:</a:t>
            </a:r>
            <a:r>
              <a:rPr lang="en-US" dirty="0"/>
              <a:t> Marks the end of the object program and specifies the address in the program where execution is to begin.</a:t>
            </a:r>
            <a:endParaRPr lang="en-IN" dirty="0"/>
          </a:p>
        </p:txBody>
      </p:sp>
    </p:spTree>
    <p:extLst>
      <p:ext uri="{BB962C8B-B14F-4D97-AF65-F5344CB8AC3E}">
        <p14:creationId xmlns:p14="http://schemas.microsoft.com/office/powerpoint/2010/main" val="29321891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13F5B9-5F1D-66D8-3113-F86011A3003B}"/>
              </a:ext>
            </a:extLst>
          </p:cNvPr>
          <p:cNvPicPr>
            <a:picLocks noChangeAspect="1"/>
          </p:cNvPicPr>
          <p:nvPr/>
        </p:nvPicPr>
        <p:blipFill>
          <a:blip r:embed="rId3"/>
          <a:stretch>
            <a:fillRect/>
          </a:stretch>
        </p:blipFill>
        <p:spPr>
          <a:xfrm>
            <a:off x="-1" y="145414"/>
            <a:ext cx="10209567" cy="6592270"/>
          </a:xfrm>
          <a:prstGeom prst="rect">
            <a:avLst/>
          </a:prstGeom>
        </p:spPr>
      </p:pic>
    </p:spTree>
    <p:extLst>
      <p:ext uri="{BB962C8B-B14F-4D97-AF65-F5344CB8AC3E}">
        <p14:creationId xmlns:p14="http://schemas.microsoft.com/office/powerpoint/2010/main" val="37889601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884C-B833-8DE2-E90E-05B3B710DC85}"/>
              </a:ext>
            </a:extLst>
          </p:cNvPr>
          <p:cNvSpPr>
            <a:spLocks noGrp="1"/>
          </p:cNvSpPr>
          <p:nvPr>
            <p:ph type="title"/>
          </p:nvPr>
        </p:nvSpPr>
        <p:spPr>
          <a:xfrm>
            <a:off x="680545" y="390857"/>
            <a:ext cx="10515600" cy="6076286"/>
          </a:xfrm>
        </p:spPr>
        <p:txBody>
          <a:bodyPr/>
          <a:lstStyle/>
          <a:p>
            <a:pPr algn="ctr"/>
            <a:r>
              <a:rPr lang="en-US" dirty="0"/>
              <a:t>THANK YOU</a:t>
            </a:r>
            <a:endParaRPr lang="en-IN" dirty="0"/>
          </a:p>
        </p:txBody>
      </p:sp>
    </p:spTree>
    <p:extLst>
      <p:ext uri="{BB962C8B-B14F-4D97-AF65-F5344CB8AC3E}">
        <p14:creationId xmlns:p14="http://schemas.microsoft.com/office/powerpoint/2010/main" val="4027498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3662</TotalTime>
  <Words>6032</Words>
  <Application>Microsoft Office PowerPoint</Application>
  <PresentationFormat>Widescreen</PresentationFormat>
  <Paragraphs>591</Paragraphs>
  <Slides>80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80</vt:i4>
      </vt:variant>
    </vt:vector>
  </HeadingPairs>
  <TitlesOfParts>
    <vt:vector size="88" baseType="lpstr">
      <vt:lpstr>Aptos</vt:lpstr>
      <vt:lpstr>Aptos Display</vt:lpstr>
      <vt:lpstr>Arial</vt:lpstr>
      <vt:lpstr>Cambria</vt:lpstr>
      <vt:lpstr>Cambria Math</vt:lpstr>
      <vt:lpstr>Courier</vt:lpstr>
      <vt:lpstr>Times New Roman</vt:lpstr>
      <vt:lpstr>Office Theme</vt:lpstr>
      <vt:lpstr>System Software and Compiler Design </vt:lpstr>
      <vt:lpstr>Pre- requisites</vt:lpstr>
      <vt:lpstr>Course Learning Objectives (CLO)</vt:lpstr>
      <vt:lpstr>MODULE 4</vt:lpstr>
      <vt:lpstr>Issues in Design of code generator</vt:lpstr>
      <vt:lpstr>Input to Code Generator</vt:lpstr>
      <vt:lpstr>Target Program</vt:lpstr>
      <vt:lpstr>Memory Management</vt:lpstr>
      <vt:lpstr>Instruction Selection</vt:lpstr>
      <vt:lpstr>PowerPoint Presentation</vt:lpstr>
      <vt:lpstr>Register Allocation Issues</vt:lpstr>
      <vt:lpstr>Evaluation Order</vt:lpstr>
      <vt:lpstr>Code Generation</vt:lpstr>
      <vt:lpstr>Instructions for code generation</vt:lpstr>
      <vt:lpstr>PowerPoint Presentation</vt:lpstr>
      <vt:lpstr>Addressing Modes</vt:lpstr>
      <vt:lpstr>PowerPoint Presentation</vt:lpstr>
      <vt:lpstr>Example</vt:lpstr>
      <vt:lpstr>PowerPoint Presentation</vt:lpstr>
      <vt:lpstr>Program and Instruction Costs</vt:lpstr>
      <vt:lpstr>Program and Instruction Costs</vt:lpstr>
      <vt:lpstr>Examples</vt:lpstr>
      <vt:lpstr>Exercise problems</vt:lpstr>
      <vt:lpstr>Generate code for the following three-address statements assuming a and b are arrays whose elements are 4-byte values.</vt:lpstr>
      <vt:lpstr>Generate code for the following three-address sequence assuming that i, n, p, q, x and y are in memory locations:</vt:lpstr>
      <vt:lpstr>PowerPoint Presentation</vt:lpstr>
      <vt:lpstr>Basic Blocks and Flow Graphs</vt:lpstr>
      <vt:lpstr>Algorithm: Partitioning three-address instructions into basic blocks</vt:lpstr>
      <vt:lpstr>Example</vt:lpstr>
      <vt:lpstr>Flow Blocks</vt:lpstr>
      <vt:lpstr>PowerPoint Presentation</vt:lpstr>
      <vt:lpstr>PowerPoint Presentation</vt:lpstr>
      <vt:lpstr>Translate the program into three-address statements Construct the flow graph</vt:lpstr>
      <vt:lpstr>PowerPoint Presentation</vt:lpstr>
      <vt:lpstr>Flow graph</vt:lpstr>
      <vt:lpstr>Next use information</vt:lpstr>
      <vt:lpstr>Algorithm: Determining the liveness and next-use information for each statement in a basic block.</vt:lpstr>
      <vt:lpstr>Optimization of Basic Blocks</vt:lpstr>
      <vt:lpstr>Advantages of DAG</vt:lpstr>
      <vt:lpstr>Finding Local Common Subexpressions</vt:lpstr>
      <vt:lpstr>Dead Code Elimination</vt:lpstr>
      <vt:lpstr>The Use of Algebraic Identities</vt:lpstr>
      <vt:lpstr>Representation of Array References</vt:lpstr>
      <vt:lpstr>PowerPoint Presentation</vt:lpstr>
      <vt:lpstr>A Simple Code Generator</vt:lpstr>
      <vt:lpstr>Translate the basic block consisting of the three-address statements</vt:lpstr>
      <vt:lpstr>PowerPoint Presentation</vt:lpstr>
      <vt:lpstr>x= a/(b+c)-d*e</vt:lpstr>
      <vt:lpstr>Introduction to System Software</vt:lpstr>
      <vt:lpstr>Simplified Instructional Computer (SIC) </vt:lpstr>
      <vt:lpstr>SIC Machine Architecture</vt:lpstr>
      <vt:lpstr>SIC</vt:lpstr>
      <vt:lpstr>SIC-</vt:lpstr>
      <vt:lpstr>SIC -Instruction set: (Textbook-Appendix A, Page 495) </vt:lpstr>
      <vt:lpstr>SIC -Input and output </vt:lpstr>
      <vt:lpstr>SIC – program example - Data movement</vt:lpstr>
      <vt:lpstr>Arithmetic operations: BETA = ALPHA + INCR - 1                                                                 DELTA = GAMMA + INCR -1</vt:lpstr>
      <vt:lpstr>Looping and indexing: copy one string to another</vt:lpstr>
      <vt:lpstr>PowerPoint Presentation</vt:lpstr>
      <vt:lpstr>SIC/XE Machine Architecture </vt:lpstr>
      <vt:lpstr>SIC/XE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SIC/XE Program</vt:lpstr>
      <vt:lpstr>SIC/XE example program</vt:lpstr>
      <vt:lpstr>BASIC ASSEMBLER FUNCTIONS </vt:lpstr>
      <vt:lpstr>PowerPoint Presentation</vt:lpstr>
      <vt:lpstr>A Simple SIC Assembler </vt:lpstr>
      <vt:lpstr>PowerPoint Presentation</vt:lpstr>
      <vt:lpstr>Object Program</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Software and Compiler Design </dc:title>
  <dc:creator>SHILPA B V</dc:creator>
  <cp:lastModifiedBy>Abdul Latif Saleem CSE</cp:lastModifiedBy>
  <cp:revision>27</cp:revision>
  <dcterms:created xsi:type="dcterms:W3CDTF">2025-01-27T06:33:54Z</dcterms:created>
  <dcterms:modified xsi:type="dcterms:W3CDTF">2026-04-21T10:35:46Z</dcterms:modified>
</cp:coreProperties>
</file>